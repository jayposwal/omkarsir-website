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slide" Target="slides/slide256.xml"/><Relationship Id="rId258" Type="http://schemas.openxmlformats.org/officeDocument/2006/relationships/slide" Target="slides/slide257.xml"/><Relationship Id="rId259" Type="http://schemas.openxmlformats.org/officeDocument/2006/relationships/slide" Target="slides/slide258.xml"/><Relationship Id="rId260" Type="http://schemas.openxmlformats.org/officeDocument/2006/relationships/slide" Target="slides/slide259.xml"/><Relationship Id="rId261" Type="http://schemas.openxmlformats.org/officeDocument/2006/relationships/slide" Target="slides/slide260.xml"/><Relationship Id="rId262" Type="http://schemas.openxmlformats.org/officeDocument/2006/relationships/slide" Target="slides/slide261.xml"/><Relationship Id="rId263" Type="http://schemas.openxmlformats.org/officeDocument/2006/relationships/slide" Target="slides/slide262.xml"/><Relationship Id="rId264" Type="http://schemas.openxmlformats.org/officeDocument/2006/relationships/slide" Target="slides/slide263.xml"/><Relationship Id="rId265" Type="http://schemas.openxmlformats.org/officeDocument/2006/relationships/slide" Target="slides/slide264.xml"/><Relationship Id="rId266" Type="http://schemas.openxmlformats.org/officeDocument/2006/relationships/slide" Target="slides/slide265.xml"/><Relationship Id="rId267" Type="http://schemas.openxmlformats.org/officeDocument/2006/relationships/slide" Target="slides/slide266.xml"/><Relationship Id="rId268" Type="http://schemas.openxmlformats.org/officeDocument/2006/relationships/slide" Target="slides/slide267.xml"/><Relationship Id="rId269" Type="http://schemas.openxmlformats.org/officeDocument/2006/relationships/slide" Target="slides/slide268.xml"/><Relationship Id="rId270" Type="http://schemas.openxmlformats.org/officeDocument/2006/relationships/slide" Target="slides/slide269.xml"/><Relationship Id="rId271" Type="http://schemas.openxmlformats.org/officeDocument/2006/relationships/slide" Target="slides/slide270.xml"/><Relationship Id="rId272" Type="http://schemas.openxmlformats.org/officeDocument/2006/relationships/slide" Target="slides/slide271.xml"/><Relationship Id="rId273" Type="http://schemas.openxmlformats.org/officeDocument/2006/relationships/slide" Target="slides/slide272.xml"/><Relationship Id="rId274" Type="http://schemas.openxmlformats.org/officeDocument/2006/relationships/slide" Target="slides/slide273.xml"/><Relationship Id="rId275" Type="http://schemas.openxmlformats.org/officeDocument/2006/relationships/slide" Target="slides/slide274.xml"/><Relationship Id="rId276" Type="http://schemas.openxmlformats.org/officeDocument/2006/relationships/slide" Target="slides/slide275.xml"/><Relationship Id="rId277" Type="http://schemas.openxmlformats.org/officeDocument/2006/relationships/slide" Target="slides/slide276.xml"/><Relationship Id="rId278" Type="http://schemas.openxmlformats.org/officeDocument/2006/relationships/slide" Target="slides/slide277.xml"/><Relationship Id="rId279" Type="http://schemas.openxmlformats.org/officeDocument/2006/relationships/slide" Target="slides/slide278.xml"/><Relationship Id="rId280" Type="http://schemas.openxmlformats.org/officeDocument/2006/relationships/slide" Target="slides/slide279.xml"/><Relationship Id="rId281" Type="http://schemas.openxmlformats.org/officeDocument/2006/relationships/slide" Target="slides/slide280.xml"/><Relationship Id="rId282" Type="http://schemas.openxmlformats.org/officeDocument/2006/relationships/slide" Target="slides/slide281.xml"/><Relationship Id="rId283" Type="http://schemas.openxmlformats.org/officeDocument/2006/relationships/slide" Target="slides/slide282.xml"/><Relationship Id="rId284" Type="http://schemas.openxmlformats.org/officeDocument/2006/relationships/slide" Target="slides/slide283.xml"/><Relationship Id="rId285" Type="http://schemas.openxmlformats.org/officeDocument/2006/relationships/slide" Target="slides/slide284.xml"/><Relationship Id="rId286" Type="http://schemas.openxmlformats.org/officeDocument/2006/relationships/slide" Target="slides/slide285.xml"/><Relationship Id="rId287" Type="http://schemas.openxmlformats.org/officeDocument/2006/relationships/slide" Target="slides/slide286.xml"/><Relationship Id="rId288" Type="http://schemas.openxmlformats.org/officeDocument/2006/relationships/slide" Target="slides/slide287.xml"/><Relationship Id="rId289" Type="http://schemas.openxmlformats.org/officeDocument/2006/relationships/slide" Target="slides/slide288.xml"/><Relationship Id="rId290" Type="http://schemas.openxmlformats.org/officeDocument/2006/relationships/slide" Target="slides/slide289.xml"/><Relationship Id="rId291" Type="http://schemas.openxmlformats.org/officeDocument/2006/relationships/slide" Target="slides/slide290.xml"/><Relationship Id="rId292" Type="http://schemas.openxmlformats.org/officeDocument/2006/relationships/slide" Target="slides/slide291.xml"/><Relationship Id="rId293" Type="http://schemas.openxmlformats.org/officeDocument/2006/relationships/slide" Target="slides/slide292.xml"/><Relationship Id="rId294" Type="http://schemas.openxmlformats.org/officeDocument/2006/relationships/slide" Target="slides/slide293.xml"/><Relationship Id="rId295" Type="http://schemas.openxmlformats.org/officeDocument/2006/relationships/slide" Target="slides/slide294.xml"/><Relationship Id="rId296" Type="http://schemas.openxmlformats.org/officeDocument/2006/relationships/slide" Target="slides/slide295.xml"/><Relationship Id="rId297" Type="http://schemas.openxmlformats.org/officeDocument/2006/relationships/slide" Target="slides/slide296.xml"/><Relationship Id="rId298" Type="http://schemas.openxmlformats.org/officeDocument/2006/relationships/slide" Target="slides/slide297.xml"/><Relationship Id="rId299" Type="http://schemas.openxmlformats.org/officeDocument/2006/relationships/slide" Target="slides/slide298.xml"/><Relationship Id="rId300" Type="http://schemas.openxmlformats.org/officeDocument/2006/relationships/slide" Target="slides/slide299.xml"/><Relationship Id="rId301" Type="http://schemas.openxmlformats.org/officeDocument/2006/relationships/slide" Target="slides/slide300.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की प्रमुख पर्वत श्रेणियों एवं उनकी उत्पत्ति से संबंधित निम्नलिखित कथनों पर विचार कीजिए: A. हिमालय, आल्प्स, एंडीज और रॉकी सभी अल्पाइन युगीन नवीन वलित पर्वत (Young Fold Mountains) हैं। B. एंडीज पर्वत श्रेणी दक्षिण अमेरिका के पश्चिमी तट पर उत्तर से दक्षिण दिशा में लगभग 7,200 किमी लंबाई में विस्तृत विश्व की सबसे लंबी पर्वत श्रृंखला है। C. वॉस्जेस (फ्रांस) और ब्लैक फॉरेस्ट (जर्मनी) भ्रंशोत्थ अथवा ब्लॉक पर्वत (Block Mountains) के प्रमुख उदाहरण हैं, जिनके मध्य राइन भ्रंश घाटी स्थित है। D. भारत की अरावली एवं उत्तरी अमेरिका की अप्लेशियन पर्वत श्रेणियां प्राचीन अवशिष्ट वलित पर्वत हैं जिनका निर्माण कैलिडोनियन/हर्सिनियन काल में हुआ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प्रस्तुत सभी चारों कथन भौगोलिक दृष्टि से पूर्णतः सत्य हैं। अल्पाइन भू-संचलन (टर्शियरी युग) के दौरान महाद्वीपीय प्लेटों के अभिसरण से हिमालय (यूरेशियन व भारतीय प्लेट), एंडीज (नाज्का व दक्षिण अमेरिकी प्लेट), रॉकी (प्रशांत व उत्तरी अमेरिकी प्लेट) तथा आल्प्स (अफ्रीकी व यूरेशियन प्लेट) का निर्माण हुआ। एंडीज पर्वतमाला 7,200 किमी विस्तार के साथ विश्व की सबसे लंबी पर्वत श्रृंखला है तथा इसकी सर्वोच्च चोटी अकांकागुआ (6,962 मी.) है। वॉस्जेस और ब्लैक फॉरेस्ट भ्रंश क्रिया (Faulting) के कारण उत्पन्न होर्स्ट पर्वत हैं जिनके मध्य से राइन भ्रंश घाटी गुजरती है। अरावली प्री-कैम्ब्रियन तथा अप्लेशियन पेलियोजोइक काल के प्राचीन पर्वत हैं जो अपरदन के बाद वर्तमान में अवशिष्ट रूप में विद्यमान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1/150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विश्व की प्रमुख पर्वत चोटियों को उनकी संबंधित श्रेणियों/देशों के साथ सुमेलित कीजिए: सूची-I: सूची-I: A. माउंट एवरेस्ट B. माउंट अकांकागुआ C. माउंट डेनाली (मैककिन्ले) D. माउंट किलिमंजारो सूची-II: 1. अलास्का श्रेणी (यू.एस.ए.) 2. एंडीज पर्वतमाला (अर्जेंटीना) 3. महालंगूर हिमालय (नेपाल-तिब्बत) 4. पूर्वी अफ्रीकी रिफ्ट (तंजानिया)</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03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2/150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B-2, C-1,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माउंट एवरेस्ट (8,848.86 मी.) हिमालय के महालंगूर हिमाल उप-भाग में नेपाल एवं चीन (तिब्बत) की सीमा पर स्थित विश्व की सर्वोच्च चोटी है। एंडीज पर्वतमाला की सर्वोच्च चोटी माउंट अकांकागुआ (6,962 मी.) अर्जेंटीना में स्थित है, जो एशिया के बाहर विश्व का सबसे ऊँचा पर्वत शिखर है। माउंट डेनाली (पूर्व नाम मैककिन्ले, 6,190 मी.) उत्तरी अमेरिका के अलास्का पर्वत श्रेणी में स्थित इस महाद्वीप की सर्वोच्च चोटी है। माउंट किलिमंजारो (5,895 मी.) तंजानिया में स्थित अफ्रीका महाद्वीप की सर्वोच्च चोटी तथा एक मृत ज्वालामुखी पर्वत है। अतः सही सुमेलन विकल्प A (A-3, B-2, C-1,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03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2/150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के प्रमुख पठारों एवं उनकी भू-आकृतिक विशेषताओं के संदर्भ में निम्नलिखित कथनों पर विचार कीजिए: A. तिब्बत का पठार दो वलित पर्वत श्रेणियों (उत्तर में कुनलुन और दक्षिण में हिमालय) के मध्य स्थित एक अंतरापर्वतीय पठार (Intermontane Plateau) है। B. पामीर का पठार लगभग 4,500-4,900 मीटर की औसत ऊँचाई के कारण 'विश्व की छत' कहलाता है, जहाँ विभिन्न पर्वत श्रेणियां एक गांठ (Knot) के रूप में मिलती हैं। C. दक्कन का पठार (भारत) क्रिटेशियस काल के शांत दरारी ज्वालामुखी उद्भेदन से निर्मित बेसाल्टिक लावा पठार का उत्कृष्ट उदाहरण है। D. कोलोराडो पठार (यू.एस.ए.) पर कोलोराडो नदी द्वारा निर्मित ग्रांड कैनियन विश्व का सबसे गहरा कैनियन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तिब्बत का पठार लगभग 25 लाख वर्ग किमी में विस्तृत विश्व का सबसे विशाल अंतरापर्वतीय पठार है, जो चारों ओर से पर्वत श्रृंखलाओं से घिरा है। पामीर की गांठ से हिमालय, काराकोरम, हिंदुकुश, तियानशान तथा कुनलुन पर्वत श्रेणियां निकलती हैं। दक्कन का पठार क्रिटेशियस युग में ज्वालामुखी लावा के निक्षेपण से निर्मित हुआ, जिसके अपक्षय से काली कपासी मृदा का निर्माण हुआ। कोलोराडो पठार पर कोलोराडो नदी ने अपरदन की क्रिया द्वारा 1.6 किमी से अधिक गहरी ग्रांड कैनियन घाटी का निर्माण किया है। अतः विकल्प C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3/150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विश्व के प्रमुख पठारों और उनसे संबंधित देशों/महाद्वीपों का सही सुमेलन कीजिए: सूची-I: सूची-I: A. अनातोलिया का पठार B. पेटागोनिया का पठार C. किम्बरले का पठार D. मेसेटा का पठार सूची-II: 1. स्पेन (आइबेरियन प्रायद्वीप) 2. उत्तर-पश्चिमी ऑस्ट्रेलिया 3. अर्जेंटीना (दक्षिण अमेरिका) 4. तुर्की (एशिया माइनर)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06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4/150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B-3, C-2,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अनातोलिया का पठार तुर्की (एशिया माइनर) में पोंटिक और टॉरस पर्वत श्रेणियों के मध्य स्थित एक प्रमुख अंतरापर्वतीय पठार है। पेटागोनिया का पठार अर्जेंटीना (दक्षिण अमेरिका) में एंडीज पर्वत के पूर्व में स्थित वृष्टि छाया एवं खनिज-समृद्ध गिरिपाद पठार है। किम्बरले का पठार उत्तर-पश्चिमी ऑस्ट्रेलिया में स्थित है, जो बॉक्साइट, लौह अयस्क और हीरों के निक्षेपों के लिए जाना जाता है। मेसेटा का पठार स्पेन के आंतरिक भाग में स्थित एक प्राचीन संप्राय पठार है जिस पर राजधानी मैड्रिड स्थित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06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4/150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के प्रमुख मरुस्थलों की उत्पत्ति एवं उनकी अवस्थिति के संबंध में निम्नलिखित कथनों पर विचार कीजिए: A. अधिकांश गर्म मरुस्थल दोनों गोलार्धों में 15° से 30° अक्षांशों के मध्य महाद्वीपों के पश्चिमी किनारों पर स्थित हैं। B. उपोष्ण उच्च वायुदाब पेटी में हवाओं के नीचे बैठने (Subsidence) के कारण यहाँ प्रति-चक्रवातीय दशाएं और स्थिरता उत्पन्न होती है। C. महाद्वीपों के पश्चिमी तटों पर बहने वाली ठंडी जलधाराएं (जैसे बेंगूएला, हम्बोल्ट, कैलिफोर्निया) तटीय वायु को ठंडा कर वाष्पीकरण को रोकती हैं। D. गोबी और लद्दाख मरुस्थल व्यापारिक पवनों के अपतटीय होने के कारण नहीं, बल्कि महाद्वीपीयता (Continentality) और वृष्टि-छाया प्रभाव के कारण बने शीतोष्ण/शीत मरुस्थल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08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5/150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सभी चारों कथन पूर्णतः सत्य हैं। विश्व के उष्ण कटिबंधीय मरुस्थल (सहारा, अटाकामा, नामीब, ग्रेट ऑस्ट्रेलियन, थार) महाद्वीपों के पश्चिमी भागों में 15°-30° अक्षांशों के मध्य पाए जाते हैं। इसके तीन प्रमुख भौगोलिक कारण हैं: 1. उपोष्ण उच्च दाब कटिबंध (Horse Latitudes) में वायु का नीचे बैठना जिससे बादलों का निर्माण नहीं होता, 2. व्यापारिक पवनों (Trade Winds) का पूर्व से पश्चिम बहते हुए आंतरिक भागों तक आते-आते शुष्क हो जाना, तथा 3. पश्चिमी तटों पर ठंडी समुद्री धाराओं का प्रवाह जिससे वायु में नमी धारण क्षमता घट जाती है। गोबी (चीन-मंगोलिया) और लद्दाख जैसे शीत मरुस्थल समुद्र से अत्यधिक दूरी तथा हिमालय/अल्ताई पर्वतों के वृष्टि छाया क्षेत्र में होने के कारण बने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08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5/150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विश्व के प्रमुख मरुस्थलों और उनके निर्माण में सहायक ठंडी समुद्री जलधाराओं का सही मिलान कीजिए: सूची-I: सूची-I: A. अटाकामा मरुस्थल B. नामीब मरुस्थल C. मोजावे एवं सोनोरन मरुस्थल D. पश्चिमी ऑस्ट्रेलियाई मरुस्थल सूची-II: 1. कैलिफोर्निया जलधारा 2. बेंगूएला जलधारा 3. हम्बोल्ट (पेरूवियन) जलधारा 4. पश्चिमी ऑस्ट्रेलियाई जलधारा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6/150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B-2, C-1,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अटाकामा मरुस्थल (चिली/पेरू) की अत्यधिक शुष्कता का प्रमुख कारण हम्बोल्ट (पेरू) की ठंडी जलधारा तथा एंडीज का वृष्टि छाया प्रभाव है। नामीब मरुस्थल (नामीबिया) दक्षिण-पश्चिम अफ्रीका में बेंगूएला ठंडी धारा के तटीय प्रभाव से निर्मित एक तटीय मरुस्थल है। उत्तरी अमेरिका का मोजावे एवं सोनोरन मरुस्थल कैलिफोर्निया की ठंडी जलधारा के प्रभाव क्षेत्र में स्थित है। ग्रेट विक्टोरिया एवं गिब्सन मरुस्थल पश्चिमी ऑस्ट्रेलिया की ठंडी जलधारा तथा उपोष्ण उच्च वायुदाब के कारण शुष्क बने हैं। अतः सही सुमेलन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6/150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के मैदानों (Plains) के प्रकार एवं उनकी उत्पत्ति से संबंधित निम्नलिखित कथनों पर विचार कीजिए: A. भारत-गंगा-ब्रह्मपुत्र का मैदान विश्व का सबसे बड़ा एवं सघन बसा जलोढ़ निक्षेपित मैदान (Alluvial Flood Plain) है। B. उत्तरी चीन का मैदान हवा द्वारा लाई गई महीन पीली गाद के निक्षेपण से बना विश्व प्रसिद्ध लोयस मैदान (Loess Plain) है। C. यूरोप का उत्तरी मैदान हिमानी निक्षेपों (Glacial Drift and Till) और नदी अपरदन के संयुक्त प्रभाव से निर्मित संरचनात्मक मैदान है। D. कास्ट मैदान (Karst Plains) चूना पत्थर चट्टानों के भूमिगत जल द्वारा घुलन क्रिया (Solution) और अपरदन से बनते हैं, जैसे यूगोस्लाविया का कार्स्ट क्षेत्र।</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and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11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7/150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and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दिए गए सभी कथन भौगोलिक रूप से सही हैं। नदीय निक्षेपण से बने जलोढ़ मैदान सर्वाधिक उपजाऊ होते हैं, जिसका सर्वोत्तम उदाहरण भारत-गंगा का विशाल मैदान है। चीन के शांसी और शेनसी प्रांतों में गोबी मरुस्थल से पवनों द्वारा उड़ाई गई बारीक धूल के जमाव से लोयस मैदान का निर्माण हुआ है। उत्तरी यूरोपीय मैदान (जर्मनी, पोलैंड, रूस) प्लीस्टोसीन हिमयुग के हिमोढ़ (Moraines) और नदियों के जलोढ़ से बना है। कार्स्ट मैदान चूना पत्थर वाले क्षेत्रों में जल की रासायनिक क्रिया (घुलन) द्वारा बनते हैं। अतः विकल्प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11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7/150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विभिन्न प्रकार के पर्वतों और उनके विश्व प्रसिद्ध उदाहरणों का सही सुमेलन कीजिए: सूची-I: सूची-I: A. वलित पर्वत (Fold Mountain) B. ब्लॉक पर्वत (Block Mountain) C. ज्वालामुखी पर्वत (Volcanic Mountain) D. अवशिष्ट पर्वत (Residual Mountain) सूची-II: 1. सिएरा नेवादा (कैलिफोर्निया, USA) 2. माउंट कोटोपैक्सी (इक्वाडोर) 3. यूराल पर्वत (रूस) 4. मोनैडनॉक एवं अरावली</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C-4,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12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8/150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C-2,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यूराल पर्वत यूरोप और एशिया की सीमा पर स्थित एक प्राचीन वलित पर्वत है (जबकि हिमालय व एंडीज नवीन वलित हैं)। सिएरा नेवादा (USA) विश्व का सबसे विस्तृत ब्लॉक पर्वत (फॉल्ट ब्लॉक) माना जाता है। इक्वाडोर में स्थित माउंट कोटोपैक्सी एंडीज पर्वतमाला का एक सक्रिय ज्वालामुखी शंकु पर्वत है। मोनैडनॉक (USA) और अरावली (भारत) कठोर प्रतिरोधी चट्टानों से निर्मित अवशिष्ट पर्वत हैं जो दीर्घकालिक अपरदन के पश्चात शेष बचे हैं। अतः विकल्प A (A-3, B-1, C-2, D-4)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12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8/150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के प्रमुख ज्वालामुखी पर्वतों एवं उनकी विशेषताओं के संदर्भ में निम्नलिखित कथनों पर विचार कीजिए: A. माउंट ओजोस डेल सालाडो (चिली-अर्जेंटीना सीमा) विश्व का सबसे ऊँचा सक्रिय ज्वालामुखी पर्वत (6,893 मी.) है। B. माउंट फ्यूजियामा (जापान) एक सुप्त/शंकुनुमा मिश्रित (Stratovolcano) ज्वालामुखी पर्वत है जो प्रशांत महासागरीय 'रिंग ऑफ फायर' में स्थित है। C. माउंट एटना और स्ट्रॉम्बोलि इटली में भूमध्य सागर में स्थित हैं; स्ट्रॉम्बोलि को 'भूमध्य सागर का प्रकाश स्तंभ' कहा जाता है। D. मौना लोआ और किलावा हवाई द्वीप (USA) पर स्थित क्षारीय एवं कम श्यानता वाले शील्ड ज्वालामुखी (Shield Volcanoes)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9/150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ओजोस डेल सालाडो एंडीज पर्वतमाला में स्थित विश्व का सर्वोच्च सक्रिय ज्वालामुखी है। फ्यूजियामा जापान का सर्वोच्च पर्वत है जो सममित सिंडर व लावा शंकु का सुंदर उदाहरण है। स्ट्रॉम्बोलि लिपारी द्वीप (भूमध्य सागर) पर स्थित है, जिससे निरंतर गैस और लावा प्रस्फुटित होने के कारण इसे 'Lighthouse of the Mediterranean' कहा जाता है। हवाई द्वीप के मौना लोआ और किलावा बेसाल्टिक शील्ड ज्वालामुखी हैं जिनका ढाल अत्यंत मंद होता है क्योंकि इनका लावा कम गाढ़ा (कम सिलिका युक्त)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9/150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विश्व के प्रमुख मरुस्थलों और उनकी भौगोलिक अवस्थिति का सही मिलान कीजिए: सूची-I: सूची-I: A. रब-अल-खाली मरुस्थल B. तकलामकान मरुस्थल C. चिहुआहुआन मरुस्थल D. ग्रेट सेंडी मरुस्थल सूची-II: 1. झिंजियांग बेसिन (चीन) 2. अरेबियन प्रायद्वीप (सऊदी अरब) 3. पश्चिमी ऑस्ट्रेलिया 4. उत्तरी मेक्सिको एवं दक्षिण-पश्चिमी USA</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10/150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रब-अल-खाली सऊदी अरब के दक्षिणी भाग में स्थित विश्व का सबसे बड़ा निर्बाध रेतीला मरुस्थल (Empty Quarter) है। तकलामकान मरुस्थल चीन के झिंजियांग प्रांत में तारिम बेसिन में तियानशान और कुनलुन पर्वतों के मध्य स्थित एक कठोर शीत मरुस्थल है। चिहुआहुआन मरुस्थल मेक्सिको के उत्तरी भाग और संयुक्त राज्य अमेरिका के टेक्सास/न्यू मेक्सिको में फैला उत्तरी अमेरिका का सबसे बड़ा मरुस्थल है। ग्रेट सेंडी मरुस्थल ऑस्ट्रेलिया के पश्चिमी पठारी भाग का प्रमुख रेतीला मरुस्थल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10/150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की प्रमुख पर्वत श्रेणियों की भौगोलिक स्थिति एवं विस्तार के संबंध में कौन से कथन सही हैं? A. यूराल पर्वत श्रेणी रूस में उत्तर से दक्षिण दिशा में विस्तृत होकर यूरोप और एशिया महाद्वीपों की प्राकृतिक सीमा निर्धारित करती है। B. ग्रेट डिवाइडिंग रेंज ऑस्ट्रेलिया के पूर्वी तट के समानांतर विस्तृत प्राचीन अवशिष्ट पर्वत श्रृंखला है। C. एटलस पर्वत उत्तर-पश्चिमी अफ्रीका (मोरक्को, अल्जीरिया, ट्यूनीशिया) में स्थित एक अल्पाइन वलित पर्वत श्रृंखला है। D. ड्रेकेन्सबर्ग पर्वत दक्षिण अफ्रीका एवं लेसोथो में स्थित एक प्रमुख पठारी कगारनुमा पर्वत श्रेणी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17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11/150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सभी चारों कथन पूर्णतः सही हैं। यूराल पर्वत 2,500 किमी लंबाई में आर्कटिक महासागर से कैस्पियन सागर की ओर फैला है और पारंपरिक रूप से यूरोप-एशिया विभाजन रेखा बनाता है। ग्रेट डिवाइडिंग रेंज ऑस्ट्रेलिया के पूर्वी तट पर केप यॉर्क प्रायद्वीप से तस्मानिया तक फैली है तथा इसकी सर्वोच्च चोटी माउंट कोसियुस्को (2,228 मी.) है। एटलस पर्वत भूमध्य सागर और सहारा मरुस्थल के मध्य स्थित वलित पर्वत है जिसकी सबसे ऊँची चोटी माउंट तौबकल है। ड्रेकेन्सबर्ग दक्षिण अफ्रीका की ग्रेट एस्कैर्पमेंट का सर्वोच्च भाग है जहाँ से ओरेंज और टुगेला नदियाँ निकलती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17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11/150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कौन सा युग्म सुमेलित नहीं है (पर्वत श्रेणी - सर्वोच्च शिखर)?</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आल्प्स पर्वत - मॉन्ट ब्लांक</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काकेशस पर्वत - माउंट एल्ब्रस</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रॉकी पर्वत - माउंट अल्बर्ट</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अप्लेशियन पर्वत - माउंट व्हिटनी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12/150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अप्लेशियन पर्वत - माउंट व्हिटनी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आल्प्स पर्वत - मॉन्ट ब्लांक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काकेशस पर्वत - माउंट एल्ब्रस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रॉकी पर्वत - माउंट अल्बर्ट</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अप्लेशियन पर्वत (पूर्वी उत्तरी अमेरिका) की सर्वोच्च चोटी माउंट मिशेल (2,037 मीटर, उत्तरी कैरोलिना) है, न कि माउंट व्हिटनी। माउंट व्हिटनी (4,421 मीटर) कैलिफोर्निया में सिएरा नेवादा पर्वत श्रेणी का सर्वोच्च शिखर है। आल्प्स पर्वत (यूरोप) का सर्वोच्च शिखर मॉन्ट ब्लांक (4,809 मी., फ्रांस-इटली सीमा) है। काकेशस पर्वत (रूस/जॉर्जिया सीमा) का सर्वोच्च शिखर माउंट एल्ब्रस (5,642 मी.) है जो संपूर्ण यूरोप की भी सर्वोच्च चोटी है। रॉकी पर्वत का सर्वोच्च शिखर माउंट अल्बर्ट (4,401 मी., कोलोराडो)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12/150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विश्व के प्रमुख अंतरापर्वतीय एवं लावा पठारों के संबंध में निम्नलिखित कथनों पर विचार कीजिए: A. बोलीविया का पठार एंडीज पर्वतमाला के मध्य स्थित है, जहाँ विश्व की सबसे ऊँची नौगम्य ताजे पानी की झील टिटिकाका स्थित है। B. कोलंबिया-स्नेक नदी का पठार (USA) बेसाल्टिक लावा के परत-दर-परत जमाव से बना ज्वालामुखी पठार है। C. अबीसीनिया (इथियोपिया) का पठार अफ्रीका का सबसे ऊँचा पठारी भाग है, जिसे 'अफ्रीका की छत' कहा जाता है। D. छोटानागपुर पठार (भारत) खनिजों की प्रचुरता के कारण 'भारत का रूर' कहलाता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21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13/150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बोलीवियाई पठार (Altiplano) तिब्बत के बाद विश्व का दूसरा सबसे बड़ा उच्च पठार है जहाँ 3,812 मी. ऊँचाई पर टिटिकाका झील स्थित है। संयुक्त राज्य अमेरिका के उत्तर-पश्चिम में कोलंबिया पठार लावा प्रवाह से निर्मित ट्रेप संरचना है। इथियोपियाई पठार औसत 2,000-2,500 मी. ऊँचाई के साथ अफ्रीका का सबसे ऊँचा पठारी प्रदेश है जहाँ से नीली नील (Blue Nile) का उद्गम होता है। छोटानागपुर पठार लौह अयस्क, कोयला, अभ्रक और बॉक्साइट का विशाल भंडार होने के कारण जर्मनी के रूर बेसिन की उपमा पाता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21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13/150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विश्व के प्रमुख मैदानों और उनकी उत्पत्ति/स्थान का सही सुमेलन कीजिए: सूची-I: सूची-I: A. कैंटबरी का मैदान B. पो नदी का मैदान (लोम्बार्डी) C. मंचूरिया का मैदान D. पम्पास का मैदान सूची-II: 1. उत्तरी इटली (जलोढ़ मैदान) 2. न्यूजीलैंड (साउथ आइलैंड) 3. अर्जेंटीना (शीतोष्ण उपजाऊ मैदान) 4. उत्तर-पूर्वी चीन (जलोढ़ व संप्राय मैदान)</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22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14/150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कैंटबरी का मैदान न्यूजीलैंड के दक्षिणी द्वीप के पूर्वी भाग में स्थित जलोढ़ मैदान है जो गेहूँ उत्पादन और चरागाहों के लिए प्रसिद्ध है। लोम्बार्डी का मैदान उत्तरी इटली में पो नदी और उसकी सहायक नदियों द्वारा निर्मित यूरोप का सर्वाधिक उपजाऊ चावल व गेहूँ उत्पादक मैदान है। मंचूरिया का मैदान उत्तर-पूर्वी चीन में अमूर, सुंगारी और लियाओ नदियों द्वारा निर्मित औद्योगिक व कृषि मैदान है। पम्पास अर्जेंटीना का समतल एवं अत्यधिक उपजाऊ चर्नोजेम मिट्टी युक्त मैदान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22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14/150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मरुस्थलों में पाई जाने वाली विशिष्ट भू-आकृतियों (Eolian Landforms) के संबंध में कौन से कथन सत्य हैं? A. इनसेलबर्ग (Inselberg) और छत्रक शिला (Mushroom Rock) पवन द्वारा अपरदन (Wind Erosion) से निर्मित स्थलरूप हैं। B. बरखान (Barchan) अर्धचंद्राकार बालूका स्तूप हैं जिनके सींग (Horns) पवन प्रवाह की दिशा में आगे की ओर निकले होते हैं। C. प्लाया (Playa) मरुस्थलीय अंतर्देशीय बेसिन में स्थित अस्थायी लवणीय झीलें होती हैं, जिन्हें अल्जीरिया-ट्यूनीशिया में 'शॉट' (Chott) कहा जाता है। D. हम्मादा (Hammada) पूरी तरह से रेतीला मरुस्थल होता है, जबकि एर्ग (Erg) पथरीला या चट्टानी मरुस्थल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15/150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D गलत है क्योंकि इसका विपरीत सही है: सहारा में पथरीले/चट्टानी मरुस्थल को 'हम्मादा' (Hammada), बजरी वाले कंकड़युक्त मरुस्थल को 'रेग' (Reg) तथा विशाल रेतीले समुद्र वाले मरुस्थल को 'एर्ग' (Erg) कहा जाता है। शेष तीनों कथन (A, B, C) पूर्णतः सही हैं। इनसेलबर्ग और छत्रक शिला पवन के अपघर्षण (Abrasion) से बनते हैं। बरखान पवन की दिशा के लंबवत बनने वाले गतिशील अर्धचंद्राकार टिब्बे हैं। प्लाया शुष्क बेसिनों में जल भराव के सूखने से बनी लवणीय क्षारीय सतह होती है जिसे सहारा में शॉट तथा अरब में सबखा (Sabkha) कहते हैं। अतः विकल्प A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15/150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विश्व का सबसे बड़ा शीत मरुस्थल (Cold Desert) और सबसे बड़ा गैर-ध्रुवीय (Non-Polar) शीत मरुस्थल क्रमशः कौन 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गोबी मरुस्थल एवं लद्दाख मरुस्थल</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अंटार्कटिका मरुस्थल एवं गोबी मरुस्थल</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ग्रीनलैंड मरुस्थल एवं पेटागोनिया मरुस्थल</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आर्कटिक मरुस्थल एवं तकलामकान मरुस्थल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825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16/150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अंटार्कटिका मरुस्थल एवं गोबी मरुस्थल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गोबी मरुस्थल एवं लद्दाख मरुस्थल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ग्रीनलैंड मरुस्थल एवं पेटागोनिया मरुस्थल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आर्कटिक मरुस्थल एवं तकलामकान मरुस्थल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अंटार्कटिका महाद्वीप लगभग 1.4 करोड़ वर्ग किमी क्षेत्रफल के साथ विश्व का सबसे बड़ा और सबसे ठंडा मरुस्थल है (ध्रुवीय मरुस्थल)। गैर-ध्रुवीय (Non-polar) महाद्वीपीय शीत मरुस्थलों की श्रेणी में गोबी मरुस्थल (चीन-मंगोलिया, लगभग 13 लाख वर्ग किमी) विश्व का सबसे बड़ा शीत मरुस्थल है। गोबी मरुस्थल में अत्यधिक वार्षिक तापांतर पाया जाता है और यहाँ दो कूबड़ वाले बैक्ट्रियन ऊँट (Bactrian Camels) पाए जाते हैं। सहारा विश्व का सबसे बड़ा उष्ण (Hot) मरुस्थल है। अतः विकल्प B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825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16/150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के प्रमुख पर्वतों की आयु एवं भू-वैज्ञानिक निर्माण काल (Orogeny) से संबंधित निम्नलिखित कथनों पर विचार कीजिए: A. कैलिडोनियन पर्वत निर्माण काल (सिल्यूरियन-डेवोनियन युग) में स्कॉटलैंड, स्कैंडिनेविया और अप्लेशियन के कुछ भागों का निर्माण हुआ। B. हर्सिनियन पर्वत निर्माण काल (कार्बोनिफेरस-पर्मियन युग) में यूराल, तियानशान, और अल्ताई पर्वतों की उत्पत्ति हुई। C. टर्शियरी (अल्पाइन) पर्वत निर्माण काल में विश्व के सर्वोच्च और सबसे नवीन वलित पर्वतों (हिमालय, रॉकी, एंडीज) की रचना हुई। D. प्री-कैम्ब्रियन काल के पर्वत (जैसे अरावली, कैनेडियन शील्ड) विश्व के प्राचीनतम संपीड़ित भू-खंड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3627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17/150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भू-गर्भिक इतिहास में पर्वतीकरण की चार प्रमुख अवस्थाएं रही हैं: 1. प्री-कैम्ब्रियन/लॉरेशियन युगीन (अरावली, फेनोस्कैंडिया, कैनेडियन शील्ड), 2. कैलिडोनियन हलचल (स्कैंडिनेविया, स्कॉटिश हाइलैंड्स), 3. हर्सिनियन/वेरिसकन हलचल (यूराल, वोसगेस, ब्लैक फॉरेस्ट, पेनाइंस), और 4. अल्पाइन हलचल (हिमालय, एंडीज, रॉकी, आल्प्स, काकेशस, एटलस)। अल्पाइन पर्वत सबसे युवा और ऊँचे हैं क्योंकि ये विवर्तनिक रूप से अभी भी सक्रिय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3627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17/150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विश्व के प्रसिद्ध पर्वतों और उनकी अवस्थिति वाले देशों का सही सुमेलन कीजिए: सूची-I: सूची-I: A. ड्रेकेन्सबर्ग पर्वत B. दक्षिणी आल्प्स (Southern Alps) C. पेनाइन पर्वत (Pennines) D. सिएरा माद्रे पर्वत सूची-II: 1. यूनाइटेड किंगडम (इंग्लैंड) 2. दक्षिण अफ्रीका 3. मेक्सिको 4. न्यूजीलैंड</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4429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18/150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ड्रेकेन्सबर्ग पर्वत दक्षिण अफ्रीका एवं लेसोथो में स्थित है। दक्षिणी आल्प्स (Southern Alps) न्यूजीलैंड के दक्षिणी द्वीप में स्थित एक बर्फ से ढकी वलित पर्वत श्रेणी है जिसका सर्वोच्च शिखर माउंट कुक (अओराकी) है। पेनाइन पर्वत श्रृंखला इंग्लैंड (UK) की रीढ़ कहलाती है जो उत्तर से दक्षिण विस्तृत है। सिएरा माद्रे (ओरिएंटल एवं ऑक्सीडेंटल) मेक्सिको की प्रमुख पर्वत श्रृंखलाएं हैं जो मेक्सिको के केंद्रीय पठार को घेरती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4429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18/150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के प्रमुख पठारों और उनसे संबंधित आर्थिक/खनिज विशेषताओं के संदर्भ में निम्नलिखित कथनों पर विचार कीजिए: A. ब्राजील का पठार लौह अयस्क (इटाबिरा खदान) और मैंगनीज के विशाल भंडारों के लिए विश्वप्रसिद्ध है। B. पश्चिम ऑस्ट्रेलियाई पठार (पिलबारा क्षेत्र) विश्व में उच्च श्रेणी के लौह अयस्क और सोने की खानों (कालगूर्ली-कूलगार्डी) के लिए जाना जाता है। C. कटंगा पठार (कांगो/जाम्बिया) विश्व के सबसे समृद्ध तांबा एवं कोबाल्ट उत्पादक बेल्ट (Copperbelt) का हिस्सा है। D. पोटोसी का पठार (बोलीविया) ऐतिहासिक रूप से चांदी (Silver) और टिन के प्रचुर उत्पादन के लिए विख्यात रहा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5230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19/150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ब्राजीलियन शील्ड/पठार का इटाबिरा क्षेत्र विश्व के उच्चतम ग्रेड के हेमेटाइट लौह अयस्क का स्रोत है। पश्चिमी ऑस्ट्रेलियाई शील्ड का पिलबारा क्षेत्र लौह अयस्क तथा कालगूर्ली-कूलगार्डी क्षेत्र सोने के खनन हेतु विख्यात है। मध्य अफ्रीका का कटंगा पठार दुनिया के 60% से अधिक कोबाल्ट और भारी मात्रा में तांबे का भंडार रखता है। बोलीविया में पोटोसी का सेरो रिको पर्वत पठारी भाग में चांदी का विश्व का सबसे बड़ा एकल भंडार रहा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5230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19/150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कौन सी पर्वत श्रेणी एशिया और यूरोप के मध्य सीमा नहीं बनाती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यूराल पर्वत (Ural Mountains)</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काकेशस पर्वत (Caucasus Mountains)</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कार्पेथियन पर्वत (Carpathian Mountains)</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यूराल नदी बेसिन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032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20/150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कार्पेथियन पर्वत (Carpathian Mountains)</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यूराल पर्वत (Ural Mountains)</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काकेशस पर्वत (Caucasus Mountains)</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यूराल नदी बेसिन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कार्पेथियन पर्वत पूरी तरह से मध्य एवं पूर्वी यूरोप (रोमानिया, यूक्रेन, पोलैंड, स्लोवाकिया) में स्थित एक चापाकार पर्वत श्रृंखला है; यह यूरोप और एशिया के मध्य सीमा नहीं बनाती। यूरोप और एशिया के मध्य पारंपरिक प्राकृतिक सीमा बनाने वाले भौगोलिक तत्वों में: उत्तर में यूराल पर्वत, यूराल नदी, कैस्पियन सागर, काकेशस पर्वत श्रृंखला (काला सागर और कैस्पियन सागर के मध्य), काला सागर, बोस्फोरस जलडमरूमध्य और मरमरा सागर शामिल हैं। अतः विकल्प C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032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20/150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विश्व के प्रमुख मरुस्थलों में निवास करने वाली पारंपरिक जनजातियों और उनकी जीवनशैली के संबंध में कौन से युग्म सही हैं? A. बद्दू (Bedouin) - अरब मरुस्थल के खानाबदोश चरवाहे जो ऊँट पालन करते हैं। B. बुशमैन या सैन (San/Bushmen) - कालाहारी मरुस्थल (बोत्सवाना, नामीबिया) के शिकारी-संग्राहक। C. तुआरेग (Tuareg) - सहारा मरुस्थल के नीलवर्णी वस्त्रधारी ऊँट चरवाहे व व्यापारिक कारवां संचालक। D. बिंदिबू/एबोरिजिनल (Aborigines) - पश्चिमी ऑस्ट्रेलियाई मरुस्थल के मूल निवासी।</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834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21/150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युग्म पूर्णतः सही हैं। बद्दू जनजाति अरब के शुष्क क्षेत्रों में तंबू बनाकर रहने वाले पारंपरिक पशुपालक हैं। बुशमैन कालाहारी के अर्ध-शुष्क भागों में शुतुरमुर्ग के अंडों में जल संचित करने तथा तीर-कमान से शिकार करने के लिए जाने जाते हैं। तुआरेग सहारा मरुस्थल के बर्बर मूल के खानाबदोश हैं जिन्हें 'Blue Men of Sahara' कहा जाता है। ऑस्ट्रेलियाई एबोरिजिनल (बिंदिबू) ग्रेट विक्टोरिया और गिब्सन मरुस्थल में बूमरैंग का उपयोग करने वाले प्राचीन शिकारी समुदाय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834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21/150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विभिन्न महाद्वीपों के सर्वोच्च पर्वत शिखरों (Seven Summits) का सही सुमेलन कीजिए: सूची-I: सूची-I: A. एशिया B. अफ्रीका C. यूरोप D. अंटार्कटिका सूची-II: 1. माउंट विंसन मैसिफ 2. माउंट एवरेस्ट 3. माउंट किलिमंजारो 4. माउंट एल्ब्रस</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7635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22/150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C-4,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C-3,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महाद्वीपों के सर्वोच्च शिखरों में: एशिया का माउंट एवरेस्ट (8,848.86 मी.), अफ्रीका का माउंट किलिमंजारो (5,895 मी., तंजानिया), यूरोप का माउंट एल्ब्रस (5,642 मी., रूस-काकेशस), अंटार्कटिका का विंसन मैसिफ (4,892 मी.), उत्तरी अमेरिका का माउंट डेनाली (6,190 मी.), दक्षिण अमेरिका का माउंट अकांकागुआ (6,962 मी.) और ओशिनिया/ऑस्ट्रेलिया का माउंट पुंकक जाया / कोसियुस्को हैं। अतः सही कूट विकल्प A (A-2, B-3, C-4, D-1)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7635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22/150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के मैदानों के आर्थिक एवं जनसांख्यिकीय महत्व से संबंधित निम्नलिखित कथनों पर विचार कीजिए: A. विश्व की 70% से अधिक मानव आबादी मैदानी भागों में निवास करती है क्योंकि ये कृषि, परिवहन और नगरीकरण हेतु सर्वाधिक सुगम हैं। B. मिसिसिपी-मिसौरी का मैदान संयुक्त राज्य अमेरिका की 'मक्का पेटी' (Corn Belt) और 'कपास पेटी' का मुख्य आधार है। C. यूक्रेन और रूस का काली मिट्टी वाला मैदान (Chernozem Plains) विश्व का प्रमुख गेहूँ और सूरजमुखी उत्पादक क्षेत्र है। D. अमेजन का जलोढ़ मैदान सघन भूमध्यरेखीय वनों (सेल्वास) और दलदली जलवायु के कारण विश्व में न्यूनतम जनसंख्या घनत्व वाले क्षेत्रों में शामिल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437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23/150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मैदानी क्षेत्र उपजाऊ मृदा, समतल धरातल और जल की सुलभता के कारण 'सभ्यताओं के पालने' रहे हैं और सर्वाधिक जनसंख्या धारण करते हैं। मिसिसिपी बेसिन का मध्यवर्ती मैदान अमेरिकी कृषि का केंद्र है। यूक्रेन और दक्षिणी रूस का स्टेपी-चेरनोज़ेम क्षेत्र अपनी अत्यधिक जैविक ह्यूमस युक्त काली मिट्टी के कारण उच्च कृषि उत्पादकता रखता है। इसके विपरीत, अमेजन मैदान उच्च ताप, दैनिक संवहनीय वर्षा और सघन वनों (Selvas) के कारण प्रतिकूल जलवायु वाला विरल आबादी क्षेत्र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437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23/150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'अल्टाविस्टा' या 'अल्टीप्लानो' (Altiplano) शब्दावली भूगोल में किसके लिए प्रयुक्त होती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मध्य अमेरिका के तटीय निचले मैदान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एंडीज पर्वतमाला में स्थित पेरू-बोलीविया का उच्च अंतरापर्वतीय पठार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सहारा मरुस्थल का चट्टानी पठारी भाग</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साइबेरिया का दलदली टुंड्रा मैदान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923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24/150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एंडीज पर्वतमाला में स्थित पेरू-बोलीविया का उच्च अंतरापर्वतीय पठार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मध्य अमेरिका के तटीय निचले मैदान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सहारा मरुस्थल का चट्टानी पठारी भाग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साइबेरिया का दलदली टुंड्रा मैदान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अल्टीप्लानो (Altiplano) दक्षिण अमेरिका में एंडीज पर्वतमाला के मध्य पेरू, बोलीविया और उत्तरी चिली में स्थित एक विस्तृत एवं ऊँचा अंतरापर्वतीय पठार है। इसकी औसत ऊँचाई लगभग 3,750 मीटर है। तिब्बत के पठार के बाद यह पृथ्वी पर दूसरा सबसे विस्तृत उच्च पठार है। इसी पठार पर बोलीविया की प्रशासनिक राजधानी ला पाज तथा टिटिकाका और पोपो (Poopo) झीलें स्थित हैं। यह क्षेत्र टिन, चांदी और लिथियम (सालार दे उयूनी) का विश्व का सबसे बड़ा भंडार है। अतः विकल्प B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923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24/150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के प्रमुख मरुस्थलों एवं उनकी विशिष्ट पहचान के संबंध में निम्नलिखित कथनों पर विचार कीजिए: A. अटाकामा मरुस्थल में स्थित 'अरिका' (Arica) को पृथ्वी का सबसे शुष्कतम स्थान माना जाता है, जहाँ प्राकृतिक सोडियम नाइट्रेट (चिली साल्टपीटर) के विशाल भंडार हैं। B. नामीब मरुस्थल विश्व के सबसे ऊँचे बालू के टिब्बों (Sossusvlei Dunes) के लिए जाना जाता है जो 300 मीटर से भी अधिक ऊँचे हैं। C. थार मरुस्थल विश्व के सभी मरुस्थलों में सर्वाधिक जनसंख्या घनत्व (लगभग 83 व्यक्ति/वर्ग किमी) एवं जैव विविधता वाला मरुस्थल है। D. दश्त-ए-कबीर और दश्त-ए-लुत ईरान के प्रमुख लवणीय एवं पथरीले मरुस्थल हैं, जहाँ दश्त-ए-लुत में उपग्रह द्वारा पृथ्वी का सर्वाधिक सतह तापमान दर्ज किया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040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25/150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सभी चारों कथन पूर्णतः सत्य हैं। चिली का अटाकामा मरुस्थल शुष्कता और नाइट्रेट/आयोडीन/तांबे के भंडारों के लिए प्रसिद्ध है। नामीबिया का नामीब मरुस्थल अटलांटिक तट पर विशाल लाल बालू के टिब्बों के लिए यूनेस्को धरोहर है। भारत-पाक का थार मरुस्थल विश्व का सबसे अधिक आबादी वाला मरुस्थल है जहाँ पशुपालन और सौर ऊर्जा का तेजी से विकास हो रहा है। ईरान के केंद्रीय पठार पर स्थित दश्त-ए-लुत का तापमान नासा के मॉडिस उपग्रह द्वारा 70.7°C तक मापा गया था।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040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25/150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विश्व की प्रमुख पर्वत श्रेणियों और उनकी सर्वोच्च चोटियों का सही मिलान कीजिए: सूची-I: सूची-I: A. आल्प्स पर्वत B. काकेशस पर्वत C. एंडीज पर्वत D. ग्रेट डिवाइडिंग रेंज सूची-II: 1. माउंट अकांकागुआ 2. मॉन्ट ब्लांक 3. माउंट कोसियुस्को 4. माउंट एल्ब्रस</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842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26/150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आल्प्स पर्वत (यूरोप) का सर्वोच्च शिखर मॉन्ट ब्लांक (4,809 मी.) है। काकेशस पर्वत (रूस/यूरोप) का सर्वोच्च शिखर माउंट एल्ब्रस (5,642 मी.) है। एंडीज पर्वत (दक्षिण अमेरिका) की सर्वोच्च चोटी माउंट अकांकागुआ (6,962 मी.) है। ग्रेट डिवाइडिंग रेंज (ऑस्ट्रेलिया) का सर्वोच्च शिखर माउंट कोसियुस्को (2,228 मी.)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842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26/150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के प्रमुख भ्रंशोत्थ (Block Mountains) और उनकी घाटियों के संबंध में निम्नलिखित कथनों पर विचार कीजिए: A. राइन भ्रंश घाटी के पश्चिम में वोसगेस पर्वत (फ्रांस) और पूर्व में ब्लैक फॉरेस्ट पर्वत (जर्मनी) स्थित हैं। B. जॉर्डन भ्रंश घाटी (Jordan Rift Valley) विश्व की सबसे गहरी भ्रंश घाटी है, जिसके तल पर मृत सागर (Dead Sea) स्थित है। C. महान अफ्रीकी भ्रंश घाटी (Great African Rift Valley) लेबनान से लेकर मोजाम्बिक तक लगभग 6,000 किमी लंबाई में विस्तृत है। D. ब्लॉक पर्वत के ऊपर उठे हुए भाग को 'होर्स्ट' (Horst) तथा नीचे धँसे हुए भाग को 'ग्राबेन' (Graben) कहा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1643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27/150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तनावमूलक विवर्तनिक बलों के कारण जब दो समानांतर भ्रंशों के मध्य का भाग धँस जाता है तो ग्राबेन (रिफ्ट वैली) बनती है तथा किनारे के उठे भाग होर्स्ट (ब्लॉक पर्वत) कहलाते हैं। राइन घाटी इसका आदर्श यूरोपीय उदाहरण है। जॉर्डन रिफ्ट घाटी समुद्र तल से लगभग 430 मीटर नीचे स्थित पृथ्वी का सबसे निचला स्थल बिंदु (मृत सागर) बनाती है। पूर्वी अफ्रीकी रिफ्ट प्रणाली विश्व की सबसे विशाल महाद्वीपीय भ्रंश घाटी है जिसमें टंगानिका, मलावी और अल्बर्ट जैसी गहरी रिफ्ट झीलें स्थित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1643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27/150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संयुक्त राज्य अमेरिका के कैलिफोर्निया में स्थित 'डेथ वैली' (Death Valley/मृत घाटी) भौगोलिक दृष्टि से किसका उदाहरण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हिमानी निर्मित यू-आकार की घाटी</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एक गहरी अभिनतिक घाटी</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एक विवर्तनिक भ्रंश घाटी (Rift Valley/Graben)</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ज्वालामुखी काल्डेरा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24454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28/150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एक विवर्तनिक भ्रंश घाटी (Rift Valley/Graben)</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हिमानी निर्मित यू-आकार की घाटी</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एक गहरी अभिनतिक घाटी</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ज्वालामुखी काल्डेरा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डेथ वैली कैलिफोर्निया (USA) के मोजावे मरुस्थल में स्थित एक विवर्तनिक भ्रंश घाटी (Graben) है। यह समुद्र तल से 86 मीटर (282 फीट) नीचे स्थित उत्तरी अमेरिका का सबसे निचला, सबसे गर्म and सबसे शुष्क बिंदु है। यहाँ 1913 में फर्नेस क्रीक पर 56.7°C का उच्चतम वायु तापमान दर्ज किया गया था। यह घाटी सिएरा नेवादा और बेसिन-रेंज प्रांत के मध्य भ्रंशन (Faulting) के कारण भूखंड के नीचे धँसने से बनी है। अतः विकल्प C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24454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28/150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के प्रमुख पठारों के भौगोलिक वर्गीकरण के संबंध में निम्नलिखित कथनों पर विचार कीजिए: A. गुंबदाकार पठार (Domed Plateaus) भू-पटल में ऊपर उठने वाले वलन से बनते हैं, जैसे अमेरिका का ओजार्क पठार। B. पिडमॉन्ट या गिरिपाद पठार (Piedmont Plateaus) एक ओर पर्वत और दूसरी ओर मैदान या समुद्र से घिरे होते हैं, जैसे पेटागोनिया का पठार। C. तटीय पठार (Coastal Plateaus) समुद्र तट के समीप स्थित होते हैं, जैसे भारत का कोरोमंडल तटीय पठारी क्षेत्र। D. तिब्बत और बोलीविया के पठार अंतरापर्वतीय पठारों के प्रमुख वैश्विक उदाहरण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3247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29/150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सही हैं। पठारों को उनकी स्थिति और उत्पत्ति के आधार पर वर्गीकृत किया जाता है: 1. अंतरापर्वतीय पठार (चारों ओर पर्वतों से घिरे - तिब्बत, बोलीविया, अनातोलिया), 2. गिरिपाद पठार (पर्वत की तलहटी में - पेटागोनिया, यूएसए का पिडमॉन्ट पठार), 3. गुंबदाकार पठार (ऊपर उठे गुंबद - ओजार्क, छोटानागपुर का राँची पठार), और 4. लावा पठार (दक्कन, कोलंबिया)।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3247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29/150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विश्व के प्रमुख मरुस्थलों और उनके प्रकार/प्रकृति का सही सुमेलन कीजिए: सूची-I: सूची-I: A. सहारा मरुस्थल B. गोबी मरुस्थल C. अटाकामा मरुस्थल D. पेटागोनिया मरुस्थल सूची-II: 1. वृष्टि-छाया जनित समशीतोष्ण शीत मरुस्थल 2. उपोष्ण कटिबंधीय विशाल उष्ण मरुस्थल 3. तटीय अति-शुष्क मरुस्थल 4. महाद्वीपीय शीत मरुस्थल</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C-3,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30/150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C-3,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C-3,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सहारा मरुस्थल उत्तरी अफ्रीका में स्थित उपोष्ण कटिबंधीय विशाल उष्ण मरुस्थल है। गोबी मरुस्थल मध्य एशिया (चीन-मंगोलिया) में समुद्र से अत्यधिक दूरी के कारण बना महाद्वीपीय शीत मरुस्थल है। अटाकामा मरुस्थल दक्षिण अमेरिका के पश्चिमी तट पर हम्बोल्ट धारा द्वारा निर्मित तटीय अति-शुष्क मरुस्थल है। पेटागोनिया मरुस्थल अर्जेंटीना में एंडीज पर्वत के पूर्व में स्थित वृष्टि-छाया जनित समशीतोष्ण शीत मरुस्थल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30/150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की प्रमुख नदियों एवं उनके अपवाह तंत्र के संबंध में निम्नलिखित कथनों पर विचार कीजिए: A. नील नदी (6,650 किमी) विश्व की सबसे लंबी नदी है जो पूर्वी अफ्रीका की विक्टोरिया झील से निकलकर भूमध्य सागर में चापाकार डेल्टा बनाती है। B. अमेजन नदी जल विसर्जन (Discharge) और अपवाह बेसिन (लगभग 70 लाख वर्ग किमी) की दृष्टि से विश्व की सबसे बड़ी नदी है। C. कांगो (जायरे) नदी विषुवत रेखा (Equator) को दो बार पार करने वाली विश्व की एकमात्र प्रमुख नदी है। D. लिम्पोपो नदी (दक्षिणी अफ्रीका) मकर रेखा (Tropic of Capricorn) को दो बार पार करती है और हिंद महासागर में गिरती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850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31/150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पूर्णतः सत्य हैं। नील नदी अफ्रीका के 11 देशों से बहती हुई भूमध्य सागर में गिरती है। अमेजन नदी एंडीज पर्वत (पेरू) से निकलकर अटलांटिक महासागर में गिरती है और विश्व के कुल नदीय जल प्रवाह का लगभग 20% अकेले वहन करती है। मध्य अफ्रीका की कांगो नदी विषुवत रेखा को दो बार काटती है तथा जल प्रवाह में अमेजन के बाद विश्व में दूसरे स्थान पर है। दक्षिणी अफ्रीका की लिम्पोपो नदी मकर रेखा को दो बार काटती हुई मोजाम्बिक के निकट हिंद महासागर में विसर्जित होती है। अतः विकल्प C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850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31/150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विश्व की प्रमुख नदियों और उनके मुहाने (जल विसर्जन स्थल) का सही सुमेलन कीजिए: सूची-I: सूची-I: A. वोल्गा नदी B. डेन्यूब नदी C. राइन नदी D. मिसिसिपी नदी सूची-II: 1. उत्तरी सागर (North Sea) 2. मेक्सिको की खाड़ी (Gulf of Mexico) 3. कैस्पियन सागर 4. काला सागर (Black Sea)</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56519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32/150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C-1,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वोल्गा नदी (3,531 किमी) यूरोप की सबसे लंबी नदी है जो रूस में बहती हुई अंतर्देशीय स्थल-रुद्ध कैस्पियन सागर में गिरती है। डेन्यूब नदी (2,850 किमी) यूरोप के 10 देशों से प्रवाहित होकर काला सागर में गिरती है। राइन नदी स्विट्जरलैंड, जर्मनी, फ्रांस और नीदरलैंड होते हुए यूरोप के व्यस्ततम जलमार्ग के रूप में उत्तरी सागर (रॉटरडैम के निकट) में गिरती है। मिसिसिपी-मिसौरी नदी प्रणाली उत्तरी अमेरिका की सबसे लंबी नदी है जो मेक्सिको की खाड़ी में पक्षी-पाद (Bird-foot) डेल्टा बनाती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56519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32/150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उत्तरी अमेरिका की 'महान झीलों' (Great Lakes) की भौगोलिक विशेषताओं के संबंध में निम्नलिखित कथनों पर विचार कीजिए: A. ग्रेट लेक्स पश्चिम से पूर्व की ओर क्रमशः सुपीरियर, मिशिगन, ह्यूरॉन, ईरी और ओंटारियो के क्रम में विस्तृत हैं। B. लेक सुपीरियर क्षेत्रफल की दृष्टि से विश्व की सबसे बड़ी ताजे/मीठे पानी की झील है जो USA और कनाडा की सीमा पर स्थित है। C. मिशिगन झील पाँचों झीलों में से एकमात्र ऐसी झील है जो पूर्णतः संयुक्त राज्य अमेरिका के क्षेत्र में स्थित है। D. विश्व प्रसिद्ध नियाग्रा जलप्रपात (Niagara Falls) ईरी और ओंटारियो झीलों को जोड़ने वाली नियाग्रा नदी पर स्थित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and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6453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33/150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and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प्रस्तुत सभी चारों कथन भौगोलिक दृष्टि से सत्य हैं। ग्रेट लेक्स हिमानी अपरदन द्वारा निर्मित ताजे पानी की विशाल झीलें हैं। पश्चिम से पूर्व इनका क्रम: सुपीरियर → मिशिगन → ह्यूरॉन → ईरी → ओंटारियो है। सुपीरियर (82,100 वर्ग किमी) विश्व की सबसे बड़ी मीठे पानी की झील है। सुपीरियर और ह्यूरॉन को 'सू नहर' (Soo Canal) जोड़ती है। मिशिगन पूरी तरह USA में है जिसके तट पर शिकागो शहर स्थित है। ईरी और ओंटारियो के मध्य नियाग्रा जलप्रपात स्थित है तथा ओंटारियो से सेंट लॉरेंस नदी निकलकर अटलांटिक महासागर में गिरती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6453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33/150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विश्व की प्रमुख झीलों और उनकी विशिष्ट भौगोलिक पहचान का सही मिलान कीजिए: सूची-I: सूची-I: A. कैस्पियन सागर B. बैकाल झील C. टिटिकाका झील D. टंगानिका झील सूची-II: 1. विश्व की सबसे गहरी झील (1,642 मी.) 2. विश्व की सबसे बड़ी झील (क्षेत्रफल व आयतन) 3. विश्व की दूसरी सबसे गहरी एवं सबसे लंबी मीठे पानी की झील 4. विश्व की सर्वोच्च नौगम्य झील (3,812 मी.)</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255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34/150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कैस्पियन सागर (3.71 लाख वर्ग किमी) विश्व की सबसे बड़ी झील/आंतरिक सागर है। बैकाल झील (रूस के साइबेरिया में) 1,642 मीटर गहराई के साथ विश्व की सबसे गहरी और प्राचीनतम मीठे पानी की झील है, जिसमें विश्व के गैर-हिमानी तरल ताजे पानी का 20% संचित है। टिटिकाका झील (पेरू-बोलीविया सीमा) 3,812 मीटर ऊँचाई पर स्थित विश्व की सबसे ऊँची नौगम्य झील है। टंगानिका झील (पूर्वी अफ्रीका) 1,470 मीटर गहराई के साथ बैकाल के बाद विश्व की दूसरी सबसे गहरी झील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255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34/150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की झीलों की लवणता (Salinity) और उनके पर्यावरण के संदर्भ में निम्नलिखित कथनों पर विचार कीजिए: A. तुर्की की वान झील (Lake Van) लगभग 330‰ (प्रति हजार) लवणता के साथ विश्व की सर्वाधिक लवणीय झीलों में प्रमुख है। B. मृत सागर (Dead Sea - जॉर्डन/इजराइल) लगभग 240-300‰ लवणता रखता है तथा यह पृथ्वी का निम्नतम स्थल बिंदु (समुद्र तल से -430 मी.) है। C. ग्रेट साल्ट लेक (Great Salt Lake) संयुक्त राज्य अमेरिका के यूटा राज्य में स्थित एक बंद बेसिन लवणीय झील है। D. अरल सागर (कजाकिस्तान-उज्बेकिस्तान) अपनी सहायक नदियों (अमू दरिया और सिर दरिया) के जल विपथन के कारण 90% से अधिक सूख चुका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0568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35/150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पूर्णतः सत्य हैं। वान झील (तुर्की) विश्व की उच्चतम लवणता (330‰) वाली झीलों में प्रथम है। मृत सागर की अत्यधिक लवणता के कारण इसका घनत्व इतना अधिक है कि इसमें मनुष्य आसानी से तैर सकता है और कोई मछली जीवित नहीं रह सकती। ग्रेट साल्ट लेक प्राचीन बोनविले झील का अवशेष है। अरल सागर सोवियत काल में कपास की खेती हेतु अमू दरिया व सिर दरिया के पानी को मोड़ने के कारण सूख गया, जो 20वीं सदी की सबसे बड़ी मानव-निर्मित पारिस्थितिक त्रासदी मानी जाती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0568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35/150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कौन सी नदी विश्व की सबसे व्यस्त व्यापारिक अंतर्देशीय जलमार्गीय नदी (Busiest Inland Waterway River) मानी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डेन्यूब नदी</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राइन नदी</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मिसिसिपी नदी</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यांग्त्जी नदी</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858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36/150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राइन नदी</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डेन्यूब नदी</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मिसिसिपी नदी</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यांग्त्जी नदी</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राइन नदी (Rhine River) यूरोप और विश्व की सबसे व्यस्त व्यावसायिक जलमार्गीय नदी है। यह स्विट्जरलैंड के आल्प्स से निकलकर फ्रांस और जर्मनी की सीमा बनाती हुई नीदरलैंड के रॉटरडैम बंदरगाह के समीप उत्तरी सागर में गिरती है। इसके बेसिन में यूरोप का विशाल कोयला व औद्योगिक केंद्र (जैसे जर्मनी का रूर क्षेत्र) स्थित है। राइन-मेन-डेन्यूब नहर के माध्यम से यह उत्तरी सागर को काला सागर से भी जोड़ती है। डेन्यूब सबसे अधिक देशों (10 देशों) से गुजरने वाली अंतरराष्ट्रीय नदी है, जबकि यांग्त्जी चीन का प्रमुख जलमार्ग है। अतः विकल्प B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858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36/150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अफ्रीका की महान रिफ्ट घाटी की झीलों (African Great Lakes) के संबंध में निम्नलिखित कथनों पर विचार कीजिए: A. विक्टोरिया झील सतह क्षेत्रफल के आधार पर अफ्रीका की सबसे बड़ी झील है जो युगांडा, केन्या और तंजानिया की सीमाओं पर स्थित है। B. विक्टोरिया झील भ्रंश घाटी (Rift Valley) के अंदर स्थित नहीं है, बल्कि दो भ्रंश शाखाओं के मध्य एक उथले अवसादी बेसिन में स्थित है। C. विक्टोरिया झील से श्वेत नील (White Nile) नदी का उद्गम होता है। D. मलावी (न्यासा) और अल्बर्ट झीलें पूर्वी अफ्रीकी भ्रंश घाटी में स्थित गहरी विवर्तनिक झीलें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96600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37/150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विक्टोरिया झील (लगभग 68,800 वर्ग किमी) विश्व की तीसरी सबसे बड़ी तथा अफ्रीका की सबसे बड़ी झील है। एक अत्यंत महत्वपूर्ण तथ्य यह है कि पूर्वी अफ्रीकी भ्रंश घाटी की अन्य झीलों (टंगानिका, मलावी, अल्बर्ट, एडवर्ड) के विपरीत विक्टोरिया झील भ्रंश घाटी की गर्त में न होकर दोनों भ्रंश रेखाओं के मध्य के अवतलन बेसिन में स्थित एक अपेक्षाकृत उथली (अधिकतम गहराई मात्र 84 मी.) झील है। यह श्वेत नील नदी का प्राथमिक स्रोत है। अतः विकल्प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96600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37/150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विश्व की प्रमुख नदियों और उन पर स्थित प्रसिद्ध जलप्रपातों (Waterfalls) का सही मिलान कीजिए: सूची-I: सूची-I: A. विक्टोरिया जलप्रपात B. एंजिल जलप्रपात C. इगुआज़ू जलप्रपात D. नियाग्रा जलप्रपात सूची-II: 1. नियाग्रा नदी (USA-कनाडा) 2. जाम्बेजी नदी (जाम्बिया-जिम्बाब्वे सीमा) 3. चुंगुरु नदी / कैरोनी नदी की सहायक (वेनेजुएला) 4. इगुआज़ू नदी / पराना बेसिन (ब्राजील-अर्जेंटीना सीमा)</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4617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38/150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C-4,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C-3,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जाम्बेजी नदी पर स्थित विक्टोरिया जलप्रपात को स्थानीय भाषा में 'मोसी-ओआ-तुन्या' (The Smoke that Thunders) कहा जाता है। एंजिल जलप्रपात (979 मीटर ऊँचा) वेनेजुएला में कैनाइमा राष्ट्रीय उद्यान में स्थित विश्व का सबसे ऊँचा अबाधित जलप्रपात है। इगुआज़ू जलप्रपात ब्राजील और अर्जेंटीना की सीमा पर स्थित 275 व्यक्तिगत प्रपातों की अर्धचंद्राकार श्रृंखला है जो विश्व के सबसे भव्य प्रपातों में गिना जाता है। नियाग्रा जलप्रपात ईरी और ओंटारियो के मध्य नियाग्रा नदी पर स्थित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4617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38/150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एशिया की प्रमुख नदियों के भौगोलिक प्रवाह और उनकी विशेषताओं के संबंध में निम्नलिखित कथनों पर विचार कीजिए: A. यांग्त्जी (Chang Jiang) 6,300 किमी लंबाई के साथ एशिया की सबसे लंबी तथा विश्व की तीसरी सबसे लंबी नदी है जो पूर्वी चीन सागर में गिरती है। B. ह्वांग हो नदी को पीली लोयस मिट्टी के अत्यधिक निक्षेपण एवं बार-बार मार्ग बदलने के कारण 'चीन का शोक' (Sorrow of China) और 'पीली नदी' कहा जाता है। C. मेकांग नदी तिब्बत के पठार से निकलकर चीन, म्यांमार, लाओस, थाईलैंड, कंबोडिया और वियतनाम से बहती हुई दक्षिण चीन सागर में गिरती है। D. साल्विन और इरावदी नदियाँ म्यांमार की प्रमुख जीवन रेखा नदियाँ हैं जो अंडमान सागर/मर्तबान की खाड़ी में गिरती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1263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39/150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पूर्णतः सत्य हैं। यांग्त्जी नदी पर विश्व का सबसे बड़ा जलविद्युत बांध 'थ्री गॉर्जेस डैम' (Three Gorges Dam) बना है और इसके मुहाने पर शंघाई स्थित है। ह्वांग हो नदी भारी गाद वहन के कारण अपने तल को ऊपर उठा लेती है जिससे भयंकर बाढ़ आती थी। मेकांग दक्षिण-पूर्व एशिया की 'डेन्यूब' कहलाती है क्योंकि यह 6 देशों से बहती है। इरावदी नदी म्यांमार के मध्य से बहकर चावल उत्पादक विशाल डेल्टा बनाती है तथा यांगून इसके मुहाने के समीप स्थित है। अतः विकल्प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1263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39/150</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विश्व के प्रमुख नदी डेल्टाओं और उनके विशिष्ट आकारों/प्रकारों का सही सुमेलन कीजिए: सूची-I: सूची-I: A. गंगा-ब्रह्मपुत्र डेल्टा (सुंदरबन) B. मिसिसिपी नदी डेल्टा C. टाइबर एवं एब्रो नदी डेल्टा D. सेंट लॉरेंस एवं ओब नदी सूची-II: 1. पक्षी-पाद डेल्टा (Bird-foot Delta) 2. ज्वारनदमुखी मुहाना (Estuary) 3. चापाकार डेल्टा (Arcuate Delta) 4. दंताकार / नुकीला डेल्टा (Cuspate Delta)</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C-3,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064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40/150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C-4,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C-3,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गंगा-ब्रह्मपुत्र और नील नदी का डेल्टा विश्व में चापाकार डेल्टा (Arcuate Delta) का आदर्श उदाहरण है। मिसिसिपी नदी का डेल्टा मेक्सिको की खाड़ी में बारीक अवसादों के उंगलियों जैसे जमाव के कारण पक्षी के पंजे के आकार का (Bird-foot) बनता है। इटली की टाइबर नदी और स्पेन की एब्रो नदी समुद्र की लहरों के सीधे प्रहार से नुकीला दंताकार (Cuspate) डेल्टा बनाती हैं। सेंट लॉरेंस, अमेजन और रूस की साइबेरियाई नदियाँ (ओब, येनिसी) समुद्री ज्वार के तीव्र प्रवाह के कारण डेल्टा न बनाकर खुला मुहाना (Estuary) बनाती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064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40/150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यूरोप की प्रमुख नदियों और उनके किनारे स्थित राजधानियों/नगरों के संबंध में कौन से कथन सत्य हैं? A. डेन्यूब नदी के तट पर यूरोप की चार राष्ट्रीय राजधानियाँ स्थित हैं: विएना (ऑस्ट्रिया), ब्रातिस्लावा (स्लोवाकिया), बुडापेस्ट (हंगरी) और बेलग्रेड (सर्बिया)। B. फ्रांस की राजधानी पेरिस सीन (Seine) नदी के तट पर स्थित है। C. यूनाइटेड किंगडम की राजधानी लंदन टेम्स (Thames) नदी के तट पर स्थित है। D. इटली की राजधानी रोम पो (Po) नदी के तट पर नहीं, बल्कि टाइबर (Tiber) नदी के तट पर स्थित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866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41/150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बिल्कुल सही हैं। डेन्यूब विश्व की एकमात्र ऐसी नदी है जिसके तट पर चार देशों की राजधानियाँ स्थित हैं। पेरिस सीन नदी पर स्थित है जो इंग्लिश चैनल में गिरती है। लंदन टेम्स नदी पर स्थित है जो उत्तरी सागर में गिरती है। रोम टाइबर नदी के किनारे बसा है (पो नदी उत्तरी इटली में बहती है जिसे 'इटली की गंगा' कहते हैं और जिसके किनारे ट्यूरिन व मिलान स्थित हैं)। जर्मनी की राजधानी बर्लिन स्प्री (Spree) नदी के तट पर स्थित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866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41/150</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कौन सी नदी अंतर्देशीय जल अपवाह बेसिन (Endorheic Drainage Basin) का निर्माण करती है और किसी भी खुले महासागर में नहीं गिरती?</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नाइजर नदी</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वोल्गा नदी</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ओरिनोको नदी</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मरे-डार्लिंग नदी</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3668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42/150</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वोल्गा नदी</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नाइजर नदी</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ओरिनोको नदी</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मरे-डार्लिंग नदी</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वोल्गा नदी (रूस) यूरोप की सबसे लंबी नदी होने के बावजूद किसी खुले समुद्र या महासागर तक नहीं पहुँचती, बल्कि विश्व के सबसे बड़े स्थल-रुद्ध आंतरिक बेसिन 'कैस्पियन सागर' में अपना जल विसर्जित करती है। अतः यह अंतर्देशीय जल अपवाह (Inland/Endorheic drainage) का सर्वश्रेष्ठ उदाहरण है। यूराल नदी भी कैस्पियन सागर में ही गिरती है। नाइजर नदी गिनी की खाड़ी (अटलांटिक), ओरिनोको अटलांटिक महासागर में और मरे-डार्लिंग दक्षिणी हिंद महासागर में विसर्जित होती हैं। अतः विकल्प B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3668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42/150</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साइबेरिया (रूस) की उत्तर-वाहिनी नदियों (Northward Flowing Arctic Rivers) के संदर्भ में निम्नलिखित कथनों पर विचार कीजिए: A. ओब, येनिसी और लेना नदियाँ दक्षिण से उत्तर की ओर प्रवाहित होकर आर्कटिक महासागर (कारा और लापतेव सागर) में गिरती हैं। B. वसंत ऋतु में इन नदियों के ऊपरी (दक्षिणी) भागों की बर्फ पहले पिघल जाती है, जबकि मुहाने (उत्तरी भाग) जमे रहते हैं, जिससे साइबेरिया में विशाल दलदल बन जाते हैं। C. बैकाल झील से निकलने वाली एकमात्र नदी 'अंगारा' है, जो आगे चलकर येनिसी नदी में मिल जाती है। D. अमूर नदी रूस और चीन के मध्य एक लंबी प्राकृतिक अंतरराष्ट्रीय सीमा बनाती है और प्रशांत महासागर (ओखोत्स्क सागर) में गिरती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4698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43/150</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साइबेरिया की तीन विशाल नदियाँ (ओब-इर्टिश, येनिसी-अंगारा, लेना) मध्य एशिया व साइबेरियाई पर्वतों से निकलकर उत्तर की ओर आर्कटिक महासागर में गिरती हैं। उत्तर दिशा में बहने के कारण जब दक्षिणी उद्गम क्षेत्र पिघलता है तो पानी उत्तर में जमे हुए मुहाने के कारण आगे नहीं बढ़ पाता, जिससे टैगा और टुंड्रा क्षेत्र में भीषण जल-भराव व दलदल (Vasyugan Swamp) बन जाता है। अमूर नदी रूस और चीन के मंचूरिया प्रांत के बीच प्राकृतिक सीमा का निर्माण करती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4698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43/150</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विश्व के प्रमुख जलप्रपातों और उनसे संबंधित देशों का सही सुमेलन कीजिए: सूची-I: सूची-I: A. तुगेला जलप्रपात (Tugela Falls) B. जोसेमाइट जलप्रपात (Yosemite Falls) C. साउदरलैंड जलप्रपात (Sutherland Falls) D. जोग/गरसोप्पा जलप्रपात सूची-II: 1. कैलिफोर्निया (USA) 2. दक्षिण अफ्रीका 3. भारत (कर्नाटक - शरावती नदी) 4. न्यूजीलैंड (फियोर्डलैंड)</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5271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44/150</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तुगेला प्रपात (948 मी.) ड्रेकेन्सबर्ग पर्वत (दक्षिण अफ्रीका) में स्थित विश्व का दूसरा सबसे ऊँचा जलप्रपात है। जोसेमाइट प्रपात कैलिफोर्निया (USA) के सिएरा नेवादा में स्थित उत्तरी अमेरिका का सबसे ऊँचा प्रपात है। साउदरलैंड प्रपात न्यूजीलैंड के दक्षिणी द्वीप के फियोर्डलैंड में स्थित है। जोग जलप्रपात भारत के कर्नाटक राज्य में शरावती नदी पर स्थित प्रसिद्ध राजा-रानी-रॉकेट प्रपात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5271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44/150</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दक्षिण अमेरिका की नदी प्रणालियों के संदर्भ में निम्नलिखित कथनों पर विचार कीजिए: A. ओरिनोको नदी वेनेजुएला में बहती है, जिसकी सहायक नदी कैरोनी पर विश्व का सबसे ऊँचा एंजिल जलप्रपात स्थित है। B. पराना, पराग्वे और उरुग्वे नदियाँ मिलकर 'ला प्लाटा' (Rio de la Plata) का विस्तृत ज्वारनदमुखी मुहाना बनाती हैं। C. पराना नदी पर ब्राजील और पराग्वे की सीमा पर स्थित 'इताइपु बांध' (Itaipu Dam) विश्व के सबसे बड़े जलविद्युत उत्पादक बांधों में से एक है। D. अमेजन बेसिन का वर्षावन क्षेत्र दुनिया के 20% से अधिक ताजे पानी का प्रवाह संचालित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073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45/150</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ओरिनोको नदी वेनेजुएला के लानोस घास के मैदानों से होकर बहती है और इसके बेसिन में भारी कच्चा तेल पाया जाता है। पराना-पराग्वे-उरुग्वे प्रणाली दक्षिण अमेरिका की दूसरी सबसे बड़ी नदी प्रणाली है जो ब्यूनस आयर्स और मोंटेवीडियो के निकट अटलांटिक महासागर में रियो डी ला प्लाटा खाड़ी बनाती है। इताइपु बांध पराना नदी पर स्थित एक विशाल इंजीनियरिंग चमत्कार है। अमेजन विश्व का सबसे बड़ा अपवाह तंत्र है। अतः विकल्प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073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45/150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विश्व की प्रमुख झीलों और उनकी भौगोलिक अवस्थिति वाले देशों का सही सुमेलन कीजिए: सूची-I: सूची-I: A. चाड झील (Lake Chad) B. टोबा झील (Lake Toba) C. लाडोगा झील (Lake Ladoga) D. माराकाइबो झील (Lake Maracaibo) सूची-II: 1. वेनेजुएला (पेट्रोलियम समृद्ध लैगून) 2. रूस (यूरोप की सबसे बड़ी मीठे पानी की झील) 3. सुमात्रा, इंडोनेशिया (विशाल काल्डेरा झील) 4. साहेल क्षेत्र (चाड, नाइजर, नाइजीरिया, कैमरून)</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874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46/150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B-3, C-2,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चाड झील अफ्रीका के साहेल क्षेत्र में स्थित है जो जलवायु परिवर्तन और अत्यधिक जल दोहन से 95% सिकुड़ चुकी है। टोबा झील इंडोनेशिया के सुमात्रा द्वीप पर स्थित विश्व की सबसे बड़ी ज्वालामुखी काल्डेरा (Supervolcano crater) झील है। लाडोगा झील उत्तर-पश्चिमी रूस में स्थित यूरोप महाद्वीप की सबसे बड़ी प्राकृतिक मीठे पानी की झील है। माराकाइबो झील वेनेजुएला के उत्तर में स्थित कैरेबियन सागर से जुड़ी एक लवणीय लैगून झील है जो दक्षिण अमेरिका के सबसे बड़े पेट्रोलियम उत्पादक बेसिनों में से एक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874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46/150</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ऑस्ट्रेलिया एवं न्यूजीलैंड के जल अपवाह तंत्र के संबंध में कौन से कथन सत्य हैं? A. मरे और डार्लिंग नदियाँ ऑस्ट्रेलिया की सबसे प्रमुख नदी प्रणाली हैं जो ग्रेट डिवाइडिंग रेंज से निकलकर हिंद महासागर (एंकाउंटर बे) में गिरती हैं। B. ऑस्ट्रेलिया के आंतरिक भाग में स्थित आयर झील (Lake Eyre) ऑस्ट्रेलिया का सबसे निचला बिंदु (-15 मी.) और एक विशाल अंतर्देशीय लवणीय बेसिन (Playas) है। C. ग्रेट आर्टिजन बेसिन (Great Artesian Basin) ऑस्ट्रेलिया के शुष्क आंतरिक भागों में स्थित विश्व का सबसे बड़ा उत्स्रुत (पाताल-तोड़) कूप बेसिन है। D. वाकाटिपु और ताउपो झीलें न्यूजीलैंड की प्रमुख हिमानी एवं ज्वालामुखीय झीलें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76763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47/150</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पूर्णतः सत्य हैं। मरे-डार्लिंग बेसिन ऑस्ट्रेलिया का प्रमुख कृषि एवं उपजाऊ क्षेत्र है। आयर बेसिन ऑस्ट्रेलिया के 1/6 भाग का जल ग्रहण करता है परंतु अत्यधिक वाष्पीकरण के कारण यह प्रायः सूखा नमक का मैदान बना रहता है। ग्रेट आर्टिजन बेसिन में भूमिगत जल चट्टानों के दबाव के कारण स्वतः फव्वारे के रूप में बाहर निकलता है, जो भेड़ पालन (मेरिनो भेड़) के लिए जीवन रेखा है। ताउपो न्यूजीलैंड के उत्तरी द्वीप की सबसे बड़ी ज्वालामुखीय झील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76763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47/150</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कौन सी नदी भ्रंश घाटी (Rift Valley) से होकर प्रवाहित होती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राइन नदी एवं नर्मदा नदी</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अमेजन नदी एवं नील नदी</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वोल्गा नदी एवं डेन्यूब नदी</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मिसिसिपी नदी एवं ह्वांग हो नदी</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8477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48/150</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राइन नदी एवं नर्मदा नदी</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अमेजन नदी एवं नील नदी</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वोल्गा नदी एवं डेन्यूब नदी</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मिसिसिपी नदी एवं ह्वांग हो नदी</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भ्रंश घाटी (Rift Valley/Graben) से होकर बहने वाली प्रमुख वैश्विक नदियों में पश्चिमी यूरोप की राइन नदी (Rhine River) और भारत की नर्मदा तथा ताप्ती नदियाँ अत्यंत प्रसिद्ध हैं। राइन नदी वोसगेस और ब्लैक फॉरेस्ट ब्लॉक पर्वतों के मध्य स्थित भ्रंश घाटी से बहती है। इसी प्रकार जॉर्डन नदी मृत सागर रिफ्ट घाटी में बहती है। अमेजन, नील, वोल्गा और मिसिसिपी सामान्य ढाल एवं जलोढ़ बेसिनों से होकर बहती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8477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48/150</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की नदियों द्वारा निर्मित विशिष्ट भू-आकृतियों के संबंध में निम्नलिखित कथनों पर विचार कीजिए: A. विसर्प (Meanders) और गोखुर झील (Ox-bow Lakes) नदियों की प्रौढ़ एवं वृद्धावस्था में मैदानी भागों में पार्श्व अपरदन व निक्षेपण से बनते हैं। B. जलोढ़ पंख (Alluvial Fans) और शंकु नदियों के पर्वतीय ढाल से मैदान में प्रवेश करते ही गिरिपाद पर बनते हैं। C. गॉर्ज (Gorge) और कैनियन (Canyon) नदियों द्वारा युवावस्था में कठोर चट्टानों में तीव्र लंबवत अपरदन (Downcutting) द्वारा निर्मित गहरी संकरी घाटियाँ हैं। D. प्राकृतिक तटबंध (Natural Levees) नदियों द्वारा बाढ़ के समय अपने किनारों पर गाद जमा करने से बनते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9279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49/150</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चारों कथन सत्य हैं। नदीय भू-आकृतियों का विकास तीन अवस्थाओं में होता है: 1. युवावस्था (पर्वतीय भाग) में V-आकार की घाटी, गॉर्ज (सिंधु/ब्रह्मपुत्र गॉर्ज), कैनियन (कोलोराडो कैनियन), जलप्रपात, 2. प्रौढ़ावस्था में जलोढ़ पंख, विसर्प, प्राकृतिक तटबंध, तथा 3. वृद्धावस्था (मुहाने पर) में गोखुर झीलें, बाढ़ के मैदान और डेल्टा।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9279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49/150</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विश्व के प्रमुख सागरों/खाड़ियों और उनकी सर्वाधिक लवणता/विशेषता का सही मिलान कीजिए: सूची-I: सूची-I: A. लाल सागर (Red Sea) B. बाल्टिक सागर (Baltic Sea) C. हडसन की खाड़ी D. सारगासो सागर (Sargasso Sea) सूची-II: 1. बिना तट का शांत महासागरीय सागर (विशिष्ट समुद्री घास) 2. अत्यधिक वाष्पीकरण एवं न्यूनतम वर्षा के कारण उच्च लवणता (~41‰) 3. विश्व में सबसे लंबी तटरेखा वाली खाड़ी 4. अत्यधिक नदीय जल आगमन व कम वाष्पीकरण से अत्यंत कम लवणता (~7-8‰)</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C-3,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0812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50/150</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C-3,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C-3,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लाल सागर उष्ण मरुस्थलीय कटिबंध में होने और कम ताजे पानी के प्रवेश के कारण खुले सागरों में सर्वाधिक लवणीय (41‰) है। बाल्टिक सागर उत्तरी यूरोप में कई बड़ी नदियों के ताजे पानी और कम वाष्पीकरण के कारण अत्यंत कम लवणीय (7-8‰) है। कनाडा में स्थित हडसन की खाड़ी विश्व की सबसे लंबी तटरेखा वाली खाड़ी है। उत्तरी अटलांटिक महासागर में 4 महासागरीय धाराओं के चक्र के मध्य शांत जल क्षेत्र को सारगासो सागर कहा जाता है जिसकी कोई स्थलीय सीमा नहीं है और जहाँ 'सारगासम' नामक तैरने वाली समुद्री शैवाल पाई जाती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0812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50/150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मध्य पूर्व और मध्य एशिया की प्रमुख नदियों के संदर्भ में निम्नलिखित कथनों पर विचार कीजिए: A. दजला (Tigris) और फरात (Euphrates) नदियाँ तुर्की से निकलकर सीरिया और इराक में बहती हुई 'शत्त अल-अरब' बनाकर फारस की खाड़ी में गिरती हैं। B. प्राचीन मेसोपोटामिया की सभ्यता दजला और फरात नदियों के उपजाऊ बेसिन में ही विकसित हुई थी। C. सिर दरिया और अमू दरिया नदियाँ पामीर और तियानशान पर्वतों से निकलकर अरल सागर में गिरती हैं। D. जॉर्डन नदी लेबनान और सीरिया की सीमा से निकलकर गलील सागर होते हुए मृत सागर में समाप्त हो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882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51/150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ऐतिहासिक एवं भौगोलिक रूप से सत्य हैं। दजला और फरात (टिगरिस-यूफ्रेट्स) नदियाँ इराक की जीवन रेखा हैं और इनका संगम स्थल बसरा के निकट शत्त अल-अरब कहलाता है। सिर दरिया और अमू दरिया मध्य एशिया (कजाकिस्तान, उज्बेकिस्तान, ताजिकिस्तान, तुर्कमेनिस्तान) की सबसे बड़ी नदियाँ हैं जिनका जल सोवियत नहरों में मोड़े जाने से अरल सागर सूख गया। जॉर्डन नदी विश्व की सबसे निचली भ्रंश घाटी में बहकर मृत सागर में विसर्जित होती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882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51/150</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फिनलैंड को 'हजार झीलों की भूमि' (Land of a Thousand Lakes / झीलों की वाटिका) क्यों कहा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अत्यधिक ज्वालामुखी उद्गार से निर्मित क्रेटर झीलों के कारण</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विवर्तनिक प्लेटों के खिसकाव से बनी रिफ्ट झीलों के कारण</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प्लीस्टोसीन हिमयुग के दौरान हिमानी अपरदन और हिमोढ़ निक्षेपों द्वारा 1.8 लाख से अधिक झीलों के निर्माण के कारण</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मानव निर्मित नहरों और कृत्रिम जलाशयों के संजाल के कारण</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16844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52/150</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प्लीस्टोसीन हिमयुग के दौरान हिमानी अपरदन और हिमोढ़ निक्षेपों द्वारा 1.8 लाख से अधिक झीलों के निर्माण के कारण</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अत्यधिक ज्वालामुखी उद्गार से निर्मित क्रेटर झीलों के कारण</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विवर्तनिक प्लेटों के खिसकाव से बनी रिफ्ट झीलों के कारण</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मानव निर्मित नहरों और कृत्रिम जलाशयों के संजाल के कारण</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फिनलैंड में लगभग 1,88,000 झीलें स्थित हैं, जिसके कारण इसे 'Land of a Thousand Lakes' कहा जाता है। इसका भू-आकृतिक कारण यह है कि क्वाटरनरी काल के हिमयुग (Pleistocene Ice Age) के दौरान संपूर्ण फेनोस्कैंडिया क्षेत्र बर्फ की मोटी चादर (Continental Ice Sheet) से ढका था। जब हिमनद पिघलकर पीछे हटे, तो उन्होंने कठोर क्रिस्टलीय चट्टानों पर अनगिनत बेसिन और हिमोढ़ (Moraines) निर्मित किए, जो बाद में ताजे पानी की झीलों में परिवर्तित हो गए। अतः विकल्प C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16844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52/150</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उत्तरी अमेरिका की प्रमुख नदियों एवं उनके अपवाह बेसिन के संबंध में कौन से कथन सत्य हैं? A. सेंट लॉरेंस नदी ग्रेट लेक्स के जल को अटलांटिक महासागर से जोड़ती है और विश्व के सबसे व्यस्त अंतर्देशीय जलमार्गों में से एक है। B. मैकेंजी नदी कनाडा की सबसे लंबी नदी प्रणाली है जो उत्तर दिशा में ब्यूफोर्ट सागर (आर्कटिक महासागर) में गिरती है। C. यूकॉन नदी कनाडा के यूकॉन क्षेत्र और अलास्का (USA) से बहती हुई बेरिंग सागर में गिरती है, जो ऐतिहासिक रूप से 'गोल्ड रश' (Klondike Gold Rush) के लिए प्रसिद्ध रही है। D. रियो ग्रांडे नदी संयुक्त राज्य अमेरिका (टेक्सास) और मेक्सिको के मध्य एक लंबी अंतरराष्ट्रीय सीमा बनाती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4860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53/150</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सेंट लॉरेंस नदी सीवे (St. Lawrence Seaway) अमेरिका और कनाडा के औद्योगिक हृदय स्थल को सीधे अटलांटिक से जोड़ता है। मैकेंजी नदी कनाडा के ग्रेट स्लेव लेक से निकलकर आर्कटिक में विसर्जित होती है। यूकॉन नदी अलास्का की प्रमुख जलधारा है जहाँ 1890 के दशक में सोने की खोज (Klondike Gold Rush) हुई थी। रियो ग्रांडे (Rio Grande) नदी लगभग 2,000 किमी लंबाई में अमेरिका और मेक्सिको की प्राकृतिक सीमा बनाती हुई मेक्सिको की खाड़ी में गिरती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4860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53/150</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विश्व की प्रमुख नदियों और उनके किनारे बसे विश्वप्रसिद्ध ऐतिहासिक/व्यावसायिक नगरों का सही मिलान कीजिए: सूची-I: सूची-I: A. हडसन नदी B. पोटोमैक नदी C. एल्ब नदी D. स्प्री नदी सूची-II: 1. वाशिंगटन डी.सी. (USA) 2. न्यूयॉर्क (USA) 3. बर्लिन (जर्मनी) 4. हैम्बर्ग (जर्मनी)</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287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54/150</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न्यूयॉर्क शहर हडसन नदी के मुहाने पर मैनहट्टन द्वीप के समीप स्थित है। संयुक्त राज्य अमेरिका की राजधानी वाशिंगटन डी.सी. पोटोमैक नदी के तट पर स्थित है। जर्मनी का प्रमुख बंदरगाह नगर हैम्बर्ग एल्ब (Elbe) नदी के मुहाने पर स्थित है। जर्मनी की राजधानी बर्लिन स्प्री (Spree) नदी के तट पर स्थित है। अतः सही कूट विकल्प A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287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54/150</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की प्रमुख जलसंधियों (Straits) एवं उनके द्वारा जोड़े जाने वाले जल निकायों के संदर्भ में निम्नलिखित कथनों पर विचार कीजिए: A. जिब्राल्टर जलसंधि अटलांटिक महासागर को भूमध्य सागर से जोड़ती है तथा स्पेन (यूरोप) को मोरक्को (अफ्रीका) से अलग करती है; इसे 'भूमध्य सागर की कुंजी' कहा जाता है। B. बेरिंग जलसंधि आर्कटिक महासागर (चुक्ची सागर) को प्रशांत महासागर (बेरिंग सागर) से जोड़ती है तथा एशिया (रूस) को उत्तरी अमेरिका (अलास्का) से अलग करती है। C. बाब-अल-मंडेब जलसंधि लाल सागर को अदन की खाड़ी (हिंद महासागर) से जोड़ती है; इसे 'आंसुओं का द्वार' (Gate of Tears) कहा जाता है। D. होर्मुज जलसंधि फारस की खाड़ी को ओमान की खाड़ी (अरब सागर) से जोड़ती है तथा विश्व के 20-30% पेट्रोलियम समुद्री व्यापार का सबसे संकरा रणनीतिक चोकपॉइंट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0893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55/150</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पूर्णतः सत्य हैं। जिब्राल्टर जलसंधि भूमध्य सागर का एकमात्र प्राकृतिक पश्चिमी प्रवेश द्वार है। बेरिंग जलसंधि से होकर अंतरराष्ट्रीय तिथि रेखा (180° देशांतर) गुजरती है। बाब-अल-मंडेब स्वेज नहर मार्ग का रणनीतिक दक्षिणी मुहाना है जो यमन और जिबूती के मध्य स्थित है। होर्मुज जलसंधि ईरान और ओमान/UAE के मध्य स्थित विश्व का सबसे महत्वपूर्ण तेल चोकपॉइंट है जहाँ से सऊदी अरब, इराक, यूएई, कुवैत और कतर का तेल निर्यात गुजरता है। अतः विकल्प C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0893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55/150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कौन सी नदी विश्व में सर्वाधिक जल विसर्जन (Water Discharge Rate) वाली नदी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कांगो नदी</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नील नदी</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अमेजन नदी</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यांग्त्जी नदी</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890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56/150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अमेजन नदी</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कांगो नदी</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नील नदी</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यांग्त्जी नदी</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अमेजन नदी (Amazon River) लगभग 2,09,000 से 2,20,000 क्यूबिक मीटर प्रति सेकंड जल विसर्जन के साथ विश्व की निर्विवाद रूप से सबसे बड़ी नदी है। यह विश्व की अगली 7 सबसे बड़ी नदियों के संयुक्त जल विसर्जन से भी अधिक पानी महासागर में गिराती है। कांगो नदी (लगभग 41,000 क्यूबिक मीटर/सेकंड) दूसरे स्थान पर है। यांग्त्जी नदी तीसरे स्थान पर है। नील नदी सबसे लंबी होने के बावजूद शुष्क मरुस्थलीय क्षेत्रों से गुजरने और भारी वाष्पीकरण के कारण जल विसर्जन की दृष्टि से बहुत पीछे है। अतः विकल्प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890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56/150</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की नदियों के प्रदूषण एवं पारिस्थितिक संकट के संदर्भ में निम्नलिखित कथनों पर विचार कीजिए: A. पश्चिमी यूरोप की राइन नदी को अत्यधिक औद्योगिक अपशिष्ट के कारण 1970 के दशक में 'यूरोप का गटर' कहा जाने लगा था, परंतु अंतरराष्ट्रीय सहयोग से इसका सफल पुनरुद्धार हुआ। B. इंडोनेशिया की सिटारम नदी (Citarum River) वस्त्र उद्योग के रासायनिक अपशिष्ट और प्लास्टिक कचरे के कारण विश्व की सर्वाधिक प्रदूषित नदियों में गिनी जाती है। C. संयुक्त राज्य अमेरिका की कोलोराडो नदी पर अत्यधिक बांधों और सिंचाई नहरों के निर्माण के कारण यह कई महीनों तक कैलिफोर्निया की खाड़ी (मुहाने) तक नहीं पहुँच पाती। D. मृत सागर (Dead Sea) और अरल सागर का जल स्तर निरंतर गिरना नदी जल के अनियंत्रित दोहन का प्रत्यक्ष परिणाम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5692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57/150</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राइन नदी का 1986 के सैंडोज़ रासायनिक रिसाव के बाद 'राइन एक्शन प्रोग्राम' द्वारा कायाकल्प किया गया। सिटारम नदी पर बांडुंग के कपड़ा उद्योगों के भारी कचरे से प्रदूषण का गंभीर संकट है। कोलोराडो नदी (हूवर व ग्लेन कैनियन बांध) का जल लास वेगास, एरिजोना और कैलिफोर्निया द्वारा इतना अधिक खींच लिया जाता है कि इसका डेल्टा पूरी तरह सूख गया है। जॉर्डन नदी के जल विपथन से मृत सागर का जलस्तर प्रतिवर्ष 1 मीटर से अधिक घट रहा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5692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57/150</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विश्व की प्रमुख नदियों और उनकी सहायक नदियों का सही सुमेलन कीजिए: सूची-I: सूची-I: A. अमेजन नदी B. मिसिसिपी नदी C. नील नदी D. कांगो नदी सूची-II: 1. उबांगी एवं कसाबा (Kasai) 2. मडेइरा (Madeira), नीग्रो एवं जिंगू 3. मिसौरी, ओहियो, अरकंसास एवं रेड 4. नीली नील, अत्बारा एवं बहर-एल-गजल</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494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58/150</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C-4,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C-3,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अमेजन की प्रमुख सहायक नदियों में मडेइरा (विश्व की सबसे बड़ी सहायक नदी), रियो नीग्रो (काले पानी की नदी), और तापाजोस शामिल हैं। मिसिसिपी की सहायक नदियाँ मिसौरी (सबसे लंबी सहायक), ओहियो (जल प्रवाह में सबसे बड़ी), और अरकंसास हैं। नील नदी की प्रमुख सहायक नदियाँ इथियोपिया से आने वाली नीली नील व अत्बारा तथा सूडान के दलदलों से आने वाली बहर-एल-गजल हैं। कांगो की मुख्य सहायक नदियाँ उत्तर से उबांगी और दक्षिण से कसाबा (Kasai)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494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58/150</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की झीलों के निर्माण प्रकार एवं उनके उदाहरणों के संबंध में निम्नलिखित कथनों पर विचार कीजिए: A. विवर्तनिक झीलें (Tectonic Lakes) भू-पटल के धँसने या भ्रंशन से बनती हैं, जैसे बैकाल झील और मृत सागर। B. क्रेटर/काल्डेरा झीलें (Volcanic Crater Lakes) शांत ज्वालामुखियों के मुख पर जल भरने से बनती हैं, जैसे ओरेगन (USA) की क्रेटर लेक और इंडोनेशिया की टोबा झील। C. गोखुर झीलें (Oxbow Lakes) नदी विसर्पों के सीधे हो जाने और पुराने मोड़ के कटने से बनती हैं, जैसे मिसिसिपी और गंगा बेसिन की गोखुर झीलें। D. लैगून या अनूप झीलें (Lagoons) समुद्र तट पर बालूका भित्ति द्वारा खारे पानी के घिरने से बनती हैं, जैसे भारत की चिल्का झील और वेनेजुएला की माराकाइबो झील।</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7295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59/150</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भौगोलिक दृष्टि से पूर्णतः सत्य हैं। विवर्तनिक हलचलों से बनने वाली झीलें (बैकाल, टंगानिका, मृत सागर) विश्व में सबसे गहरी होती हैं। ज्वालामुखी क्रेटर झीलें (USA की क्रेटर लेक जो 594 मी. गहरी है, भारत की लोनार झील) काल्डेरा में वर्षा जल से बनती हैं। नदियों के विसर्पण से गोखुर झीलें (Billabongs/Oxbows) बनती हैं। समुद्र तटीय अवरोधक बालूका भित्तियों के पीछे लैगून झीलें विकसित होती हैं। अतः विकल्प C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7295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59/150</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कौन सी झील विश्व की सबसे लंबी मीठे पानी की झील (Longest Freshwater Lake in the World)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बैकाल झील (Lake Baikal)</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सुपीरियर झील (Lake Superior)</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टंगानिका झील (Lake Tanganyika)</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विक्टोरिया झील (Lake Victoria)</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60/150</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टंगानिका झील (Lake Tanganyika)</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बैकाल झील (Lake Baikal)</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सुपीरियर झील (Lake Superior)</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विक्टोरिया झील (Lake Victoria)</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टंगानिका झील (पूर्वी अफ्रीका) लगभग 673 किलोमीटर की उत्तर-south लंबाई के साथ विश्व की सबसे लंबी मीठे पानी की झील है। यह तंजानिया, कांगो लोकतांत्रिक गणराज्य, बुरुंडी और जाम्बिया की सीमाओं पर स्थित है तथा 1,470 मीटर गहराई के साथ बैकाल के बाद विश्व की दूसरी सबसे गहरी झील भी है। बैकाल झील सबसे गहरी और आयतन में सबसे बड़ी मीठे पानी की झील है। सुपीरियर झील क्षेत्रफल में सबसे बड़ी मीठे पानी की झील है। अतः विकल्प C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60/150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के प्रमुख औद्योगिक प्रदेशों (Major Industrial Regions) और उनकी अवस्थिति के संबंध में निम्नलिखित कथनों पर विचार कीजिए: A. उत्तर-पूर्वी संयुक्त राज्य अमेरिका (न्यू इंग्लैंड एवं ग्रेट लेक्स क्षेत्र) विश्व का सबसे बड़ा एवं सबसे पुराना औद्योगिक प्रदेश है, जिसे 'मैन्युफैक्चरिंग बेल्ट' या 'रस्ट बेल्ट' भी कहा जाता है। B. जर्मनी का रूर औद्योगिक प्रदेश (Ruhr Region) रूर नदी बेसिन में स्थित है और विशाल कोयला भंडारों के कारण 'यूरोप का औद्योगिक हृदय' कहलाता है। C. जापान का प्रशांत तटीय क्षेत्र (कांतो, किंकी, टोकाई, किटाक्यूशू) जापान के 80% से अधिक औद्योगिक उत्पादन को नियंत्रित करता है। D. चीन का यांग्त्जी डेल्टा औद्योगिक प्रदेश (शंघाई-नानजिंग-हांगझू) चीन का सबसे बड़ा औद्योगिक और वित्तीय संकुल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899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61/150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पूर्णतः सत्य हैं। उत्तर-पूर्वी यूएसए औद्योगिक क्रांति के बाद भारी उद्योगों का केंद्र बना। जर्मनी का रूर बेसिन (एसेन, डॉर्टमुंड, डुइसबर्ग) इस्पात व रसायन का विशाल केंद्र है। जापान में कच्चे माल के अभाव के कारण उद्योग बंदरगाहों के निकट प्रशांत तटीय पट्टी (कांतो का टोक्यो-योकोहामा, किंकी का ओसाका-कोबे-क्योटो) पर केंद्रित हैं। चीन का यांग्त्जी डेल्टा शंघाई बंदरगाह के सहारे विश्व का विशालतम विनिर्माण हब बन चुका है। अतः विकल्प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899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61/150</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विश्व के प्रमुख औद्योगिक नगरों और उनके प्रसिद्ध विशेष उद्योगों का सही सुमेलन कीजिए: सूची-I: सूची-I: A. डेट्रॉयट (मिशिगन, USA) B. पिट्सबर्ग (पेनसिल्वेनिया, USA) C. ह्यूस्टन (टेक्सास, USA) D. सिलिकॉन वैली (कैलिफोर्निया, USA) सूची-II: 1. लौह एवं इस्पात उद्योग (Steel City) 2. सूचना प्रौद्योगिकी एवं सेमीकंडक्टर (IT Hub) 3. ऑटोमोबाइल उद्योग (Motor City) 4. पेट्रोकेमिकल एवं तेल शोधन उद्योग</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C-4,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97006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62/150</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C-4,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डेट्रॉयट (USA) फोर्ड, जनरल मोटर्स और क्रिसलर के मुख्यालयों के कारण विश्व की 'मोटर सिटी' कहलाता है। पिट्सबर्ग को एपलेशियन कोयले और सुपीरियर झील के लौह अयस्क के संगम पर ऐतिहासिक रूप से 'स्टील सिटी' कहा जाता है। ह्यूस्टन मेक्सिको की खाड़ी के तेल शोधन व पेट्रोकेमिकल उद्योग की विश्व राजधानी है। सिलिकॉन वैली (सैन फ्रांसिस्को खाड़ी क्षेत्र) विश्व में आईटी, चिप्स व सॉफ्टवेयर का शीर्ष केंद्र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97006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62/150</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में लौह-इस्पात उद्योग (Iron and Steel Industry) के वैश्विक वितरण के संबंध में कौन से कथन सत्य हैं? A. चीन विश्व का सबसे बड़ा कच्चा इस्पात (Crude Steel) उत्पादक देश है, जो वैश्विक उत्पादन के 50% से अधिक का अकेले उत्पादन करता है (वुहान, आंशान, बाओटो)। B. भारत विश्व में दूसरा सबसे बड़ा कच्चा इस्पात उत्पादक देश बन गया है, जिसने जापान को तीसरे स्थान पर पीछे छोड़ दिया है। C. लॉरेन-अलसास (Lorraine-Alsace) क्षेत्र फ्रांस में स्थित यूरोप का एक प्रमुख ऐतिहासिक लौह-अयस्क एवं इस्पात उद्योग केंद्र है। D. जापान में यवाता (किटाक्यूशू) को 'जापान की इस्पात नगरी' कहा जाता है जहाँ 1901 में पहला आधुनिक इस्पात संयंत्र स्थापित हुआ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0502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63/150</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चीन 100 करोड़ टन से अधिक वार्षिक उत्पादन के साथ निर्विवाद रूप से प्रथम है। भारत 12.5-13 करोड़ टन उत्पादन के साथ दूसरे और जापान तीसरे स्थान पर है। फ्रांस का लॉरेन क्षेत्र 'मिनेट अयस्क' (फॉस्फोरस युक्त लोहा) के कारण प्रसिद्ध रहा। जापान कच्चा लोहा और कोयला आयात (ऑस्ट्रेलिया/ब्राजील से) करने के बावजूद तटीय स्थिति के बल पर शीर्ष उत्पादक बना हुआ है जहाँ यवाता और फुकुओका मुख्य केंद्र हैं। जमशेदपुर को 'भारत की इस्पात नगरी' कहा जाता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0502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63/150</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विश्व के प्रमुख वस्त्र उद्योग (Textile Industry) केंद्रों और उनके उपनामों का सही मिलान कीजिए: सूची-I: सूची-I: A. मैनचेस्टर (इंग्लैंड) B. ओसाका (जापान) C. शंघाई (चीन) D. अहमदाबाद (भारत) सूची-II: 1. भारत का मैनचेस्टर / बोस्टन 2. चीन का मैनचेस्टर / एशिया का शिकागो 3. जापान का मैनचेस्टर 4. कॉटनपोलिस (Cottonpolis / मूल सूती वस्त्र राजधानी)</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303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64/150</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B-3, C-2,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इंग्लैंड का मैनचेस्टर 18वीं-19वीं सदी की औद्योगिक क्रांति के दौरान विश्व का सबसे बड़ा सूती वस्त्र केंद्र बना जिसे 'कॉटनपोलिस' कहा गया। इसी तर्ज पर जापान के ओसाका को 'जापान का मैनचेस्टर', चीन के शंघाई को 'चीन का मैनचेस्टर', तथा भारत के अहमदाबाद (और मुंबई) को 'भारत का मैनचेस्टर' कहा जाता है। चीन वर्तमान में विश्व के लगभग 40% सूती वस्त्र का उत्पादन कर प्रथम स्थान पर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303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64/150</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में ऑटोमोबाइल एवं पोत निर्माण (Shipbuilding) उद्योगों के संदर्भ में निम्नलिखित कथनों पर विचार कीजिए: A. चीन वर्तमान में विश्व का सबसे बड़ा ऑटोमोबाइल उत्पादक एवं उपभोक्ता देश है (प्रतिवर्ष 2.5 से 3 करोड़ वाहन)। B. टोयोटा, होंडा, निसान और सुजुकी जापान की प्रमुख ऑटोमोबाइल कंपनियां हैं, जहाँ टोयोटा सिटी (ऐची प्रांत) में टोयोटा का विशाल विनिर्माण संकुल स्थित है। C. वाणिज्यिक पोत निर्माण (Shipbuilding) में चीन विश्व में प्रथम स्थान पर, दक्षिण कोरिया दूसरे स्थान पर और जापान तीसरे स्थान पर है। D. दक्षिण कोरिया का 'उल्सान' (Ulsan) विश्व का सबसे बड़ा एकल पोत निर्माण यार्ड (Hyundai Heavy Industries)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1055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65/150</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चीन ने ऑटोमोबाइल में अमेरिका और जापान को पीछे छोड़ दिया है और इलेक्ट्रिक वाहनों (EVs - BYD) में भी अग्रणी है। जापान का ऐची प्रांत ऑटोमोबाइल का वैश्विक गढ़ है। आधुनिक विशाल कंटेनर जहाजों, एलएनजी टैंकरों और सुपरटैंकरों के निर्माण में पूर्वी एशिया (चीन, दक्षिण कोरिया, जापान) का 90% से अधिक वैश्विक बाजार पर कब्जा है। दक्षिण कोरिया का उल्सान तथा जापान के नागासाकी व कोबे पोत निर्माण के प्रमुख केंद्र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1055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65/150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विश्व के प्रमुख विशेष उद्योग केंद्रों और उनसे संबंधित शहरों का सही सुमेलन कीजिए: सूची-I: सूची-I: A. ल्यूडविग्शाफेन (जर्मनी) B. ड्रेसडेन (जर्मनी) C. बाकू (अज़रबैजान) D. जिनेवा एवं ज्यूरिख (स्विट्जरलैंड) सूची-II: 1. चीनी मिट्टी के बर्तन / पोर्सिलेन उद्योग 2. विश्व रसायन उद्योग की राजधानी (BASF का मुख्यालय) 3. विश्व प्रसिद्ध घड़ी निर्माण उद्योग 4. कैस्पियन तटीय ऐतिहासिक पेट्रोलियम उद्योग</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907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66/150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राइन नदी के किनारे स्थित ल्यूडविग्शाफेन में विश्व की सबसे बड़ी केमिकल कंपनी BASF का मुख्यालय है। एल्बे नदी पर स्थित ड्रेसडेन 'Dresden China' पोर्सिलेन उद्योग के लिए प्रसिद्ध है। बाकू कैस्पियन सागर के तट पर स्थित विश्व का प्राचीनतम तेल उत्पादक नगर है जहाँ 1846 में पहला तेल कुआँ खोदा गया था। स्विट्जरलैंड (जिनेवा, ज्यूरिख, बासेल) 16वीं सदी से उच्च सटीकता वाली लग्जरी घड़ियों (Rolex, Omega, Swatch) का वैश्विक केंद्र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907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66/150</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विश्व में खनिज उत्पादन और उनके अग्रणी उत्पादक देशों के संबंध में कौन से युग्म सही हैं? A. बॉक्साइट (एल्युमीनियम अयस्क) - ऑस्ट्रेलिया (शीर्ष उत्पादक), गिनी (शीर्ष भंडार) B. तांबा (Copper) - चिली (एस्कोंडिडा खदान - शीर्ष उत्पादक) C. हीरा (Diamond) - रूस (मिर्नी खदान - परिमाण में प्रथम), बोत्सवाना (मूल्य में प्रथम) D. सोना (Gold) - चीन (शीर्ष उत्पादक), दक्षिण अफ्रीका (विटवाटर्सरैंड ऐतिहासिक बेसिन)</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37088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67/150</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युग्म पूर्णतः सत्य हैं। ऑस्ट्रेलिया विश्व के 30% बॉक्साइट का उत्पादन करता है। चिली विश्व के लगभग 27% तांबे का उत्पादन करता है तथा जाम्बिया-कांगो को अफ्रीकी कॉपरबेल्ट कहा जाता है। रूस का साइबेरिया हीरों के उत्पादन में प्रथम है तथा दक्षिण अफ्रीका की किम्बरले खान ऐतिहासिक रूप से प्रसिद्ध है। चीन 2007 से सोने का शीर्ष उत्पादक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37088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67/150</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अल्फ्रेड वेबर (Alfred Weber, 1909) द्वारा प्रतिपादित 'औद्योगिक अवस्थिति सिद्धांत' (Least Cost Theory) के अनुसार किसी उद्योग की स्थापना हेतु न्यूनतम परिवहन लागत बिंदु निर्धारित करने में कौन सा सूचकांक प्रयुक्त होता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कच्चा माल सूचकांक (Material Index)</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सम-लागत रेखा (Isodapane)</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श्रम गुणांक (Labor Coefficient)</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उपर्युक्त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5104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68/150</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उपर्युक्त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कच्चा माल सूचकांक (Material Index)</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सम-लागत रेखा (Isodapane)</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श्रम गुणांक (Labor Coefficient)</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अल्फ्रेड वेबर ने उद्योगों की अवस्थिति के न्यूनतम लागत सिद्धांत में इन सभी संकल्पनाओं का प्रतिपादन किया था: 1. पदार्थ सूचकांक (Material Index = कच्चे माल का भार / निर्मित वस्तु का भार) - यदि MI &gt; 1 हो (जैसे लौह-इस्पात) तो उद्योग कच्चे माल के स्रोत पर लगेगा; यदि MI &lt; 1 हो तो बाजार के निकट लगेगा। 2. आइसोडोपेन (Isodapane) - समान कुल परिवहन लागत को मिलाने वाली रेखा। 3. श्रम गुणांक - सस्ते श्रम के कारण उद्योग के विचलन को मापने वाला अनुपात।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5104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68/150</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के प्रमुख रेल परिवहन तंत्रों के संबंध में निम्नलिखित कथनों पर विचार कीजिए: A. ट्रांस-साइबेरियन रेलवे (रूस) 9,289 किमी लंबाई के साथ विश्व का सबसे लंबा एकल रेलमार्ग है जो मॉस्को से व्लादिवोस्तोक तक 8 टाइम जोनों को पार करता है। B. कैनेडियन पैसिफिक रेलवे पूर्व में हैलिफ़ैक्स/मॉन्ट्रियल को पश्चिम में वैंकूवर (प्रशांत तट) से जोड़ता है। C. ऑस्ट्रेलियन ट्रांस-कॉन्टिनेंटल रेलवे पूर्वी तट पर सिडनी को पश्चिमी तट पर पर्थ से जोड़ता है और नल्लारबोर मैदान से होकर गुजरता है। D. कुल रेल ट्रैक लंबाई (लगभग 2.28 लाख किमी) के मामले में संयुक्त राज्य अमेरिका का रेल नेटवर्क विश्व में प्रथम स्थान पर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5312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69/150</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ट्रांस-साइबेरियन रेलमार्ग यूरोप और प्रशांत महासागर को जोड़ता है और इसे तय करने में 7 दिन लगते हैं। कैनेडियन पैसिफिक रेल कनाडा के आर्थिक एकीकरण की धुरी है जो प्रेयरी गेहूँ पेटी को वैंकूवर बंदरगाह से जोड़ती है। ट्रांस-ऑस्ट्रेलियन रेलवे पर्थ को सिडनी से जोड़ता है जहाँ नल्लारबोर मैदान में 478 किमी का विश्व का सबसे लंबा सीधा (बिना मोड़ का) रेल ट्रैक है। अमेरिका में मालगाड़ियों का विश्व में सबसे सघन और लंबा नेटवर्क है, जबकि चीन के पास विश्व का सबसे बड़ा हाई-स्पीड (बुलेट ट्रेन) नेटवर्क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5312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69/150</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विश्व की प्रमुख अंतरराष्ट्रीय नहरों और उनकी विशेषताओं का सही सुमेलन कीजिए: सूची-I: सूची-I: A. स्वेज नहर (Suez Canal) B. पनामा नहर (Panama Canal) C. कील नहर (Kiel Canal) D. सू नहर (Soo Canal) सूची-II: 1. सुपीरियर झील को ह्यूरॉन झील से जोड़ती है (USA-कनाडा) 2. उत्तरी सागर को बाल्टिक सागर से जोड़ती है (जर्मनी) 3. अटलांटिक को प्रशांत से जोड़ती है (लॉक प्रणाली युक्त - पनामा) 4. भूमध्य सागर को लाल सागर से जोड़ती है (बिना लॉक प्रणाली - मिस्र)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113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70/150</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B-3, C-2,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स्वेज नहर (1869 में निर्मित, 193 किमी, मिस्र) भूमध्य सागर को लाल सागर से जोड़ती है जिससे यूरोप-एशिया की दूरी 7,000 किमी घट गई; इसमें कोई लॉक नहीं है। पनामा नहर (1914, 80 किमी) अटलांटिक (कैरेबियन) को प्रशांत से जोड़ती है तथा ऊँचाई के अंतर हेतु गातुन लेक और लॉक सिस्टम का प्रयोग करती है। कील नहर (जर्मनी) उत्तरी सागर को बाल्टिक सागर से जोड़कर जूटलैंड प्रायद्वीप का चक्कर बचाती है। सू नहर ग्रेट लेक्स में सुपीरियर और ह्यूरॉन को जोड़ती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113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70/150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के प्रमुख समुद्री व्यापार मार्गों (Ocean Trade Routes) के संदर्भ में निम्नलिखित कथनों पर विचार कीजिए: A. उत्तरी अटलांटिक समुद्री मार्ग (North Atlantic Route) विश्व का सबसे व्यस्ततम समुद्री मार्ग है जो पश्चिमी यूरोप और उत्तर-पूर्वी USA को जोड़ता है और इसे 'बिग ट्रंक रूट' (Big Trunk Route) कहा जाता है। B. स्वेज नहर मार्ग (भूमध्य सागर-लाल सागर-हिंद महासागर) विश्व का सबसे बड़ा तेल और वाणिज्यिक मार्ग है जो यूरोप को एशिया और ऑस्ट्रेलिया से जोड़ता है। C. केप ऑफ गुड होप मार्ग (दक्षिणी अफ्रीका) स्वेज नहर के विकल्प तथा भारी सुपरटैंकरों के आवागमन हेतु प्रयुक्त होता है। D. पनामा नहर मार्ग उत्तरी अमेरिका के पूर्वी और पश्चिमी तटों के मध्य समुद्री दूरी को लगभग 15,000 किमी कम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915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71/150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उत्तरी अटलांटिक मार्ग पर विश्व के दो सबसे उन्नत औद्योगिक क्षेत्र स्थित हैं, अतः विश्व के 25% से अधिक माल का व्यापार यहीं से होता है। स्वेज मार्ग वैश्विक व्यापार के 12% और कंटेनर ट्रैफिक के 30% का वहन करता है। केप मार्ग का उपयोग तब होता है जब स्वेज नहर में संकट हो या जहाज बहुत विशाल (Capesize) हों। पनामा नहर बनने से पूर्व जहाजों को दक्षिण अमेरिका के खतरनाक केप हॉर्न का चक्कर लगाना पड़ता था। अतः विकल्प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915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71/150</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विश्व के प्रमुख रणनीतिक चोकपॉइंट्स (Maritime Chokepoints) और उनकी भौगोलिक स्थिति का सही मिलान कीजिए: सूची-I: सूची-I: A. मलक्का जलडमरूमध्य B. बाब-अल-मंडेब जलडमरूमध्य C. होर्मुज जलडमरूमध्य D. डोवर जलडमरूमध्य सूची-II: 1. फारस की खाड़ी और ओमान की खाड़ी के मध्य (ईरान-ओमान) 2. लाल सागर और अदन की खाड़ी के मध्य (यमन-जिबूती) 3. हिंद महासागर और दक्षिण चीन सागर के मध्य (मलेशिया-इंडोनेशिया) 4. इंग्लिश चैनल और उत्तरी सागर के मध्य (इंग्लैंड-फ्रांस)</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716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72/150</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B-2, C-1,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मलक्का जलसंधि विश्व की सबसे व्यस्त जलसंधि है जहाँ से वैश्विक व्यापार का 25% और चीन के तेल आयात का 80% गुजरता है। बाब-अल-मंडेब स्वेज नहर का दक्षिणी प्रवेश द्वार है जहाँ हाल ही में हूती हमलों से वैश्विक जहाजरानी प्रभावित हुई। होर्मुज जलसंधि मध्य-पूर्व तेल निर्यात का प्रमुख चोकपॉइंट है। डोवर जलडमरूमध्य इंग्लैंड और फ्रांस के मध्य स्थित व्यस्ततम जलमार्ग है जिसके नीचे 'चैनल टनल' (Chunnel) बनी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716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72/150</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के प्रमुख हवाई अड्डों और वायु परिवहन नेटवर्क के संदर्भ में निम्नलिखित कथनों पर विचार कीजिए: A. हार्ट्सफील्ड-जैक्सन अटलांटा अंतरराष्ट्रीय हवाई अड्डा (USA) यात्री यातायात (Passenger Traffic) की दृष्टि से विश्व का सबसे व्यस्ततम हवाई अड्डा है। B. दुबई अंतरराष्ट्रीय हवाई अड्डा (UAE) अंतरराष्ट्रीय यात्रियों (International Passengers) की संख्या के मामले में विश्व में प्रथम स्थान पर है। C. दक्षिण कोरिया का 'सियोल (गिम्पो) से जेजू द्वीप' हवाई मार्ग विश्व का सबसे व्यस्त घरेलू हवाई मार्ग (Busiest Domestic Air Route) है। D. 'हब एंड स्पोक' (Hub and Spoke) मॉडल बड़े केंद्रीय हवाई अड्डों से छोटे हवाई अड्डों को जोड़ने की एक लागत-प्रभावी एयरलाइन नेटवर्क प्रणाली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85185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73/150</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अटलांटा एयरपोर्ट प्रतिवर्ष 10 करोड़ से अधिक यात्रियों का संचालन करता है (डेल्टा एयरलाइंस का मुख्य हब)। दुबई एयरपोर्ट पूर्व और पश्चिम के मध्य वैश्विक ट्रांजिट हब होने के कारण अंतरराष्ट्रीय यात्रियों में शीर्ष पर है। सियोल-जेजू रूट पर प्रतिदिन सैकड़ों उड़ानें संचालित होती हैं जो विश्व का सघनतम एयर कॉरिडोर है। एमिरेट्स, सिंगापुर एयरलाइंस और लुफ्थांसा जैसी प्रमुख एयरलाइंस हब एंड स्पोक मॉडल का प्रभावी उपयोग करती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85185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73/150</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समुद्री परिवहन और नौवहन सुरक्षा के संदर्भ में 'SLOC' का पूर्ण रूप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Sea Land Ocean Corridor</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Sea Lines of Communication</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Strategic Logistics Ocean Channel</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Submarine Location Operation Center</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9320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74/150</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Sea Lines of Communication</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Sea Land Ocean Corridor</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Strategic Logistics Ocean Channel</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Submarine Location Operation Center</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SLOC का पूर्ण रूप 'Sea Lines of Communication' (समुद्री संचार रेखाएं) है। ये वे प्राथमिक समुद्री व्यापारिक एवं नौवहन मार्ग हैं जिनका उपयोग वाणिज्यिक व्यापार, कच्चे तेल के परिवहन और नौसैनिक आवागमन हेतु किया जाता है। भारत-प्रशांत क्षेत्र में मलक्का, सुंडा, लोम्बोक जलसंधियाँ प्रमुख SLOCs हैं। वैश्विक अर्थव्यवस्था और राष्ट्रीय सुरक्षा के लिए SLOCs को समुद्री डकैती, भू-राजनीतिक तनाव और अवरोधों से मुक्त रखना (Freedom of Navigation) अत्यंत महत्वपूर्ण माना जाता है।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9320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74/150</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के प्रमुख राजमार्ग नेटवर्कों (Highway Networks) के संबंध में कौन से कथन सत्य हैं? A. पैन-अमेरिकन हाईवे (Pan-American Highway) लगभग 48,000 किमी नेटवर्क के साथ अलास्का (USA) से अर्जेंटीना तक फैला विश्व का सबसे लंबा मोटरेबल सड़क तंत्र है। B. पैन-अमेरिकन हाईवे में पनामा और कोलंबिया की सीमा पर स्थित दलदली वन क्षेत्र 'डेरियन गैप' (Darién Gap) में सड़क संपर्क टूटा हुआ है। C. ट्रांस-कनाडा हाईवे (लगभग 7,821 किमी) कनाडा के सभी 10 प्रांतों को अटलांटिक से प्रशांत तट तक जोड़ता है। D. कुल सड़क नेटवर्क की लंबाई के मामले में संयुक्त राज्य अमेरिका (लगभग 68 लाख किमी) विश्व में प्रथम तथा भारत (लगभग 63 लाख किमी) दूसरे स्थान पर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1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75/150</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पैन-अमेरिकन हाईवे गिनीज बुक में विश्व की सबसे लंबी सड़क के रूप में दर्ज है, जिसमें पनामा-कोलंबिया के मध्य 106 किमी का डेरियन गैप दुर्गम वर्षावनों के कारण अधूरा है। ट्रांस-कनाडा हाईवे न्यूफाउंडलैंड से ब्रिटिश कोलंबिया तक जाता है। सड़क नेटवर्क की कुल लंबाई में अमेरिका शीर्ष पर, भारत दूसरे स्थान पर और चीन तीसरे स्थान पर है। भारत का 'राष्ट्रीय राजमार्ग नेटवर्क' विश्व के सबसे तेजी से बढ़ते नेटवर्कों में से एक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1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75/150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विश्व की प्रमुख तेल/गैस पाइपलाइनों और उनसे जुड़े देशों का सही सुमेलन कीजिए: सूची-I: सूची-I: A. द्रुझबा पाइपलाइन (Druzhba Pipeline) B. तापी पाइपलाइन (TAPI Pipeline) C. ट्रांस-अलास्का पाइपलाइन (TAPS) D. नॉर्ड स्ट्रीम पाइपलाइन (Nord Stream) सूची-II: 1. तुर्कमेनिस्तान, अफगानिस्तान, पाकिस्तान और भारत 2. रूस से बाल्टिक सागर होते हुए जर्मनी (प्राकृतिक गैस) 3. रूस से मध्य एवं पूर्वी यूरोप (विश्व की सबसे लंबी कच्चा तेल पाइपलाइन) 4. प्रुधो बे (उत्तरी अलास्का) से वाल्डेज बंदरगाह (USA)</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C-4,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923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76/150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C-4,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C-3,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द्रुझबा (मैत्री) पाइपलाइन लगभग 4,000 किमी लंबी विश्व की सबसे बड़ी तेल पाइपलाइन प्रणाली है जो रूस के तेल को बेलारूस, पोलैंड, जर्मनी, हंगरी तक ले जाती है। TAPI पाइपलाइन तुर्कमेनिस्तान के गल्किनेश गैस क्षेत्र से भारत (फाजिल्का) तक गैस लाने हेतु प्रस्तावित है। ट्रांस-अलास्का पाइपलाइन आर्कटिक के जमे हुए टुंड्रा क्षेत्र से 1,287 किमी दूर वाल्डेज के बर्फ-मुक्त बंदरगाह तक तेल पहुँचाती है। नॉर्ड स्ट्रीम बाल्टिक सागर के नीचे बिछी गैस पाइपलाइन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923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76/150</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के प्रमुख अंतर्देशीय जलमार्गों (Inland Waterways) के महत्व के संबंध में निम्नलिखित कथनों पर विचार कीजिए: A. चीन की ग्रैंड कैनाल (Grand Canal - लगभग 1,776 किमी) बीजिंग को हांगझू से जोड़ने वाली विश्व की सबसे लंबी एवं सबसे प्राचीन मानव-निर्मित नहर है। B. राइन-मेन-डेन्यूब नहर (जर्मनी) उत्तरी सागर को काला सागर से जोड़कर 3,500 किमी लंबा ट्रांस-यूरोपीय जलमार्ग बनाती है। C. सेंट लॉरेंस सीवे और ग्रेट लेक्स जलमार्ग संयुक्त रूप से उत्तरी अमेरिका के औद्योगिक हृदय स्थल को समुद्री जहाजों के लिए सुलभ बनाते हैं। D. अंतर्देशीय जल परिवहन प्रति टन-किमी ऊर्जा दक्षता और पर्यावरण अनुकूलता की दृष्टि से सड़क व रेल की तुलना में सबसे सस्ता परिवहन साधन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17250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77/150</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चीन की ग्रैंड कैनाल 5वीं सदी ईसा पूर्व से शुरू होकर यूनेस्को धरोहर है। राइन-मेन-डेन्यूब नहर 1992 में पूरी हुई जिसने यूरोप के 15 देशों के जलमार्गों को जोड़ दिया। सेंट लॉरेंस सीवे में कई लॉक बनाए गए हैं ताकि महासागरीय मालवाहक जहाज डुलुथ और शिकागो तक पहुँच सकें। जल परिवहन भारी, बल्क और गैर-नाशवान वस्तुओं (कोयला, अयस्क, अनाज) के लिए सबसे किफायती और न्यूनतम कार्बन उत्सर्जक साधन है। अतः विकल्प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17250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77/150</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जलवायु परिवर्तन और आर्कटिक बर्फ के पिघलने के कारण कौन सा नया समुद्री व्यापारिक मार्ग यूरोप और पूर्वी एशिया के मध्य दूरी को स्वेज नहर की तुलना में लगभग 40% कम कर रहा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उत्तर-पश्चिमी जलमार्ग (Northwest Passage)</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उत्तरी समुद्री मार्ग (Northern Sea Route - NSR)</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ट्रांस-पोलर मार्ग</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केप रूट</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2526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78/150</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उत्तरी समुद्री मार्ग (Northern Sea Route - NSR)</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उत्तर-पश्चिमी जलमार्ग (Northwest Passage)</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ट्रांस-पोलर मार्ग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केप रूट</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उत्तरी समुद्री मार्ग (Northern Sea Route - NSR) रूस के आर्कटिक तटीय क्षेत्र (साइबेरियाई सागरों - बैरेंट्स, कारा, लापतेव, पूर्वी साइबेरियन) से होकर गुजरता है। ग्लोबल वार्मिंग के कारण गर्मियों में आर्कटिक बर्फ पिघलने से यह मार्ग खुल गया है। यह मार्ग सेंट पीटर्सबर्ग/हैम्बर्ग से शंघाई/टोक्यो की दूरी को स्वेज नहर मार्ग की तुलना में लगभग 7,000-8,000 किमी और यात्रा समय को 10-15 दिन कम कर देता है। रूस इस पर न्यूक्लियर आइसब्रेकर जहाजों की मदद से पूरे वर्ष नौवहन की सुविधा विकसित कर रहा है।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2526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78/150</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के प्रमुख कंटेनर बंदरगाहों (Major Container Ports) और समुद्री व्यापार के संबंध में निम्नलिखित कथनों पर विचार कीजिए: A. शंघाई बंदरगाह (चीन) कंटेनर कार्गो ट्रैफिक (TEU) और कुल माल ढुलाई दोनों की दृष्टि से विश्व का सबसे व्यस्त एवं सबसे बड़ा बंदरगाह है। B. विश्व के शीर्ष 10 सबसे व्यस्त कंटेनर बंदरगाहों में से 7 बंदरगाह अकेले चीन में स्थित हैं (शंघाई, निंगबो-झोउशान, शेनझेन, ग्वांगझू, किंगदाओ आदि)। C. सिंगापुर बंदरगाह विश्व का सबसे बड़ा ट्रांसशिपमेंट हब (Transshipment Hub) है जहाँ एक जहाज से दूसरे जहाज पर कंटेनर स्थानांतरित किए जाते हैं। D. रॉटरडैम बंदरगाह (नीदरलैंड) यूरोप महाद्वीप का सबसे बड़ा बंदरगाह है जिसे 'यूरोप का प्रवेश द्वार' (Gateway to Europe) कहा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3328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79/150</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शंघाई बंदरगाह प्रतिवर्ष 4.7 करोड़ से अधिक TEUs (ट्वेंटी-फुट इक्विवेलेंट यूनिट्स) कंटेनर संभालता है। चीन के विनिर्माण प्रभुत्व के कारण शीर्ष वैश्विक बंदरगाहों में चीनी बंदरगाहों का दबदबा है। सिंगापुर मलक्का जलसंधि के मुहाने पर होने के कारण वैश्विक कंटेनर री-रूटिंग का सबसे बड़ा केंद्र है। रॉटरडैम यूरोप के विशाल भीतरी प्रदेश (Hinterland) को राइन नदी व रेल नेटवर्क से जोड़ता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3328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79/150</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विश्व की प्रमुख रेलवे सुरंगों (Undersea/Alpine Railway Tunnels) और उनसे संबंधित देशों का सही सुमेलन कीजिए: सूची-I: सूची-I: A. गोटहार्ड बेस टनल (Gotthard Base Tunnel) B. सेकन टनल (Seikan Tunnel) C. चैनल टनल (Chunnel) D. सिम्पलॉन टनल सूची-II: 1. जापान (होन्शू और होक्काइडो द्वीप के मध्य - 53.85 किमी) 2. स्विट्जरलैंड (आल्प्स पर्वत के नीचे - विश्व की सबसे लंबी 57 किमी रेल सुरंग) 3. स्विट्जरलैंड एवं इटली सीमा 4. यूनाइटेड किंगडम एवं फ्रांस (इंग्लिश चैनल के नीचे - 50.45 किमी)</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129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80/150</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स्विट्जरलैंड की गोटहार्ड बेस टनल (57.1 किमी) आल्प्स पर्वत के नीचे बनी विश्व की सबसे लंबी और सबसे गहरी चालू रेलवे सुरंग है। जापान की सेकन टनल (53.85 किमी, जिसमें 23.3 किमी समुद्र के नीचे है) विश्व की सबसे लंबी अंडरसी रेल सुरंग रही है जो बुलेट ट्रेन (शिंकानसेन) को जोड़ती है। चैनल टनल (50.45 किमी, 37.9 किमी पानी के नीचे) इंग्लैंड और फ्रांस को जोड़ती है जिससे यूरोस्टार ट्रेन चलती है। सिम्पलॉन आल्प्स की ऐतिहासिक सुरंग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129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80/150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में सीमेंट, उर्वरक एवं कागज उद्योग के वैश्विक वितरण के संबंध में कौन से कथन सत्य हैं? A. चीन विश्व का सबसे बड़ा सीमेंट उत्पादक देश है (वैश्विक उत्पादन का ~55%), जबकि भारत दूसरे स्थान पर है। B. चीन विश्व का सबसे बड़ा रासायनिक उर्वरक (नाइट्रोजन, फॉस्फेट) उत्पादक एवं उपभोक्ता देश है। C. कनाडा, संयुक्त राज्य अमेरिका और चीन विश्व में लकड़ी की लुगदी (Pulp) और अखबारी कागज के अग्रणी उत्पादक हैं। D. स्विट्जरलैंड और जर्मनी विश्व में उच्च गुणवत्ता वाली फार्मास्यूटिकल (दवा) और परिशुद्ध मशीनरी उद्योग में अग्रणी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931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81/150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सीमेंट उद्योग भारी स्थानीय कच्चे माल (चूना पत्थर, जिप्सम) पर आधारित है जिसमें चीन और भारत बुनियादी ढांचे के विकास के कारण शीर्ष पर हैं। उर्वरक उद्योग प्राकृतिक गैस और रॉक फॉस्फेट पर निर्भर है जिसमें चीन, भारत, अमेरिका और रूस अग्रणी हैं। टैगा वनों की मुलायम लकड़ी के कारण कनाडा और स्कैंडिनेविया कागज उद्योग में पारंपरिक रूप से अग्रणी रहे हैं, यद्यपि कुल कागज उत्पादन में चीन प्रथम है। स्विट्जरलैंड (नोवार्टिस, रोश) और जर्मनी (बायर) फार्मास्यूटिकल्स के वैश्विक केंद्र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931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81/150</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विश्व में 'सुविधा के झंडे' (Flags of Convenience - FOC) नियमों के कारण किस देश के पास दुनिया का सबसे बड़ा पंजीकृत व्यापारिक जहाजी बेड़ा (Merchant Fleet)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संयुक्त राज्य अमेरिका</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पनामा</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चीन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यूनाइटेड किंगडम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57331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82/150</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पनामा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संयुक्त राज्य अमेरिका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यूनाइटेड किंगडम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पनामा के पास विश्व में सबसे अधिक पंजीकृत वाणिज्यिक मालवाहक जहाज हैं। इसका कारण 'Flags of Convenience' (सुविधा का झंडा) प्रणाली है, जिसके तहत विदेशी जहाज मालिक कम पंजीकरण शुल्क, न्यून कराधान, और लचीले श्रम नियमों का लाभ उठाने के लिए अपने जहाजों का पंजीकरण पनामा, लाइबेरिया या मार्शल द्वीपसमूह में कराते हैं। हालाँकि वास्तविक जहाज स्वामित्व में ग्रीस, चीन और जापान विश्व में अग्रणी हैं।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57331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82/150</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संयुक्त राज्य अमेरिका के प्रमुख औद्योगिक क्षेत्रों (Industrial Belts) के संबंध में निम्नलिखित कथनों पर विचार कीजिए: A. न्यू इंग्लैंड औद्योगिक प्रदेश (बोस्टन) अमेरिका का सबसे पुराना औद्योगिक केंद्र है जो इंजीनियरिंग, इलेक्ट्रॉनिक्स और उच्च शिक्षा अनुसंधान आधारित उद्योगों के लिए जाना जाता है। B. मध्य-अटलांटिक राज्य प्रदेश (न्यूयॉर्क, फिलाडेल्फिया, बाल्टीमोर) भारी मशीनरी, रसायन, मुद्रण और वित्तीय सेवाओं का प्रमुख संकुल है। C. दक्षिणी कैलिफोर्निया क्षेत्र (लॉस एंजिल्स) विमानन (Aerospace), हॉलीवुड फिल्म उद्योग, और इलेक्ट्रॉनिक्स का प्रमुख केंद्र है। D. गल्फ कोस्ट प्रदेश (ह्यूस्टन, न्यू ऑरलियन्स) तेल शोधन, पेट्रोकेमिकल और उर्वरक उद्योगों के लिए विश्वप्रसिद्ध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5347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83/150</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संयुक्त राज्य अमेरिका के विभिन्न औद्योगिक क्षेत्रों का विशिष्टीकरण है: न्यू इंग्लैंड ऐतिहासिक कपड़ा व आधुनिक बायोटेक हब है; मध्य-अटलांटिक तटीय बंदरगाहों और वित्त का केंद्र है; दक्षिणी कैलिफोर्निया प्रशांत तट का सबसे बड़ा विनिर्माण व एयरोस्पेस केंद्र है; और मैक्सिको की खाड़ी तट तेल शोधन का वैश्विक हब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5347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83/150</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विश्व के प्रमुख संचार उपग्रह एवं सबमरीन केबल नेटवर्कों से संबंधित तथ्यों का सही सुमेलन कीजिए: सूची-I: सूची-I: A. SEA-ME-WE 3 केबल B. 2Africa केबल C. जीसैट एवं इनमारसैट (Inmarsat) D. स्टारलिंक (Starlink) सूची-II: 1. स्पेसएक्स का लो-अर्थ ऑर्बिट (LEO) सैटेलाइट इंटरनेट नेटवर्क 2. संपूर्ण अफ्रीकी महाद्वीप को जोड़ने वाली विशाल सबमरीन ऑप्टिक केबल 3. दक्षिण-पूर्व एशिया, मध्य-पूर्व और पश्चिमी यूरोप को जोड़ने वाली 39,000 किमी केबल 4. समुद्री नौवहन और विमानन संचार हेतु भू-स्थैतिक उपग्रह प्रणाली</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C-4,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7336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84/150</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B-2, C-4,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C-2,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SEA-ME-WE 3 (दक्षिण-पूर्व एशिया, मध्य-पूर्व, पश्चिमी यूरोप) लगभग 39,000 किमी लंबाई के साथ विश्व की सबसे लंबी फाइबर-ऑप्टिक सबमरीन केबलों में से एक है जो 33 देशों को जोड़ती है। 2Africa संपूर्ण अफ्रीका महाद्वीप को घेरते हुए यूरोप और एशिया से जोड़ने वाला 45,000 किमी का नया केबल सिस्टम है। इनमारसैट समुद्री जहाजों और विमानों को वैश्विक आपातकालीन और नेविगेशन संचार प्रदान करता है। स्टारलिंक हजारों LEO उपग्रहों द्वारा वैश्विक हाई-स्पीड इंटरनेट उपलब्ध करा रहा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7336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84/150</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जापान के औद्योगिक प्रदेशों (Industrial Regions of Japan) की विशेषताओं के संबंध में कौन से कथन सत्य हैं? A. कांतो औद्योगिक प्रदेश (टोक्यो, योकोहामा, कावासाकी) जापान का सबसे बड़ा औद्योगिक और व्यापारिक संकुल है। B. किंकी या हांशिन प्रदेश (ओसाका, कोबे, क्योटो) सूती वस्त्र, रसायन, इस्पात और पोत निर्माण का प्रमुख केंद्र है। C. टोकाई या चुक्यो प्रदेश (नागोया, टोयोटा सिटी) जापान का प्रमुख ऑटोमोबाइल, विमानन और भारी मशीनरी केंद्र है। D. किटाक्यूशू प्रदेश (उत्तरी क्यूशू) ऐतिहासिक रूप से जापान का पहला भारी लौह-इस्पात केंद्र (यवाता) रहा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1380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85/150</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जापान का औद्योगिक विकास 'प्रशांत तटीय बेल्ट' (Pacific Belt/Tokaido Corridor) में हुआ है। कांतो क्षेत्र देश के कुल उत्पादन के एक-तिहाई का प्रतिनिधित्व करता है। हांशिन क्षेत्र ओसाका खाड़ी के सहारे सूती वस्त्र (जापान का मैनचेस्टर) और भारी उद्योगों का केंद्र है। चुक्यो क्षेत्र नागोया के आसपास टोयोटा के वाहनों और मित्सुबिशी मशीनरी का केंद्र है। किटाक्यूशू चिक्कुहो कोयला क्षेत्र के समीप होने से जापान का मूल इस्पात केंद्र बना।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1380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85/150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यूनाइटेड किंगडम (ब्रिटेन) का कौन सा ऐतिहासिक औद्योगिक क्षेत्र 'ब्लैक कंट्री' (The Black Country) के नाम से जाना जाता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लंदन बेसिन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बर्मिंघम और वेस्ट मिडलैंड्स का भारी धातु एवं कोयला उद्योग क्षेत्र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स्कॉटलैंड का लोथियन क्षेत्र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साउथ वेल्स तटीय क्षेत्र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939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86/150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बर्मिंघम और वेस्ट मिडलैंड्स का भारी धातु एवं कोयला उद्योग क्षेत्र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लंदन बेसिन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स्कॉटलैंड का लोथियन क्षेत्र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साउथ वेल्स तटीय क्षेत्र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इंग्लैंड के वेस्ट मिडलैंड्स में बर्मिंघम और वॉल्वरहैम्प्टन के आसपास के औद्योगिक क्षेत्र को 19वीं सदी में 'ब्लैक कंट्री' (The Black Country) कहा जाता था। इसका कारण यहाँ 30 फीट मोटी कोयले की सीमों (Thick Coal Seams), सैकड़ों लौह प्रगलन भट्टियों (Iron Foundries), और फोर्ज से निकलने वाले निरंतर काले धुएं और कालिख से संपूर्ण वातावरण और इमारतें काली हो जाना था। बर्मिंघम धातु के औजारों, बंदूकों और मशीनरी निर्माण के लिए विश्वविख्यात रहा है।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939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86/150</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में तेल शोधन (Petroleum Refining) और पेट्रोकेमिकल उद्योग के संबंध में निम्नलिखित कथनों पर विचार कीजिए: A. भारत का जामनगर तेल शोधन कारखाना (रिलायंस इंडस्ट्रीज, गुजरात) 1.24 मिलियन बैरल प्रतिदिन क्षमता के साथ विश्व का सबसे बड़ा एकल तेल रिफाइनरी परिसर है। B. ईरान का अबादान और सऊदी अरब का रास तनूरा मध्य-पूर्व के विशालतम तेल शोधन एवं निर्यात टर्मिनल हैं। C. सिंगापुर का 'जुरोंग द्वीप' (Jurong Island) एशिया का सबसे बड़ा एकीकृत पेट्रोकेमिकल एवं तेल भंडारण हब है। D. वेनेजुएला में माराकाइबो बेसिन और संयुक्त राज्य अमेरिका में टेक्सास तट प्रमुख पेट्रोकेमिकल केंद्र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9741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87/150</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जामनगर रिफाइनरी कॉम्प्लेक्स विश्व का सबसे बड़ा रिफाइनरी केंद्र है। मध्य पूर्व में रास तनूरा सऊदी अरामको का मुख्य निर्यातक बंदरगाह है। सिंगापुर कच्चे तेल का उत्पादक न होते हुए भी अपने रणनीतिक स्थान के कारण एशिया का शीर्ष रिफाइनिंग और ऑयल ट्रेडिंग हब है। टेक्सास तट (ह्यूस्टन/ब्यूमोंट) अमेरिकी रासायनिक उद्योग का केंद्र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9741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87/150</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विश्व के प्रमुख रेलमार्गों और उनके अंतिम स्टेशनों (Terminal Stations) का सही सुमेलन कीजिए: सूची-I: सूची-I: A. ट्रांस-साइबेरियन रेलवे B. ट्रांस-ऑस्ट्रेलियन रेलवे C. ओरिएंट एक्सप्रेस (ऐतिहासिक) D. कैनेडियन नेशनल रेलवे सूची-II: 1. सिडनी से पर्थ 2. पेरिस से इस्तांबुल (कॉन्स्टेंटिनोपल) 3. मॉस्को से व्लादिवोस्तोक 4. हैलिफ़ैक्स से प्रिंस रूपर्ट</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05429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88/150</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C-2,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ट्रांस-साइबेरियन रेलवे मॉस्को (यूरोपीय रूस) को प्रशांत तट पर व्लादिवोस्तोक से जोड़ता है। ट्रांस-ऑस्ट्रेलियन रेलवे सिडनी से पर्थ को जोड़ता है। ओरिएंट एक्सप्रेस यूरोप की प्रसिद्ध ऐतिहासिक लग्जरी ट्रेन थी जो पेरिस (फ्रांस) को इस्तांबुल (तुर्की) से जोड़ती थी। कैनेडियन नेशनल रेलवे अटलांटिक पर हैलिफ़ैक्स को प्रशांत तट पर प्रिंस रूपर्ट से जोड़ता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05429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88/150</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में परमाणु ऊर्जा (Nuclear Energy) और नवीकरणीय ऊर्जा उद्योग के संबंध में कौन से कथन सत्य हैं? A. संयुक्त राज्य अमेरिका कुल परमाणु ऊर्जा उत्पादन (किलोवाट-घंटे) में 93 रिएक्टरों के साथ विश्व में प्रथम स्थान पर है। B. फ्रांस अपनी कुल राष्ट्रीय विद्युत का लगभग 70% परमाणु ऊर्जा से प्राप्त करता है, जो प्रतिशत के आधार पर विश्व में सर्वाधिक है। C. चीन विश्व में पवन ऊर्जा (Wind Energy) और सौर ऊर्जा (Solar PV) दोनों की स्थापित क्षमता में विश्व में प्रथम स्थान पर है। D. भारत का कुडनकुलम परमाणु ऊर्जा संयंत्र (तमिलनाडु) देश का सबसे बड़ा परमाणु ऊर्जा केंद्र है जो रूसी सहयोग से विकसित हुआ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1344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89/150</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अमेरिका विश्व की 30% से अधिक परमाणु ऊर्जा का उत्पादन करता है। फ्रांस अपनी ऊर्जा सुरक्षा के लिए परमाणु शक्ति पर सबसे अधिक निर्भर देश है। नवीकरणीय ऊर्जा के क्षेत्र में चीन वैश्विक सौर पैनलों के 80% और पवन टर्बाइनों के निर्माण में अग्रणी है। भारत में 22 से अधिक परमाणु रिएक्टर कार्यरत हैं जिनमें कुडनकुलम (2000 MW क्षमता) सबसे बड़ा कार्यरत केंद्र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1344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89/150</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विश्व व्यापार संगठन (WTO) के अनुसार वैश्विक व्यापारिक माल का लगभग कितना प्रतिशत (भार/वॉल्यूम के आधार पर) समुद्री परिवहन (Maritime Transport) द्वारा वहन किया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40%</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60%</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80% से अधिक</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95%</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90/150</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80% से अधिक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60%</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95%</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संयुक्त राष्ट्र व्यापार और विकास सम्मेलन (UNCTAD) और IMO के अनुसार, विश्व के कुल व्यापारिक माल का 80% से अधिक आयतन/भार (Volume/Weight) और लगभग 70% मूल्य समुद्री मार्गों (Maritime Shipping) द्वारा ढोया जाता है। इसका मुख्य कारण यह है कि भारी, विशाल और लंबी दूरी के माल (जैसे कच्चा तेल, कोयला, लौह अयस्क, अनाज, और कंटेनराइज्ड निर्मित उत्पाद) के लिए समुद्री जहाजरानी सबसे सस्ती, सुरक्षित और विशाल क्षमता वाली परिवहन प्रणाली है। अतः विकल्प C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90/150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के उष्णकटिबंधीय वर्षावन (Tropical Rainforests/Selvas) बायोम के संदर्भ में निम्नलिखित कथनों पर विचार कीजिए: A. ये वन भूमध्य रेखा के दोनों ओर 10° उत्तर से 10° दक्षिण अक्षांशों (अमेजन बेसिन, कांगो बेसिन और इंडोनेशिया) में पाए जाते हैं जहाँ वर्षभर 200 सेमी से अधिक वर्षा और उच्च तापमान रहता है। B. इन वनों में चौड़ी पत्ती वाले सदाबहार वृक्षों की बहुस्तरीय छतरी (Multi-layered Canopy) पाई जाती है, जिससे धरातल पर सूर्य का प्रकाश अत्यंत कम पहुँचता है। C. उच्च तापमान और निरंतर उच्च आर्द्रता के कारण यहाँ लीफ लिटर (पत्तियों के कचरे) का अपघटन (Decomposition) विश्व में सर्वाधिक तीव्र गति से होता है। D. तीव्र अपक्षालन (Leaching) के कारण इन वनों की मृदा पोषक तत्वों में अत्यंत गरीब होती है तथा अधिकांश पोषक तत्व जीवित जैव भार (Biomass) में संचित रहते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947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91/150</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वैज्ञानिक एवं भौगोलिक रूप से सत्य हैं। उष्णकटिबंधीय वर्षावन (जिन्हें अमेजन में सेल्वास कहते हैं) पृथ्वी के फेफड़े कहलाते हैं। यहाँ सघन छतरी के कारण अधिपादप (Epiphytes) और काष्ठीय लताएं (Lianas) बहुतायत में पाई जाती हैं। उच्च तापमान और नमी के कारण सूक्ष्मजीव पत्तियों का तीव्र अपघटन करते हैं, परंतु भारी वर्षा से पोषक तत्व तुरंत बहकर नीचे चले जाते हैं (Leaching)। इसीलिए जब इन वनों को काटा जाता है तो मृदा शीघ्र बंजर हो जाती है क्योंकि पोषक तत्व मृदा में नहीं बल्कि जीवित वृक्षों के बायोमास में होते हैं। अतः विकल्प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947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91/150</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विश्व के प्रमुख घास के मैदानों और उनकी जलवायु प्रकृति तथा भौगोलिक स्थिति का सही सुमेलन कीजिए: सूची-I: सूची-I: A. लानोस (Llanos) B. सेराडो (Cerrado) C. प्रेयरी (Prairies) D. वेल्ड (Veld) सूची-II: 1. उत्तरी अमेरिका (शीतोष्ण वाणिज्यिक अनाज पेटी) 2. दक्षिण अफ्रीका (शीतोष्ण पठारी घास का मैदान) 3. ओरिनोको बेसिन, वेनेजुएला (उष्णकटिबंधीय सवाना घास) 4. मध्य ब्राजील का पठार (उष्णकटिबंधीय सवाना घास)</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C-3,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3749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92/150</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C-1,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C-3,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लानोस वेनेजुएला और कोलंबिया के ओरिनोको नदी बेसिन में स्थित उष्णकटिबंधीय घास का मैदान है। सेराडो मध्य ब्राजील के उच्च पठार पर विस्तृत विशाल उष्णकटिबंधीय सवाना क्षेत्र है जो वर्तमान में सोयाबीन और पशुपालन का प्रमुख केंद्र बन चुका है। प्रेयरी उत्तरी अमेरिका (USA-कनाडा) का समशीतोष्ण उपजाऊ घास का मैदान है जिसे 'विश्व की रोटी की टोकरी' कहा जाता है। वेल्ड दक्षिण अफ्रीका के उच्च पठारी भागों में विस्तृत शीतोष्ण घास का मैदान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3749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92/150</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टैगा (बोरियल वन) और टुंड्रा बायोम की विशेषताओं के संबंध में निम्नलिखित कथनों पर विचार कीजिए: A. टैगा (Taiga) बायोम उत्तरी गोलार्ध में 50° से 70° अक्षांशों के मध्य विस्तृत विश्व का सबसे बड़ा स्थलीय वन बायोम है, जिसमें चीड़ (Pine), फर (Fir), स्प्रूस और लार्च जैसे शंकुधारी (Coniferous) वृक्ष पाए जाते हैं। B. टैगा वनों की लकड़ी मुलायम होती है, जो विश्व में लुगदी (Pulp), कागज और माचिस उद्योग का प्रमुख आधार है (कनाडा, रूस, फिनलैंड, स्वीडन)। C. टुंड्रा (Tundra) बायोम ट्री-लाइन (Tree-line) के उत्तर में आर्कटिक और अल्पाइन क्षेत्रों में पाया जाता है जहाँ की भूमि स्थायी रूप से जमी हुई (Permafrost) रहती है। D. टुंड्रा में वृक्षों का अभाव होता है और यहाँ मुख्य वनस्पति काई (Moss), लाइकेन (Lichen), सेज और बौनी विलो (Dwarf Willow) पाई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4551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93/150</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टैगा या बोरियल वन शंकुधारी कोणधारी वन होते हैं जिनकी सुई जैसी पत्तियां और शंक्वाकार बनावट भारी बर्फबारी को सहने हेतु अनुकूलित होती है। इन वनों से प्राप्त मुलायम लकड़ी (Softwood) से अखबारी कागज और सेल्युलोज का वैश्विक उत्पादन होता है। टुंड्रा अत्यधिक शीत के कारण वनस्पति-विहीन टुंड्रा (Treeless tundra) प्रदेश है जहाँ परमाफ्रॉस्ट के कारण वृक्षों की जड़ें नीचे नहीं जा पातीं, अतः केवल छोटी काई और लाइकेन ही उगती हैं जिन्हें रेनडियर और मस्क-ऑक्स चरते हैं। अतः विकल्प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4551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93/150</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भूमध्यसागरीय वनस्पति के विश्व में पाए जाने वाले विभिन्न क्षेत्रीय नामों और उनके देशों का सही मिलान कीजिए: सूची-I: सूची-I: A. माक्वी (Maquis) B. चैपरेल (Chaparral) C. मैटोरल (Matorral) D. फाइनबोस (Fynbos) सूची-II: 1. कैलिफोर्निया (USA) 2. भूमध्य सागर के तटीय देश (दक्षिणी यूरोप) 3. दक्षिण अफ्रीका (केप प्रांत) 4. मध्य चिली (दक्षिण अमेरिका)</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352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94/150</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भूमध्यसागरीय जलवायु (गर्म-शुष्क ग्रीष्मकाल तथा ठंडी-आर्द्र शीतकाल) में वाष्पोत्सर्जन रोकने हेतु मोमी और मोटी पत्तियों वाली झाड़ियाँ (Sclerophyllous vegetation) पाई जाती हैं। इनके क्षेत्रीय नाम हैं: भूमध्य सागर तटीय क्षेत्र में 'माक्वी' (Maquis) व गैरिस; कैलिफोर्निया में 'चैपरेल' (Chaparral); मध्य चिली में 'मैटोरल' (Matorral); दक्षिण अफ्रीका के केप क्षेत्र में 'फाइनबोस' (Fynbos); तथा दक्षिण-पश्चिम ऑस्ट्रेलिया में 'मैली' (Mallee)।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352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94/150</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विश्व में स्थानांतरित कृषि (Shifting Cultivation/Slash and Burn) के विभिन्न देशों में प्रचलित स्थानीय नामों के संबंध में कौन से युग्म सही हैं? A. मिल्पा (Milpa) - मेक्सिको एवं मध्य अमेरिका B. लदांग (Ladang) - मलेशिया एवं इंडोनेशिया C. चेना (Chena) - श्रीलंका D. रोका (Roca) - ब्राजील</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1542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95/150</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युग्म पूर्णतः सही हैं। स्थानांतरित या झूम कृषि को विश्व के विभिन्न भागों में अलग-अलग नामों से जाना जाता है: मेक्सिको/मध्य अमेरिका में 'मिल्पा', ब्राजील में 'रोका', वेनेजुएला में 'कोनुको', मलेशिया-इंडोनेशिया में 'लदांग', म्यांमार में 'तौंग्या' (Taungya), फिलीपींस में 'कैंगिन' (Caingin), वियतनाम में 'रे' (Ray), श्रीलंका में 'चेना', तथा भारत के पूर्वोत्तर में 'झूम', म.प्र. में 'बेवर/दहिया', आंध्र में 'पोडू' कहा जाता है। इसमें वन को काटकर जलाया जाता है और 2-3 वर्ष खेती के बाद भूमि छोड़ दी जाती है। अतः विकल्प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1542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95/150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विश्व की प्रमुख नकदी एवं रोपण फसलों और उनके शीर्ष उत्पादक देशों का सही सुमेलन कीजिए: सूची-I: सूची-I: A. प्राकृतिक रबर B. कॉफी (कह्वा) C. कोको (Cocoa) D. पाम ऑयल (ताड़ का तेल) सूची-II: 1. आइवरी कोस्ट (Côte d'Ivoire) 2. इंडोनेशिया 3. थाईलैंड 4. ब्राजील</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955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96/150</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थाईलैंड विश्व का सबसे बड़ा प्राकृतिक रबर उत्पादक देश है (इसके बाद इंडोनेशिया और वियतनाम)। ब्राजील विश्व का सबसे बड़ा कॉफी उत्पादक और निर्यातक है जहाँ साओ पाउलो के 'टेरा रोक्सा' पठार पर 'फजेंडा' (Fazendas) नामक विशाल कॉफी बागान हैं। आइवरी कोस्ट (कोटे डी आइवर) विश्व के 40% से अधिक कोको का उत्पादन करता है। इंडोनेशिया विश्व का सबसे बड़ा पाम ऑयल उत्पादक है (मलेशिया दूसरे स्थान पर है)। अतः सही कूट विकल्प A (A-3, B-4, C-1, D-2)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955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96/150</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में भूमध्यसागरीय कृषि (Mediterranean Agriculture) एवं अंगूर की खेती (Viticulture) के संदर्भ में निम्नलिखित कथनों पर विचार कीजिए: A. भूमध्यसागरीय कृषि अत्यधिक विशिष्टीकृत वाणिज्यिक कृषि है जो विशेष रूप से खट्टे फलों (Citrus fruits - संतरा, नींबू), जैतून (Olive) और अंगूर (Grape) के लिए प्रसिद्ध है। B. अंगूर की खेती (Viticulture) और शराब (Wine) निर्माण भूमध्यसागरीय बेसिन के देशों (इटली, फ्रांस, स्पेन) का मुख्य व्यवसाय है। C. स्पेन विश्व में जैतून के तेल (Olive Oil) का सबसे बड़ा उत्पादक देश है। D. भूमध्यसागरीय कृषि केवल भूमध्य सागर के तटवर्ती देशों में ही पाई जाती है, विश्व के किसी अन्य महाद्वीप में नहीं।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77575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97/150</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D गलत है क्योंकि भूमध्यसागरीय कृषि भूमध्य सागर के अलावा अन्य महाद्वीपों के उन सभी क्षेत्रों में पाई जाती है जहाँ भूमध्यसागरीय जलवायु (30°-45° अक्षांसों पर महाद्वीपों के पश्चिमी तट) है - जैसे संयुक्त राज्य अमेरिका की कैलिफोर्निया घाटी, मध्य चिली, दक्षिण अफ्रीका का केप प्रांत, तथा दक्षिणी एवं दक्षिण-पश्चिमी ऑस्ट्रेलिया। शेष कथन (A, B, C) बिल्कुल सही हैं। इटली, फ्रांस और स्पेन विश्व के अग्रणी शराब उत्पादक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77575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97/150</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संयुक्त राज्य अमेरिका के कृषि प्रदेशों में 'मक्का पेटी' (Corn Belt) का मुख्य विस्तार किन राज्यों में है और इसका प्रमुख आर्थिक उपयोग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फ्लोरिडा और जॉर्जिया - मानव उपभोग हेतु डिब्बाबंद मक्का</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आयोवा, इलिनोइस, इंडियाना, ओहियो - सुअर और मवेशियों को मोटा करने (Fattening) तथा एथेनॉल उत्पादन हेतु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कैलिफोर्निया और नेवादा - शराब और स्टार्च उद्योग हेतु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डकोटा और मोंटाना - केवल निर्यात हेतु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5591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98/150</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आयोवा, इलिनोइस, इंडियाना, ओहियो - सुअर और मवेशियों को मोटा करने (Fattening) तथा एथेनॉल उत्पादन हेतु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फ्लोरिडा और जॉर्जिया - मानव उपभोग हेतु डिब्बाबंद मक्का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कैलिफोर्निया और नेवादा - शराब और स्टार्च उद्योग हेतु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डकोटा और मोंटाना - केवल निर्यात हेतु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यूएसए की कॉर्न बेल्ट का मुख्य विस्तार मध्य-पश्चिमी राज्यों - आयोवा, इलिनोइस, इंडियाना, ओहियो, मिसौरी और मिनेसोटा में है। यहाँ ग्रीष्मकालीन उच्च तापमान और पर्याप्त संवहनीय वर्षा मक्के के लिए आदर्श है। उत्पादित मक्के का लगभग 40% हिस्सा मवेशियों और सुअरों (Beef and Pork cattle) के चारे हेतु, 30% एथेनॉल (बायोफ्यूल) बनाने में, तथा शेष औद्योगिक स्टार्च और सिरप हेतु उपयोग होता है। अमेरिका विश्व का सबसे बड़ा मक्का उत्पादक एवं निर्यातक है। अतः विकल्प B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5591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98/150</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में गेहूँ की खेती (Wheat Cultivation) की भौगोलिक दशाओं और वितरण के संबंध में कौन से कथन सत्य हैं? A. गेहूँ समशीतोष्ण कटिबंध की फसल है जिसे बोते समय 10°-15°C तथा पकते समय 20°-25°C तापमान और 50-75 सेमी वर्षा की आवश्यकता होती है। B. शीतकालीन गेहूँ (Winter Wheat) पतझड़ में बोया जाता है और गर्मियों में काटा जाता है (जैसे यूएसए का कंसास, यूक्रेन, भारत), जबकि वसंतकालीन गेहूँ (Spring Wheat) अत्यधिक ठंडे क्षेत्रों में वसंत में बोया जाता है (जैसे कनाडा का विन्निपेग/प्रेयरी, उत्तरी डकोटा)। C. चीन विश्व का सबसे बड़ा गेहूँ उत्पादक देश है, जबकि भारत दूसरे और रूस तीसरे स्थान पर है। D. रूस वर्तमान में विश्व में गेहूँ का सबसे बड़ा निर्यातक (Largest Wheat Exporter) देश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9360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99/150</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पूर्णतः सत्य हैं। गेहूँ विश्व की सबसे विस्तृत क्षेत्र में बोई जाने वाली खाद्यान्न फसल है। जिन क्षेत्रों में सर्दियों में जमीन जम जाती है (जैसे कनाडा और रूस के उत्तरी भाग) वहाँ वसंतकालीन गेहूँ उगाया जाता है। कनाडा का विन्निपेग विश्व की सबसे बड़ी गेहूँ मंडी कहलाता है। चीन विश्व का शीर्ष उत्पादक (~13.5 करोड़ टन) है, भारत दूसरा (~11 करोड़ टन) है। निर्यात के मामले में रूस विश्व में प्रथम स्थान पर है जिसके बाद ऑस्ट्रेलिया, अमेरिका और कनाडा आते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9360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99/150</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विश्व की प्रमुख फसलों और उनके मूल उत्पत्ति स्थानों (Centers of Origin) का सही सुमेलन कीजिए: सूची-I: सूची-I: A. मक्का (Corn/Maize) B. कॉफी (Coffee) C. चाय (Tea) D. रबर (Hevea brasiliensis) सूची-II: 1. अमेजन बेसिन (ब्राजील) 2. यूनान/दक्षिण-पश्चिमी चीन 3. मेसोअमेरिका / मेक्सिको 4. कफ्फा प्रांत (इथियोपिया, अफ्रीका)</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4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100/150</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C-2,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C-1,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मक्का की उत्पत्ति मेक्सिको (मेसोअमेरिका) में माया और एज्टेक सभ्यताओं द्वारा जंगली घास (टियोसिंटे) से हुई। कॉफी का मूल स्थान पूर्वी अफ्रीका के इथियोपिया का 'कफ्फा' (Kaffa) क्षेत्र है जहाँ से यह अरब और विश्व भर में फैली। चाय की उत्पत्ति चीन के यूनान/सिचुआन पर्वतीय क्षेत्रों में हुई। प्राकृतिक रबर का मूल वृक्ष हेवेया ब्रासिलिएन्सिस अमेजन वर्षावन (ब्राजील) का मूल निवासी है जहाँ से अंग्रेज इसके बीज दक्षिण-पूर्व एशिया ले गए।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4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100/150</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में चावल की खेती (Rice/Paddy Cultivation) के संबंध में निम्नलिखित कथनों पर विचार कीजिए: A. चावल उष्णार्द्र मानसूनी जलवायु की मुख्य फसल है जिसे 20°-35°C उच्च तापमान और 150-200 सेमी भारी वर्षा की आवश्यकता होती है। B. विश्व के कुल चावल उत्पादन का लगभग 90% हिस्सा मानसूनी एशिया (चीन, भारत, बांग्लादेश, इंडोनेशिया, वियतनाम, थाईलैंड) में केंद्रित है। C. चीन विश्व का सबसे बड़ा चावल उत्पादक देश है और भारत दूसरे स्थान पर है। D. भारत विश्व में चावल का सबसे बड़ा निर्यातक (Largest Rice Exporter) देश है, जो वैश्विक चावल निर्यात का लगभग 40% हिस्सा वहन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964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101/150</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धान की खेती 'सघन निर्वाह कृषि' (Intensive Subsistence Farming) का मुख्य आधार है जहाँ खेतों में खड़ा पानी आवश्यक होता है। चीन वार्षिक लगभग 21 करोड़ टन उत्पादन के साथ प्रथम तथा भारत लगभग 13.5 करोड़ टन के साथ दूसरे स्थान पर है। निर्यात के क्षेत्र में भारत 2012 से लगातार विश्व का सबसे बड़ा चावल निर्यातक बना हुआ है (गैर-बासमती व बासमती), जिसके बाद थाईलैंड और वियतनाम का स्थान आता है। अतः विकल्प C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964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101/150</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कृषि की विशिष्ट शब्दावलियों (Agricultural Terms) और उनके सही अर्थ का सुमेलन कीजिए: सूची-I: सूची-I: A. ऋतु-प्रवास (Transhumance) B. ट्रक फार्मिंग (Truck Farming) C. सेरीकल्चर (Sericulture) D. विटीकल्चर (Viticulture) सूची-II: 1. रेशम कीट पालन एवं रेशम उत्पादन 2. अंगूर की व्यापारिक खेती 3. नगरों के समीप सब्जियों, फलों व फूलों की बाजार आधारित गहन कृषि 4. ग्रीष्म व शीतकाल के अनुसार पर्वतीय और मैदानी चरागाहों के मध्य पशुओं का मौसमी प्रवास</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C-3,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1765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102/150</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B-3,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C-3,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ऋतु-प्रवास (Transhumance) में गद्दी, बकरवाल और भोटिया जैसी जनजातियाँ गर्मियों में ऊँचे अल्पाइन चरागाहों (बुग्याल) और सर्दियों में घाटियों की ओर पशुओं के साथ प्रवास करती हैं। ट्रक फार्मिंग (Market Gardening) में खराब होने वाली ताजी सब्जियों और फलों को रातों-रात ट्रकों द्वारा नजदीकी शहरी बाजारों तक पहुँचाया जाता है। सेरीकल्चर शहतूत की पत्तियों पर रेशम के कीड़े पालने से संबंधित है। विटीकल्चर अंगूर की व्यावसायिक खेती को कहते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1765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102/150</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में रोपण कृषि (Plantation Agriculture) की प्रमुख विशेषताओं के संबंध में निम्नलिखित कथनों पर विचार कीजिए: A. रोपण कृषि की शुरुआत यूरोपीय औपनिवेशिक शक्तियों (ब्रिटिश, फ्रेंच, डच, पुर्तगाली) द्वारा उष्णकटिबंधीय देशों में की गई थी। B. यह एक फसली (Monoculture) कृषि प्रणाली है जिसमें बड़े-बड़े फार्मों (Estates) पर अत्यधिक पूंजी और आधुनिक वैज्ञानिक तकनीकों का उपयोग किया जाता है। C. इसका मुख्य उद्देश्य स्थानीय उपभोग नहीं, बल्कि विदेशी बाजारों के लिए प्रसंस्करण और निर्यात करना होता है। D. चाय, कॉफी, रबर, कोको, गन्ना, केला और ऑयल पाम प्रमुख रोपण फसलें हैं, जबकि गेहूँ और चावल रोपण फसलें नहीं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25672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103/150</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रोपण कृषि 19वीं सदी के औपनिवेशिक काल की देन है, जैसे भारत/श्रीलंका में अंग्रेजों द्वारा चाय बागान, मलेशिया में रबर, ब्राजील में पुर्तगालियों द्वारा कॉफी (Fazendas), और मध्य अमेरिका में बनाना रिपब्लिक (United Fruit Company)। यह भारी पूंजी, सस्ते स्थानीय श्रम, उत्तम परिवहन और कारखानों से जुड़ी कृषि है। गेहूँ और चावल खाद्यान्न फसलें हैं, रोपण फसलें नहीं।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25672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103/150</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ब्राजील के साओ पाउलो राज्य में स्थित 'टेरा रोक्सा' (Terra Roxa) मृदा किस फसल के उत्पादन के लिए विश्व भर में आदर्श मानी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प्राकृतिक रबर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कॉफी (कह्वा)</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कपास</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3368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104/150</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कॉफी (कह्वा)</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प्राकृतिक रबर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कपास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ब्राजील के साओ पाउलो और पराना पठारी क्षेत्रों में पाई जाने वाली 'टेरा रोक्सा' (लाल-बैंगनी रंग की ज्वालामुखीय बेसाल्टिक मृदा) कॉफी (कह्वा) की खेती के लिए विश्व की सबसे आदर्श मिट्टी है। यह मिट्टी लोहे और पोटाश से भरपूर, गहरी और उत्तम जल निकासी वाली होती है। ब्राजील के विशाल कॉफी बागानों को 'फजेंडा' (Fazendas) कहा जाता है। साओ पाउलो को विश्व की 'कॉफी राजधानी' और सैंटोस बंदरगाह को 'कॉफी बंदरगाह' (Coffee Port) कहा जाता है। अतः विकल्प B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3368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104/150</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में कपास (Cotton) की खेती और उसके वैश्विक वितरण के संबंध में कौन से कथन सही हैं? A. कपास को 'सफेद सोना' (White Gold) कहा जाता है और इसके लिए 210 पाला-रहित दिन (Frost-free days) तथा काली कपासी (रेगुर) मृदा सर्वोत्तम होती है। B. चीन (विशेषकर झिंजियांग प्रांत) विश्व का सबसे बड़ा कपास उत्पादक देश है, जिसके बाद भारत और संयुक्त राज्य अमेरिका का स्थान है। C. मिस्र की नील नदी डेल्टा में उत्पादित होने वाली लंबी रेशे वाली कपास (Egyptian Long Staple Cotton) अपनी सर्वोच्च गुणवत्ता और चमक के लिए विश्वप्रसिद्ध है। D. संयुक्त राज्य अमेरिका विश्व में कच्चे कपास का सबसे बड़ा निर्यातक (Largest Cotton Exporter) देश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170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105/150</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कपास उपोष्ण जलवायु की फसल है जिसे पकते समय तेज धूप और स्वच्छ आकाश की आवश्यकता होती है। चीन विश्व का लगभग 25% कपास उत्पादित करता है जहाँ झिंजियांग प्रांत का 85% योगदान है। भारत विश्व में दूसरा सबसे बड़ा उत्पादक है (बीटी कॉटन के प्रयोग से)। मिस्र की गीज़ा (Giza) कॉटन दुनिया का सबसे महीन और लंबा रेशा बनाती है। संयुक्त राज्य अमेरिका की कॉटन बेल्ट (टेक्सास, मिसिसिपी, जॉर्जिया) विश्व में कपास की सबसे बड़ी निर्यातक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170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105/150</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विश्व के प्रमुख वानिकी एवं इमारती लकड़ी के वृक्षों तथा उनके प्राकृतिक वन बायोम का सही सुमेलन कीजिए: सूची-I: सूची-I: A. महोगनी एवं आबनूस (Ebony) B. सागौन (Teak) एवं साल C. चीड़ (Pine) एवं डगलस फर D. जैतून एवं कार्क ओक सूची-II: 1. भूमध्यसागरीय वन 2. उष्णकटिबंधीय वर्षावन (Equatorial) 3. शीतोष्ण शंकुधारी / टैगा वन 4. उष्णकटिबंधीय मानसूनी पर्णपाती वन</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C-3,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972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106/150</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C-3,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C-3,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महोगनी, आबनूस (Ebony), रोजवुड और सिनकोना उष्णकटिबंधीय सदाबहार वर्षावनों के अत्यंत कठोर व मूल्यवान वृक्ष हैं। सागौन (Teak), साल, शीशम और महुआ मानसूनी पर्णपाती वनों की मुख्य प्रजातियां हैं। चीड़ (Pine), फर, स्प्रूस और देवदार टैगा/शीतोष्ण कोणधारी वनों के वृक्ष हैं जो मुलायम लकड़ी प्रदान करते हैं। जैतून (Olive), प्लम और कार्क ओक (जिसकी छाल से वाइन की बोतलों के कार्क बनते हैं) भूमध्यसागरीय वनस्पति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972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106/150</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में गन्ने की खेती और जैव ईंधन (Biofuel/Ethanol) उत्पादन के संबंध में निम्नलिखित कथनों पर विचार कीजिए: A. ब्राजील विश्व में गन्ने का सबसे बड़ा उत्पादक देश है और गन्ने के रस से एथेनॉल (Biofuel) बनाने में विश्व में अग्रणी है। B. ब्राजील ने 1975 में 'प्रो-अल्कोहल' (PROALCOOL) कार्यक्रम प्रारंभ किया था जिसके तहत आज ब्राजील की अधिकांश गाड़ियाँ फ्लेक्स-फ्यूल (Flex-fuel) पर चलती हैं। C. भारत गन्ने से चीनी (Sugar) के कुल उपभोग और उत्पादन में विश्व के शीर्ष देशों में शामिल है। D. चुकंदर (Sugar Beet) ठंडी शीतोष्ण जलवायु (फ्रांस, जर्मनी, रूस) में चीनी उत्पादन का प्रमुख स्रोत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57737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107/150</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ब्राजील वार्षिक 70-75 करोड़ टन गन्ने का उत्पादन करता है तथा अपनी पेट्रोल कारों में 27% एथेनॉल मिश्रण अनिवार्य कर चुका है। भारत ब्राजील के बाद दूसरा सबसे बड़ा गन्ना उत्पादक है और 20% एथेनॉल ब्लेंडिंग (E20) लक्ष्य पर तेजी से आगे बढ़ रहा है। उष्णकटिबंधीय देशों में चीनी गन्ने से बनती है, जबकि यूरोप के ठंडे देशों में चीनी चुकंदर (Sugar Beet) से प्राप्त की जाती है। क्यूबा को ऐतिहासिक रूप से 'विश्व का चीनी का कटोरा' कहा जाता था।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57737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107/150</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के प्रमुख समुद्री मत्स्यन क्षेत्रों (Major Fishing Grounds) और उनके निर्माण के भौगोलिक कारणों का सही मिलान कीजिए: सूची-I: सूची-I: A. ग्रैंड बैंक्स (न्यूफाउंडलैंड, कनाडा) B. उत्तर-पश्चिमी प्रशांत क्षेत्र (जापान तट) C. पेरूवियन तट (हम्बोल्ट धारा क्षेत्र) D. डॉगर बैंक (उत्तरी सागर, यूरोप) सूची-II: 1. पेरू की ठंडी धारा के साथ पोषक तत्वों का अपवेलिंग (Upwelling) 2. गर्म गल्फ स्ट्रीम और ठंडी लैब्राडोर धारा का मिलन 3. उथला महाद्वीपीय मग्नतट (Shallow Continental Shelf) 4. गर्म क्यूरोशियो और ठंडी ओयाशियो धारा का संगम</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6575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108/150</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जहाँ गर्म और ठंडी समुद्री जलधाराएं मिलती हैं, वहाँ प्लैंकटन (मछलियों का प्राथमिक भोजन) प्रचुर मात्रा में पनपते हैं। ग्रैंड बैंक्स पर गल्फ स्ट्रीम (गर्म) व लैब्राडोर (ठंडी) धारा मिलती है। जापान के तट पर क्यूरोशियो (गर्म) व ओयाशियो (ठंडी) धारा मिलती है। पेरू के तट पर हम्बोल्ट धारा नीचे से गहरे ठंडे पोषक तत्वों को सतह पर लाती है (Upwelling) जिससे एंकोवी मछलियाँ बहुतायत में मिलती हैं। उत्तरी सागर का डॉगर बैंक उथला महाद्वीपीय मग्नतट है जहाँ सूर्य का प्रकाश तल तक पहुँचता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6575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108/150</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में सोयाबीन (Soybean) की खेती और उसके वैश्विक महत्व के संदर्भ में निम्नलिखित कथनों पर विचार कीजिए: A. ब्राजील वर्तमान में संयुक्त राज्य अमेरिका को पीछे छोड़कर विश्व का सबसे बड़ा सोयाबीन उत्पादक एवं निर्यातक देश बन गया है। B. ब्राजील के माटो ग्रोसो (Mato Grosso) और पराना राज्य ब्राजील की 'सोया बेल्ट' (Soy Belt) के प्रमुख केंद्र हैं। C. विश्व के कुल सोयाबीन उत्पादन का लगभग 70-80% हिस्सा पशु आहार (पशुओं और पोल्ट्री के लिए प्रोटीन आहार) के रूप में उपयोग होता है। D. भारत में मध्य प्रदेश को 'सोया स्टेट' कहा जाता है क्योंकि यह देश का प्रमुख उत्पादक रहा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7377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109/150</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हाल के वर्षों में ब्राजील ने अमेरिकी उत्पादन को पछाड़कर 38% वैश्विक हिस्सेदारी हासिल की है (USA ~31%, अर्जेंटीना ~14%)। दक्षिण अमेरिका के सेराडो क्षेत्र में वनों की कटाई का एक मुख्य कारण सोयाबीन की खेती का विस्तार है। सोयाबीन में 40% प्रोटीन और 20% तेल पाया जाता है, अतः वैश्विक मांस उद्योग (पोल्ट्री, पोर्क) सोया खली (Soymeal) पर अत्यधिक निर्भर है। भारत में मध्य प्रदेश और महाराष्ट्र शीर्ष उत्पादक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7377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109/150</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कृषि भूगोल में प्रयुक्त शब्द 'मिश्रित कृषि' (Mixed Farming) का सबसे सटीक अर्थ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एक ही खेत में एक साथ दो या तीन विभिन्न फसलों को उगाना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फसलों के उत्पादन (कृषि) के साथ-साथ पशुपालन को भी समान महत्व देना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रासायनिक और जैविक दोनों प्रकार के उर्वरकों का संयुक्त उपयोग</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खरीफ, रबी और जायद तीनों मौसमों में फसलें लेना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178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110/150</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फसलों के उत्पादन (कृषि) के साथ-साथ पशुपालन को भी समान महत्व देना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एक ही खेत में एक साथ दो या तीन विभिन्न फसलों को उगाना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रासायनिक और जैविक दोनों प्रकार के उर्वरकों का संयुक्त उपयोग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खरीफ, रबी और जायद तीनों मौसमों में फसलें लेना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कृषि भूगोल में 'मिश्रित कृषि' (Mixed Farming) का पारिभाषिक अर्थ फसल उत्पादन और पशुपालन (गाय, सुअर, भेड़, कुक्कुट) का एक साथ समन्वित रूप से संचालन है। इसमें उगाई गई फसलों (जैसे मक्का, जौ, जई, घास) का एक बड़ा भाग पशुओं के चारे के रूप में प्रयुक्त होता है और पशुओं से प्राप्त गोबर की खाद मिट्टी की उर्वरता बनाए रखती है। यह पश्चिमी यूरोप (ब्रिटेन, फ्रांस, जर्मनी), पूर्वी उत्तरी अमेरिका और दक्षिण-पूर्वी ऑस्ट्रेलिया में विकसित कृषि का सबसे प्रमुख स्वरूप है। दो फसलों को साथ उगाना 'मिश्रित शस्यन' (Intercropping) कहलाता है। अतः विकल्प B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178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110/150</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में चाय की खेती (Tea Cultivation) के संबंध में निम्नलिखित कथनों पर विचार कीजिए: A. चाय एक उपोष्ण/उष्णकटिबंधीय बागान फसल है जिसके लिए 20°-30°C तापमान, 150-300 सेमी भारी वर्षा और ढलुआ पर्वतीय भूमि आवश्यक है ताकि जड़ों में पानी न रुके। B. चीन विश्व का सबसे बड़ा चाय उत्पादक देश है (विश्व का ~45%), जबकि भारत दूसरा सबसे बड़ा उत्पादक है। C. केन्या विश्व में काली चाय (Black Tea) का सबसे बड़ा निर्यातक (Largest Tea Exporter) देश है। D. भारत की 'दार्जिलिंग चाय' (Darjeeling Tea) को भारत का पहला भौगोलिक संकेतक (GI Tag, 2004) प्रदान किया गया था और इसे 'चाय की शैम्पेन' कहा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980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111/150</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चाय की खेती हेतु अम्लीय, ह्यूमस युक्त तथा सुअपवाहित ढलानी मिट्टी आवश्यक होती है। चीन ग्रीन टी और ब्लैक टी दोनों में सबसे बड़ा उत्पादक है, जबकि भारत विश्व का दूसरा सबसे बड़ा उत्पादक और सबसे बड़ा उपभोक्ता है। घरेलू खपत कम होने के कारण अफ्रीकी देश केन्या विश्व का सबसे बड़ा चाय निर्यातक है (जिसके बाद चीन, श्रीलंका और भारत आते हैं)। दार्जिलिंग चाय अपनी अनूठी मस्कट स्वाद और सुगंध के लिए विश्व प्रसिद्ध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980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111/150</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विश्व की प्रमुख कृषि क्रांतियों और उनके संबंधित क्षेत्रों का सही सुमेलन कीजिए: सूची-I: सूची-I: A. हरित क्रांति (Green Revolution) B. श्वेत क्रांति (White Revolution / Operation Flood) C. पीली क्रांति (Yellow Revolution) D. नीली क्रांति (Blue Revolution) सूची-II: 1. दुग्ध उत्पादन एवं डेयरी विकास 2. उच्च उपज किस्म (HYV) के खाद्यान्न (गेहूँ व चावल) 3. मत्स्य पालन एवं समुद्री उत्पाद 4. तिलहन उत्पादन (सरसों, सोयाबीन आदि)</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97818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112/150</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हरित क्रांति 1960 के दशक में नॉर्मन बोरलॉग द्वारा विकसित मैक्सिकन बौनी गेहूँ की किस्मों (HYV) और रासायनिक उर्वरक/सिंचाई से खाद्यान्न उत्पादन में वृद्धि से संबंधित है। श्वेत क्रांति (ऑपरेशन फ्लड - 1970, डॉ. वर्गीज कुरियन) दुग्ध उत्पादन से संबंधित है जिसने भारत को विश्व का शीर्ष दुग्ध उत्पादक बनाया। पीली क्रांति सैम पित्रोदा के नेतृत्व में तिलहन उत्पादन से जुड़ी है। नीली क्रांति डॉ. हीरालाल चौधरी और डॉ. अरुण कृष्णन के नेतृत्व में जलीय कृषि व मछली उत्पादन से जुड़ी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97818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112/150</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में डेयरी फार्मिंग (Commercial Dairy Farming) की विशेषताओं और प्रमुख क्षेत्रों के संदर्भ में कौन से कथन सत्य हैं? A. वाणिज्यिक डेयरी फार्मिंग विश्व में सबसे अधिक श्रम-गहन और पूंजी-गहन कृषि प्रणालियों में से एक है। B. विश्व के तीन प्रमुख डेयरी क्षेत्र हैं: 1. उत्तर-पश्चिमी यूरोप (नीदरलैंड, डेनमार्क, ब्रिटेन), 2. उत्तरी अमेरिका (ग्रेट लेक्स व कनाडा), 3. ऑस्ट्रेलिया एवं न्यूजीलैंड। C. न्यूजीलैंड और डेनमार्क अपनी छोटी घरेलू आबादी और विशाल उत्पादन के कारण विश्व में डेयरी उत्पादों (मक्खन, पनीर, पाउडर) के प्रमुख निर्यातक हैं। D. भारत विश्व में कुल तरल दूध (Liquid Milk) का सबसे बड़ा उत्पादक देश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5835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113/150</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डेयरी फार्मिंग में पशुओं के स्वास्थ्य, प्रजनन, दुग्ध दोहन मशीनों और शीतगृहों (Refrigeration) के लिए भारी पूंजी लगती है। ठंडी शीतोष्ण जलवायु में चरागाह उत्तम होते हैं, इसलिए उत्तर-पश्चिमी यूरोप और न्यूजीलैंड इस क्षेत्र में अग्रणी हैं। डेनमार्क को 'डेयरी का देश' कहा जाता है। न्यूजीलैंड अपनी 90% से अधिक डेयरी का निर्यात करता है। भारत विश्व के कुल दूध का लगभग 22-24% उत्पादित कर शीर्ष पर है (हालाँकि भारत में यह निर्वाह व सहकारी स्तर पर अधिक है)। अतः विकल्प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5835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113/150</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विश्व के प्रमुख वन प्रकारों और उनकी विशिष्ट वृक्ष प्रजातियों का सही सुमेलन कीजिए: सूची-I: सूची-I: A. उष्णकटिबंधीय वर्षावन B. शीतोष्ण शंकुधारी वन (टैगा) C. भूमध्यसागरीय वन D. मानसूनी पर्णपाती वन सूची-II: 1. चीड़ (Pine), लार्च एवं स्प्रूस 2. जैतून (Olive), प्लम एवं सिडार 3. रोजवुड, महोगनी एवं आबनूस 4. सागौन (Teak), साल एवं शीशम</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C-4,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1385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114/150</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C-2,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उष्णकटिबंधीय वर्षावनों (भूमध्यरेखीय) में रोजवुड, महोगनी, आबनूस (Ebony), सिनकोना और रबड़ पाए जाते हैं। टैगा या बोरियल शंकुधारी वनों में चीड़ (पाइन), स्प्रूस, फर और लार्च पाए जाते हैं। भूमध्यसागरीय वनों में जैतून, अंजीर, कार्क ओक और देवदार (सिडार) पाए जाते हैं। मानसूनी पर्णपाती वनों में सागौन, साल, शीशम, चंदन और महुआ पाए जाते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385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114/150</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में जूट (Jute) और प्राकृतिक रेशों के उत्पादन के संबंध में निम्नलिखित कथनों पर विचार कीजिए: A. जूट को 'गोल्डन फाइबर' (स्वर्ण रेशा) कहा जाता है, जो बाढ़ के मैदानों की उपजाऊ जलोढ़ मिट्टी तथा 25°-35°C तापमान और 150-200 सेमी वर्षा में उगता है। B. भारत विश्व में कुल जूट का सबसे बड़ा उत्पादक देश है (लगभग 50-55%), जिसमें पश्चिम बंगाल राज्य का सर्वाधिक योगदान है। C. बांग्लादेश विश्व में कच्चे जूट (Raw Jute) का सबसे बड़ा निर्यातक देश है। D. भारत और बांग्लादेश मिलकर विश्व के 85-90% जूट का उत्पादन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1867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115/150</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गंगा-ब्रह्मपुत्र का निचला डेल्टा (पश्चिम बंगाल और बांग्लादेश) विश्व का सबसे बड़ा जूट उत्पादक क्षेत्र है जहाँ ताजे जल में जूट के रेशों को सड़ाकर अलग करने (Retting) की उत्तम सुविधा है। भारत उत्पादन में प्रथम है परंतु अपनी विशाल घरेलू पैकेजिंग आवश्यकताओं के कारण अधिकांश जूट स्वयं उपयोग करता है, जबकि बांग्लादेश कच्चे जूट और जूट उत्पादों का विश्व का शीर्ष निर्यातक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1867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115/150</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विश्व में रेशम उत्पादन (Sericulture) के संदर्भ में कौन सा देश विश्व के लगभग 70% रेशम का उत्पादन कर प्रथम स्थान पर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भारत</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जापान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वियतनाम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988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116/150</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चीन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जापान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वियतनाम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चीन विश्व में कच्चे रेशम (Raw Silk) का सबसे बड़ा उत्पादक देश है, जो वैश्विक उत्पादन का लगभग 70-75% अकेले उत्पादित करता है। चीन में रेशम उत्पादन (सेरीकल्चर) का इतिहास 5,000 वर्ष से अधिक पुराना है जहाँ से ऐतिहासिक 'सिल्क रूट' प्रारंभ हुआ था। भारत विश्व में रेशम का दूसरा सबसे बड़ा उत्पादक है तथा भारत विश्व का एकमात्र ऐसा देश है जो चारों वाणिज्यिक किस्मों - शहतूती (Mulberry), तसर (Tasar), एरी (Eri) और मूंगा (Muga) का उत्पादन करता है। मूंगा रेशम पर केवल असम का एकाधिकार है। अतः विकल्प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988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116/150</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में खाद्य सुरक्षा और 'हरित क्रांति' (Green Revolution) के प्रभाव के संदर्भ में निम्नलिखित कथनों पर विचार कीजिए: A. 1960 के दशक में अमेरिकी कृषि वैज्ञानिक डॉ. नॉर्मन बोरलॉग ने मैक्सिको में गेहूँ की अर्ध-बौनी (Semi-dwarf) उच्च उपज देने वाली किस्में विकसित कीं, जिसके लिए उन्हें 1970 का नोबेल शांति पुरस्कार मिला। B. भारत में डॉ. एम.एस. स्वामीनाथन और सी. सुब्रमण्यम के नेतृत्व में पंजाब, हरियाणा और पश्चिमी उत्तर प्रदेश में हरित क्रांति को सफलतापूर्वक लागू किया गया। C. हरित क्रांति का सर्वाधिक सकारात्मक प्रभाव गेहूँ और चावल के उत्पादन पर पड़ा, जबकि दलहन (Pulses) और मोटे अनाजों (Millets) का उत्पादन अपेक्षाकृत उपेक्षित रहा। D. हरित क्रांति के अत्यधिक रासायनिक उर्वरकों और भूजल दोहन से मृदा क्षारीयता और जल स्तर में गिरावट जैसी पर्यावरणीय समस्याएं उत्पन्न हुईं।</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3790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117/150</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पूर्णतः सत्य हैं। हरित क्रांति ने भारत और एशिया को भुखमरी के कगार से निकालकर खाद्यान्न में आत्मनिर्भर और निर्यातक बनाया। डॉ. बोरलॉग को 'हरित क्रांति का जनक' और डॉ. स्वामीनाथन को 'भारतीय हरित क्रांति का जनक' कहा जाता है। हालाँकि, इसकी कुछ कमियां भी रहीं - जैसे क्षेत्रीय असमानता (केवल सिंचित उत्तर-पश्चिम भारत लाभान्वित), दालों और पोषक मोटे अनाजों के रकबे में कमी, तथा रासायनिक प्रदूषण व भूजल संकट। अतः वर्तमान में सतत 'द्वितीय हरित क्रांति' (सदाबहार क्रांति) पर बल दिया जा रहा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3790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117/150</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विश्व के प्रमुख फसल उत्पादक क्षेत्रों और उनके उपनामों का सही सुमेलन कीजिए: सूची-I: सूची-I: A. यूक्रेन एवं दक्षिणी रूस के स्टेपीज B. यूएसए का ग्रेट लेक्स क्षेत्र C. ब्राजील का साओ पाउलो पठार D. मिस्र की नील नदी घाटी सूची-II: 1. विश्व का फजेंडा / कॉफी बेल्ट 2. मिस्र की लंबी रेशे वाली कपास का कटोरा 3. यूरोप की रोटी की टोकरी (Breadbasket of Europe) 4. अमेरिकी डेयरी पेटी (Dairy Belt)</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45916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118/150</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C-1,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यूक्रेन और दक्षिणी रूस का उपजाऊ चेरनोज़ेम मिट्टी क्षेत्र 'यूरोप की रोटी की टोकरी' कहलाता है। यूएसए का ग्रेट लेक्स (विस्कॉन्सिन, मिनेसोटा) क्षेत्र अमेरिकी डेयरी पेटी कहलाता है। साओ पाउलो का लावा पठार विश्व का सबसे बड़ा कॉफी क्षेत्र है। नील नदी घाटी उच्च गुणवत्ता वाली इजिप्शियन कॉटन के लिए प्रसिद्ध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45916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118/150</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में केला, गन्ना और उष्णकटिबंधीय फलों के वैश्विक व्यापार के संबंध में निम्नलिखित कथनों पर विचार कीजिए: A. भारत विश्व में केले (Banana) का सबसे बड़ा उत्पादक देश है, परंतु इक्वाडोर विश्व में केले का सबसे बड़ा निर्यातक देश है। B. ब्राजील विश्व में संतरे (Orange) और संतरे के रस (Orange Juice) का सबसे बड़ा उत्पादक एवं निर्यातक है। C. फिलीपींस और इंडोनेशिया विश्व में नारियल (Coconut) और खोपरा के प्रमुख उत्पादक देश हैं। D. वियतनाम विश्व में रोबस्टा (Robusta) कॉफी और काजू (Cashew) का अग्रणी उत्पादक व निर्यातक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5393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119/150</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भारत केले के कुल उत्पादन में लगभग 26% हिस्सेदारी के साथ प्रथम है, लेकिन घरेलू खपत अधिक होने से निर्यात में दक्षिण अमेरिकी देश इक्वाडोर प्रथम है। ब्राजील संतरे के रस के वैश्विक निर्यात का लगभग 70% नियंत्रित करता है। फिलीपींस और इंडोनेशिया उष्णकटिबंधीय नारियल उद्योग के केंद्र हैं। वियतनाम रोबस्टा कॉफी उत्पादन में ब्राजील के बाद दूसरे स्थान पर है और प्रसंस्कृत काजू का शीर्ष निर्यातक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5393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119/150</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कृषि भूगोल में वाल्टर व्हिटल्सी (Derwent Whittlesey, 1936) द्वारा विश्व को कितने प्रमुख कृषि प्रदेशों (Agricultural Regions) में वर्गीकृत किया गया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9</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11</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13</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15</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120/150</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9</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15</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प्रसिद्ध अमेरिकी कृषि भूगोलवेत्ता डेरवेंट व्हिटल्सी (D. Whittlesey) ने 1936 में 5 प्रमुख कार्यात्मक आधारों (फसल-पशु संयोजन, श्रम-पूंजी गहनता, उपभोग स्वरूप, उत्पादन विधियां और कृषि अवसंरचना) पर संपूर्ण विश्व को 13 प्रमुख कृषि प्रदेशों (13 Agricultural Regions) में वर्गीकृत किया था। इनमें चलवासी पशुचारण, व्यापारिक पशुपालन, स्थानांतरणशील कृषि, गहन निर्वाह कृषि (धान प्रधान व धान विहीन), भूमध्यसागरीय कृषि, व्यापारिक अनाज कृषि, और रोपण कृषि आदि शामिल हैं। यह वर्गीकरण आज भी कृषि भूगोल का मानक आधार माना जाता है। अतः विकल्प C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120/150</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संयुक्त राष्ट्र मरुस्थलीकरण रोकथाम अभिसमय (UNCCD) एवं मरुस्थलीकरण की संकल्पना के संबंध में निम्नलिखित कथनों पर विचार कीजिए: A. UNCCD को 1992 के रियो पृथ्वी शिखर सम्मेलन की सीधी अनुशंसा पर 1994 में पेरिस में अपनाया गया और यह 1996 से प्रभावी हुआ। B. UNCCD पर्यावरण और विकास को स्थायी भूमि प्रबंधन से जोड़ने वाली एकमात्र कानूनी रूप से बाध्यकारी अंतरराष्ट्रीय संधि है। C. UNCCD के अनुसार मरुस्थलीकरण का तात्पर्य केवल मौजूदा मरुस्थलों का विस्तार नहीं, बल्कि शुष्क, अर्ध-शुष्क और उप-आर्द्र (Drylands) क्षेत्रों में होने वाला भूमि क्षरण (Land Degradation) है। D. UNCCD का स्थायी सचिवालय बॉन (जर्मनी) में स्थित है तथा इसका प्रमुख लक्ष्य 2030 तक 'भूमि क्षरण तटस्थता' (Land Degradation Neutrality - LDN) प्राप्त करना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996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121/150</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पूर्णतः सत्य हैं। UNCCD (1994) का मुख्य उद्देश्य शुष्क भूमि के क्षरण को रोकना है जहाँ विश्व की 40% भूमि और 3 अरब से अधिक आबादी निवास करती है। मरुस्थलीकरण मुख्यतः अत्यधिक चराई (Overgrazing), वनोन्मूलन, अनुचित सिंचाई (मृदा लवणीकरण) और जलवायु परिवर्तन के कारण होता है। बॉन (जर्मनी) में स्थित इसके सचिवालय के तहत 197 पक्षकार देश 2030 तक SDG लक्ष्य 15.3 (LDN) को हासिल करने हेतु प्रतिबद्ध हैं। प्रतिवर्ष 17 जून को 'विश्व मरुस्थलीकरण एवं सूखा रोकथाम दिवस' मनाया जाता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996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121/150</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प्रमुख अंतरराष्ट्रीय पर्यावरण दिवसों (Environmental Days) और उनकी निर्धारित तिथियों का सही सुमेलन कीजिए: सूची-I: सूची-I: A. विश्व आर्द्रभूमि दिवस (World Wetlands Day) B. विश्व वन दिवस (International Day of Forests) C. विश्व मरुस्थलीकरण व सूखा रोकथाम दिवस D. विश्व ओज़ोन दिवस (World Ozone Day) सूची-II: 1. 21 मार्च 2. 17 जून 3. 2 फरवरी 4. 16 सितंबर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77981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122/150</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C-2,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विश्व आर्द्रभूमि दिवस 2 फरवरी (1971 के रामसर अभिसमय की स्मृति में) को मनाया जाता है। विश्व वन दिवस 21 मार्च को वनों के संरक्षण हेतु जागरूकता के लिए मनाया जाता है। विश्व मरुस्थलीकरण व सूखा रोकथाम दिवस 17 जून को UNCCD अपनाने की तिथि पर मनाया जाता है। विश्व ओज़ोन दिवस 16 सितंबर को (1987 में मॉन्ट्रियल प्रोटोकॉल पर हस्ताक्षर के उपलक्ष्य में) मनाया जाता है। अन्य महत्वपूर्ण दिवस: 22 मार्च (विश्व जल दिवस), 22 अप्रैल (पृथ्वी दिवस), 22 मई (जैव विविधता दिवस), 5 जून (विश्व पर्यावरण दिवस)।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77981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122/150</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अफ्रीका की 'ग्रेट ग्रीन वॉल' (Great Green Wall Initiative) परियोजना के संबंध में कौन से कथन सत्य हैं? A. यह अफ्रीकी संघ (AU) द्वारा 2007 में प्रारंभ की गई एक महत्वाकांक्षी महाद्वीपीय परियोजना है। B. इसका उद्देश्य सहारा मरुस्थल के दक्षिणी किनारे पर साहेल (Sahel) क्षेत्र में पश्चिम में सेनेगल (अटलांटिक तट) से पूर्व में जिबूती (लाल सागर तट) तक 8,000 किमी लंबी हरित पट्टी विकसित करना है। C. यह परियोजना 11 अफ्रीकी देशों में मरुस्थलीकरण को रोकने, 100 मिलियन हेक्टेयर बंजर भूमि को बहाल करने और 250 मिलियन टन कार्बन को अवशोषित करने का लक्ष्य रखती है। D. साहेल क्षेत्र में अत्यधिक चराई, ईंधन हेतु लकड़ी की कटाई और जनसंख्या दबाव मरुस्थलीकरण के मुख्य कारक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8599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123/150</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साहेल क्षेत्र अफ्रीका में सहारा मरुस्थल और सवाना घास के मैदानों के मध्य स्थित अर्ध-शुष्क संक्रमण क्षेत्र है। ग्रेट ग्रीन वॉल परियोजना 8,000 किमी लंबी और 15 किमी चौड़ी पेड़ों की पट्टी बनाकर मरुस्थल के दक्षिण की ओर प्रसार को रोकने, स्थानीय आजीविका सुधारने और जलवायु परिवर्तन का मुकाबला करने की विश्व की सबसे बड़ी पारिस्थितिक पुनर्स्थापना पहलों में से एक है। 2021 में 'वन प्लैनेट समिट' में इसके लिए 14 बिलियन डॉलर से अधिक का वित्तीय समर्थन जुटाया गया।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8599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123/150</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में मरुस्थलीकरण नियंत्रण एवं वानिकी से संबंधित संस्थानों/कार्यक्रमों का सही मिलान कीजिए: सूची-I: सूची-I: A. केंद्रीय शुष्क क्षेत्र अनुसंधान संस्थान (CAZRI) B. शुष्क वन अनुसंधान संस्थान (AFRI) C. मरुस्थल विकास कार्यक्रम (DDP) D. भारतीय वन सर्वेक्षण (FSI) सूची-II: 1. जोधपुर (स्थापना: 1987) 2. 1977-78 में प्रारंभ (शुष्क जिलों हेतु) 3. देहरादून (मुख्यालय - ISFR प्रकाशक) 4. जोधपुर (स्थापना: 1959 - ICAR अधीन)</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401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124/150</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B-1, C-2,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काजरी (CAZRI - Central Arid Zone Research Institute) की स्थापना 1959 में जोधपुर में मरुस्थलीय पारिस्थितिकी और बालू के टीलों के स्थिरीकरण पर अनुसंधान हेतु हुई। आफरी (AFRI - Arid Forest Research Institute) जोधपुर में वानिकी अनुसंधान संस्थान है। मरुस्थल विकास कार्यक्रम (DDP) 1977-78 में शुष्क और अर्ध-शुष्क क्षेत्रों में भूमि क्षरण रोकने हेतु शुरू हुआ। एफएसआई (FSI - Forest Survey of India, 1981) देहरादून में स्थित है जो प्रति दो वर्ष में भारत वन स्थिति रिपोर्ट (ISFR) प्रकाशित करता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401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124/150</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में वनोन्मूलन (Deforestation) और संयुक्त राष्ट्र के REDD+ कार्यक्रम के संदर्भ में निम्नलिखित कथनों पर विचार कीजिए: A. REDD+ का पूर्ण रूप 'Reducing Emissions from Deforestation and Forest Degradation in Developing Countries' है। B. REDD+ की संकल्पना UNFCCC (जलवायु परिवर्तन पर फ्रेमवर्क कन्वेंशन) के तहत विकासशील देशों को वनों की कटाई रोकने और वन संरक्षण हेतु वित्तीय प्रोत्साहन देने के लिए विकसित की गई। C. REDD+ में '+' चिन्ह का तात्पर्य वनों के संरक्षण, वनों का संधारणीय प्रबंधन और वन कार्बन भंडार में वृद्धि (Carbon Stocks Enhancement) से है। D. अमेजन वर्षावन में वनोन्मूलन का सबसे बड़ा कारण मवेशी पालन (Cattle Ranching) हेतु चारागाह बनाना तथा सोयाबीन की वाणिज्यिक खेती का विस्तार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02030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125/150</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वनों की कटाई वैश्विक ग्रीनहाउस गैस उत्सर्जन के लगभग 10-15% के लिए जिम्मेदार है। REDD+ तंत्र के तहत यदि कोई विकासशील देश अपने वनों को काटने से बचाता है या वनीकरण करता है तो उसे विकसित देशों व कार्बन बाजारों से वित्तीय कार्बन क्रेडिट मिलते हैं। ब्राजील के अमेजन बेसिन में PRODES निगरानी तंत्र के अनुसार 80% से अधिक वनों की कटाई बीफ उत्पादन (पशु फार्म) और सोयाबीन की खेती हेतु हुई है। भारत ने भी अपनी राष्ट्रीय REDD+ रणनीति बनाई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02030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125/150</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में 'प्रतिपूरक वनीकरण निधि अधिनियम' (CAMPA Act, 2016) का मुख्य उद्देश्य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राष्ट्रीय उद्यानों में विदेशी पर्यटकों से शुल्क वसूलना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गैर-वानिकी उपयोग (उद्योग, खनन आदि) के लिए बदली गई वन भूमि के बदले एकत्र निधि से अनिवार्य प्रतिपूरक वनीकरण और पारिस्थितिक संवर्धन सुनिश्चित करना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वन अधिकारियों के वेतन और भत्तों का प्रबंधन करना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इमारती लकड़ी के आयात पर सीमा शुल्क लगाना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00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126/150</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गैर-वानिकी उपयोग (उद्योग, खनन आदि) के लिए बदली गई वन भूमि के बदले एकत्र निधि से अनिवार्य प्रतिपूरक वनीकरण और पारिस्थितिक संवर्धन सुनिश्चित करना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राष्ट्रीय उद्यानों में विदेशी पर्यटकों से शुल्क वसूलना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वन अधिकारियों के वेतन और भत्तों का प्रबंधन करना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इमारती लकड़ी के आयात पर सीमा शुल्क लगाना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कैम्पा (CAMPA - Compensatory Afforestation Fund Management and Planning Authority) अधिनियम 2016 का मुख्य उद्देश्य विकास परियोजनाओं, खनन या उद्योगों के लिए अधिग्रहित की गई वन भूमि के बदले उद्योगपतियों द्वारा चुकाए गए 'निवल वर्तमान मूल्य' (Net Present Value - NPV) और प्रतिपूरक वनीकरण शुल्क की विशाल धनराशि (40,000+ करोड़ रुपये) का पारदर्शी उपयोग कर नष्ट हुए वनों के बदले नई भूमि पर सघन वृक्षारोपण और पारिस्थितिक बहाली करना है। इसमें 90% राशि संबंधित राज्य निधि को और 10% राष्ट्रीय निधि को जाती है। अतः विकल्प B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00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126/150</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पेरिस जलवायु समझौते (Paris Agreement, 2015/2016) के मुख्य लक्ष्यों और प्रावधानों के संबंध में निम्नलिखित कथनों पर विचार कीजिए: A. पेरिस समझौता दिसंबर 2015 में COP-21 (पेरिस) में अपनाया गया और 4 नवंबर 2016 से कानूनी रूप से लागू हुआ। B. इसका मुख्य लक्ष्य पूर्व-औद्योगिक स्तर (Pre-industrial level) की तुलना में वैश्विक औसत तापमान वृद्धि को 2°C से काफी नीचे रखना और 1.5°C तक सीमित रखने का प्रयास करना है। C. इसके तहत सभी देश अपनी राष्ट्रीय परिस्थितियों के अनुसार स्वेच्छा से 'राष्ट्रीय स्तर पर निर्धारित योगदान' (NDC - Nationally Determined Contributions) प्रस्तुत करते हैं। D. पेरिस समझौते में विकासशील देशों की सहायता हेतु विकसित देशों द्वारा प्रतिवर्ष 100 बिलियन डॉलर का जलवायु वित्त (Climate Finance - GCF) जुटाने का वादा किया गया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806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127/150</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पूर्णतः सत्य हैं। क्योटो प्रोटोकॉल के शीर्ष-से-नीचे (Top-down) बाध्यकारी दृष्टिकोण के विपरीत पेरिस समझौता नीचे-से-ऊपर (Bottom-up) NDC दृष्टिकोण पर आधारित है जहाँ प्रत्येक देश हर 5 वर्ष में अपने जलवायु लक्ष्यों को अद्यतन और कड़ा (Ratchet mechanism) करता है। भारत ने 2022 में अपने अद्यतन NDC में 2030 तक 2005 के स्तर से अपनी जीडीपी की उत्सर्जन तीव्रता को 45% कम करने और 50% विद्युत गैर-जीवाश्म स्रोतों से प्राप्त करने का संकल्प लिया है तथा 2070 तक 'नेट ज़ीरो' का लक्ष्य रखा है। अतः विकल्प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806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127/150</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प्रमुख वैश्विक जलवायु संधियों/सम्मेलनों और उनके मुख्य परिणामों का सही सुमेलन कीजिए: सूची-I: सूची-I: A. क्योटो प्रोटोकॉल (1997) B. रियो पृथ्वी शिखर सम्मेलन (1992) C. ग्लासगो जलवायु शिखर सम्मेलन (COP-26, 2021) D. शर्म अल-शेख सम्मेलन (COP-27, 2022) सूची-II: 1. 'हानि और क्षति' कोष (Loss and Damage Fund) की ऐतिहासिक स्थापना 2. विकसित देशों (Annex-I) हेतु ग्रीनहाउस गैसों की कानूनी बाध्यकारी कटौती 3. UNFCCC, CBD और UNCCD का जन्म (रियो घोषणा) 4. कोयले को 'फेज-डाउन' करने पर सहमति एवं भारत द्वारा 'पंचामृत' की घोषणा</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607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128/150</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C-4,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C-3,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क्योटो प्रोटोकॉल (1997) पहला बाध्यकारी समझौता था जिसमें विकसित देशों को उत्सर्जन कम करना था। रियो-1992 में तीन रियो कन्वेंशन (UNFCCC, CBD, UNCCD) बने। COP-26 (ग्लासगो, 2021) में भारत ने 2070 नेट जीरो व पंचामृत लक्ष्य दिए तथा कोयले पर पहली बार वैश्विक सहमति बनी। COP-27 (शर्म अल-शेख, मिस्र, 2022) में जलवायु आपदाओं से पीड़ित गरीब देशों के लिए ऐतिहासिक 'Loss and Damage Fund' बनाया गया।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607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128/150</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आईपीसीसी (IPCC - Intergovernmental Panel on Climate Change) और उसकी छठी मूल्यांकन रिपोर्ट (AR6) के संदर्भ में निम्नलिखित कथनों पर विचार कीजिए: A. IPCC की स्थापना 1988 में संयुक्त राष्ट्र पर्यावरण कार्यक्रम (UNEP) और विश्व मौसम विज्ञान संगठन (WMO) द्वारा संयुक्त रूप से की गई थी। B. IPCC स्वयं कोई नया वैज्ञानिक अनुसंधान नहीं करता, बल्कि जलवायु परिवर्तन पर विश्व भर में प्रकाशित वैज्ञानिक साहित्य का निष्पक्ष मूल्यांकन करता है। C. IPCC को 2007 में जलवायु परिवर्तन पर जन-जागरूकता फैलाने हेतु पूर्व अमेरिकी उपराष्ट्रपति अल गोर के साथ संयुक्त रूप से नोबेल शांति पुरस्कार प्रदान किया गया था। D. IPCC की AR6 रिपोर्ट (2021-2023) के अनुसार मानव गतिविधियों के कारण पूर्व-औद्योगिक काल (1850-1900) से अब तक वैश्विक औसत तापमान लगभग 1.1°C बढ़ चुका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3409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129/150</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जिनेवा में स्थित IPCC जलवायु विज्ञान का सर्वोच्च वैश्विक आधिकारिक मंच है। इसकी 6 मूल्यांकन रिपोर्टें (1990, 1995, 2001, 2007, 2014, 2021-23) वैश्विक जलवायु वार्ताओं का मुख्य आधार रही हैं। AR6 रिपोर्ट ने चेतावनी दी है कि यदि ग्रीनहाउस गैसों में तत्काल भारी कटौती नहीं की गई तो 2030 के दशक के प्रारंभ में ही तापमान वृद्धि 1.5°C की सीमा को पार कर सकती है, जिससे ग्लेशियरों का पिघलना, समुद्र स्तर में वृद्धि और चरम मौसमी घटनाएं (लू, सूखा, बाढ़) अभूतपूर्व स्तर पर पहुँच जाएंगी।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3409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129/150</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ग्रीनहाउस गैसों की ऊष्मा अवशोषण क्षमता की तुलना करने वाले 'ग्लोबल वार्मिंग पोटेंशियल' (GWP - 100 वर्ष के आधार पर) के अनुसार निम्नलिखित में से किस गैस का GWP सर्वाधिक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कार्बन डाइऑक्साइड (CO2)</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मीथेन (CH4)</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नाइट्रस ऑक्साइड (N2O)</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सल्फर हेक्साफ्लोराइड (SF6)</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211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130/150</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सल्फर हेक्साफ्लोराइड (SF6)</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कार्बन डाइऑक्साइड (CO2)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मीथेन (CH4)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नाइट्रस ऑक्साइड (N2O)</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सल्फर हेक्साफ्लोराइड (SF6) का 100-वर्षीय ग्लोबल वार्मिंग पोटेंशियल (GWP) लगभग 22,800 से 23,500 है, जो सभी प्रमुख ग्रीनहाउस गैसों में सर्वाधिक है। तुलनात्मक GWP क्रम: कार्बन डाइऑक्साइड (CO2 = 1, आधारभूत मानक) &lt; मीथेन (CH4 ≈ 28-30) &lt; नाइट्रस ऑक्साइड (N2O ≈ 265-298) &lt; हाइड्रोफ्लोरोकार्बन (HFCs ≈ 1,000-14,000) &lt; सल्फर हेक्साफ्लोराइड (SF6 ≈ 22,800)। यद्यपि वायुमंडल में CO2 की सांद्रता सर्वाधिक है (लगभग 420 ppm), परंतु अणु-दर-अणु ऊष्मा रोकने की क्षमता में SF6 और सिंथेटिक फ्लोरीनेटेड गैसें कई हजार गुना अधिक शक्तिशाली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211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130/150</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'जलवायु परिवर्तन पर राष्ट्रीय कार्य योजना' (NAPCC, 2008) के अंतर्गत शामिल 8 राष्ट्रीय मिशनों के संबंध में कौन से मिशन सही हैं? A. राष्ट्रीय सौर मिशन (National Solar Mission) एवं राष्ट्रीय संवर्धित ऊर्जा दक्षता मिशन (NMEEE) B. राष्ट्रीय सतत पर्यावास मिशन एवं राष्ट्रीय जल मिशन C. राष्ट्रीय हिमालयी पारितंत्र परिरक्षण मिशन एवं हरित भारत मिशन (Green India Mission) D. राष्ट्रीय सतत कृषि मिशन एवं जलवायु परिवर्तन हेतु रणनीतिक ज्ञान मिशन</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012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131/150</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प्रधानमंत्री मनमोहन सिंह द्वारा 30 जून 2008 को शुरू की गई NAPCC में भारत की जलवायु अनुकूलन और शमन रणनीति हेतु ठीक 8 राष्ट्रीय मिशन शामिल हैं: 1. राष्ट्रीय सौर मिशन (वर्तमान में 500 GW गैर-जीवाश्म लक्ष्य), 2. संवर्धित ऊर्जा दक्षता मिशन (PAT स्कीम), 3. सतत पर्यावास मिशन (ग्रीन बिल्डिंग/अपशिष्ट प्रबंधन), 4. राष्ट्रीय जल मिशन (जल उपयोग दक्षता 20% बढ़ाना), 5. हिमालयी पारितंत्र मिशन (ग्लेशियर निगरानी), 6. हरित भारत मिशन (5 मिलियन हेक्टेयर वनीकरण), 7. सतत कृषि मिशन, तथा 8. रणनीतिक ज्ञान मिशन।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012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131/150</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ओज़ोन परत क्षरण (Ozone Layer Depletion) से संबंधित प्रमुख संधियों और संशोधनों का सही सुमेलन कीजिए: सूची-I: सूची-I: A. वियना कन्वेंशन (Vienna Convention) B. मॉन्ट्रियल प्रोटोकॉल (Montreal Protocol) C. किगाली संशोधन (Kigali Amendment) D. हेलसिंकी घोषणा (1989) सूची-II: 1. CFCs और ओज़ोन क्षयकारी पदार्थों (ODS) पर उत्पादन प्रतिबंध (1987) 2. ओज़ोन परत संरक्षण हेतु मूल फ्रेमवर्क संधि (1985) 3. HFCs (ग्रीनहाउस गैसों) के चरणबद्ध उन्मूलन हेतु ऐतिहासिक संशोधन (2016) 4. वर्ष 2000 तक CFCs के पूर्ण उन्मूलन का पहला संकल्प</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814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132/150</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वियना कन्वेंशन (1985) ओज़ोन संरक्षण का मूल ढांचा है। मॉन्ट्रियल प्रोटोकॉल (1987, प्रभावी 1989) विश्व का सबसे सफल पर्यावरण समझौता है जिसके तहत 197 देशों ने 99% ODS को चरणबद्ध रूप से समाप्त किया। किगाली संशोधन (2016, रवांडा) ने मॉन्ट्रियल प्रोटोकॉल का विस्तार करते हुए हाइड्रोफ्लोरोकार्बन (HFCs) को भी शामिल किया क्योंकि यद्यपि HFCs ओज़ोन को नुकसान नहीं पहुँचाते, परंतु वे अत्यंत शक्तिशाली ग्रीनहाउस गैसें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814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132/150</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ओज़ोन परत (Ozone Layer) की स्थिति, रसायन विज्ञान और क्षरण प्रक्रिया के संदर्भ में निम्नलिखित कथनों पर विचार कीजिए: A. वायुमंडलीय ओज़ोन का लगभग 90% भाग समताप मंडल (Stratosphere) में 15 से 35 किमी की ऊँचाई पर पाया जाता है, जो सूर्य की हानिकारक पराबैंगनी किरणों (UV-B और UV-C) को अवशोषित करता है। B. ओज़ोन परत की मोटाई को मापने की मानक इकाई 'डॉब्सन यूनिट' (Dobson Unit - DU) है; 220 DU से कम की स्थिति को 'ओज़ोन छिद्र' (Ozone Hole) माना जाता है। C. क्लोरोफ्लोरोकार्बन (CFCs) से पराबैंगनी प्रकाश द्वारा मुक्त हुआ एक क्लोरीन (Cl) मुक्त मूलक उत्प्रेरक की भांति 1 लाख से अधिक ओज़ोन (O3) अणुओं को नष्ट कर सकता है। D. ध्रुवीय समतापमंडलीय बादल (PSCs / Nacreous Clouds) और अंटार्कटिका का ध्रुवीय भंवर (Polar Vortex) शीत ऋतु में क्लोरीन के सक्रियण को बढ़ावा देकर वसंत (सितंबर-अक्टूबर) में ओज़ोन छिद्र को विशाल बनाते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6615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133/150</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वैज्ञानिक रूप से सत्य हैं। 1985 में जोसेफ फारमैन (British Antarctic Survey) ने अंटार्कटिका के ऊपर ओज़ोन छिद्र की खोज की थी। अंटार्कटिका में -80°C से कम तापमान पर बनने वाले PSCs बादलों की सतह पर निष्क्रिय क्लोरीन (HCl, ClONO2) सक्रिय क्लोरीन (Cl2) में बदल जाती है, जो वसंत ऋतु में सूर्योदय होते ही मुक्त क्लोरीन परमाणु बनकर ओज़ोन का तीव्र विनाश करती है। 1995 में पॉल क्रुटजेन, मारियो मोलिना और शेरवुड रोलैंड को इस रासायनिक क्रिया की खोज हेतु रसायन विज्ञान का नोबेल पुरस्कार दिया गया था।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6615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133/150</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समतापमंडलीय ओज़ोन (Stratospheric Ozone) और क्षोभमंडलीय ओज़ोन (Tropospheric Ozone) के मध्य आधारभूत अंतर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दोनों ही विषैले प्रदूषक हैं जो मानव स्वास्थ्य को नुकसान पहुँचाते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समतापमंडलीय ओज़ोन 'अच्छी ओज़ोन' है जो UV विकिरण से रक्षा करती है, जबकि क्षोभमंडलीय ओज़ोन 'बुरी ओज़ोन' (द्वितीयक वायु प्रदूषक व प्रकाश-रासायनिक स्मॉग का घटक)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क्षोभमंडलीय ओज़ोन पौधों के लिए लाभकारी है, जबकि समतापमंडलीय ओज़ोन ओज़ोन छिद्र बनाती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दोनों में कोई रासायनिक या व्यावहारिक अंतर नहीं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7417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134/150</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समतापमंडलीय ओज़ोन 'अच्छी ओज़ोन' है जो UV विकिरण से रक्षा करती है, जबकि क्षोभमंडलीय ओज़ोन 'बुरी ओज़ोन' (द्वितीयक वायु प्रदूषक व प्रकाश-रासायनिक स्मॉग का घटक)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दोनों ही विषैले प्रदूषक हैं जो मानव स्वास्थ्य को नुकसान पहुँचाते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क्षोभमंडलीय ओज़ोन पौधों के लिए लाभकारी है, जबकि समतापमंडलीय ओज़ोन ओज़ोन छिद्र बनाती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दोनों में कोई रासायनिक या व्यावहारिक अंतर नहीं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वायुमंडल में ओज़ोन की दोहरी भूमिका को 'Good up high, bad nearby' कहा जाता है। समताप मंडल (ऊपरी वायुमंडल) में स्थित ओज़ोन प्राकृतिक रूप से निर्मित होकर सूर्य के घातक UV विकिरण से पृथ्वी के जीवमंडल की ढाल बनती है (Good Ozone)। इसके विपरीत, क्षोभमंडल (जमीनी सतह) पर वाहनों और उद्योगों से उत्सर्जित NOx और वाष्पशील कार्बनिक यौगिकों (VOCs) की सूर्य के प्रकाश में प्रतिक्रिया से बनने वाली ओज़ोन एक खतरनाक द्वितीयक प्रदूषक (Bad Ozone) है जो फेफड़ों को नुकसान पहुँचाती है, प्रकाश-रासायनिक धूम-कोहरा (Photochemical Smog) बनाती है और फसलों की पैदावार घटाती है। अतः विकल्प B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7417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134/150</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जलवायु परिवर्तन के वैश्विक प्रभावों और महासागरीय संकटों के संदर्भ में निम्नलिखित कथनों पर विचार कीजिए: A. महासागरीय अम्लीकरण (Ocean Acidification) वायुमंडल से अतिरिक्त CO2 को समुद्र द्वारा अवशोषित करने से कार्बोनिक एसिड बनने के कारण होता है, जिससे समुद्री जल का pH मान घट रहा है। B. महासागरीय अम्लीकरण और जल के तापन से प्रवाल विरंजन (Coral Bleaching) होता है क्योंकि प्रवाल अपने सहजीवी जूजैंथेली (Zooxanthellae) शैवाल को निष्कासित कर देते हैं। C. तापीय विस्तार (Thermal Expansion) और ध्रुवीय हिमनदों/बर्फ की चादरों का पिघलना वैश्विक समुद्र स्तर में वृद्धि (Sea Level Rise) के दो प्रमुख कारण हैं। D. मालदीव, तुवालु और किरिबाती जैसे लघु द्वीपीय विकासशील देश (SIDS) समुद्र स्तर वृद्धि से अपने अस्तित्व के संकट का सामना कर रहे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219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135/150</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महासागर मानव-जनित CO2 के 30% और अतिरिक्त ऊष्मा के 90% को अवशोषित करते हैं। इससे महासागरों का pH 8.2 से गिरकर 8.1 हो गया है (30% अम्लता वृद्धि), जिससे कैल्शियम कार्बोनेट के खोल बनाने वाले जीव (कोरल, मोलस्क, प्लैंकटन) नष्ट हो रहे हैं। ऑस्ट्रेलिया की ग्रेट बैरियर रीफ में अभूतपूर्व प्रवाल विरंजन दर्ज किया गया है। समुद्र स्तर प्रतिवर्ष लगभग 3.7 मिमी की दर से बढ़ रहा है जिससे निचले तटीय शहर व द्वीपीय राष्ट्र जलमग्न होने के खतरे में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219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135/150</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ओज़ोन क्षयकारी पदार्थों (ODS) और उनके 'ओज़ोन क्षय विभव' (Ozone Depletion Potential - ODP) के सही क्रम का सुमेलन कीजिए: सूची-I: सूची-I: A. हैलोन-1301 (Halon-1301 - ब्रोमीन युक्त) B. सीएफसी-11 (CFC-11 - ट्राइक्लोरोफ्लोरोमीथेन) C. एचसीएफसी-22 (HCFC-22) D. एचएफसी-134ए (HFC-134a) सूची-II: 1. ODP = 1.0 (मानक संदर्भ) 2. ODP = 10.0 (अत्यधिक संहारक) 3. ODP = 0.0 (शून्य ओज़ोन क्षरण, किंतु उच्च GWP) 4. ODP = 0.05 (अल्प क्षरणकारी)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020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136/150</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हैलोन (अग्निशमन में प्रयुक्त) में ब्रोमीन परमाणु होने के कारण इनका ODP = 10 होता है (क्योंकि ब्रोमीन क्लोरीन से 50-60 गुना अधिक तेजी से ओज़ोन नष्ट करता है)। CFC-11 को ODP = 1.0 का आधारभूत पैमाना माना गया है। हाइड्रोक्लोरोफ्लोरोकार्बन (HCFCs) में हाइड्रोजन होने से वे वायुमंडल में जल्दी टूट जाते हैं (ODP = 0.05)। हाइड्रोफ्लोरोकार्बन (HFCs) में क्लोरीन/ब्रोमीन न होने से इनका ODP = 0 होता है, परंतु इनका GWP बहुत अधिक होने के कारण 2016 के किगाली संशोधन द्वारा इन्हें भी प्रतिबंधित किया जा रहा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020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136/150</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जलवायु परिवर्तन में 'अल-नीनो' (El Niño) और 'ला-नीना' (La Niña) की भूमिका तथा भारतीय मानसून पर उनके प्रभाव के संबंध में कौन से कथन सत्य हैं? A. अल-नीनो भूमध्यरेखीय मध्य एवं पूर्वी प्रशांत महासागर (पेरू तट) की सतह के जल के असामान्य रूप से गर्म होने की परिघटना है। B. अल-नीनो के वर्षों में वाकर परिसंचरण (Walker Circulation) कमजोर पड़ जाता है, जिसके परिणामस्वरूप भारत में दक्षिण-पश्चिम मानसून प्रायः कमजोर होता है और सूखे की संभावना बढ़ती है। C. ला-नीना अल-नीनो की विपरीत शीतलन परिघटना है, जो भारत में सामान्य से बेहतर मानसून वर्षा और अच्छी कृषि पैदावार से जुड़ी है। D. ENSO (El Niño-Southern Oscillation) प्रशांत महासागरीय समुद्र और वायुमंडल का संयुक्त दोलन है जो वैश्विक जलवायु प्रतिरूपों को प्रभावित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822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137/150</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मौसम विज्ञान की दृष्टि से सत्य हैं। अल-नीनो (स्पैनिश अर्थ: 'छोटा बच्चा/ईसा मसीह का शिशु') पेरू के तट पर सामान्यतः क्रिसमस के आसपास प्रकट होता है। यह पेरू की ठंडी हम्बोल्ट धारा और तटीय अपवेलिंग को दबा देता है जिससे दक्षिण अमेरिका में भारी वर्षा/बाढ़ आती है परंतु भारत, इंडोनेशिया और ऑस्ट्रेलिया में भीषण सूखा पड़ता है। 1987, 2002, 2009, 2015 के भारतीय सूखे अल-नीनो से जुड़े थे। ला-नीना इसके विपरीत भारतीय मानसून को मजबूत करती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822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137/150</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क्योटो प्रोटोकॉल के तहत विकसित 'स्वच्छ विकास तंत्र' (Clean Development Mechanism - CDM) के अंतर्गत 1 'कार्बन क्रेडिट' (Carbon Credit / Certified Emission Reduction - CER) कितने ग्रीनहाउस गैस उत्सर्जन की कमी के समतुल्य होता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 किलोग्राम CO2</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100 किलोग्राम CO2</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 मीट्रिक टन CO2 (या उसके समतुल्य GHG)</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10 मीट्रिक टन CO2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624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138/150</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1 मीट्रिक टन CO2 (या उसके समतुल्य GHG)</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 किलोग्राम CO2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100 किलोग्राम CO2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10 मीट्रिक टन CO2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अंतरराष्ट्रीय carbon व्यापार और क्योटो प्रोटोकॉल के लचीले तंत्रों (Flexible Mechanisms - CDM, Joint Implementation, Emission Trading) के तहत ठीक 1 कार्बन क्रेडिट (या 1 CER) वायुमंडल से 1 मीट्रिक टन कार्बन डाइऑक्साइड (CO2) या उसके समतुल्य अन्य ग्रीनहाउस गैसों के उत्सर्जन को कम करने, बचाने या अवशोषित (Sequestration) करने का आधिकारिक प्रमाण पत्र होता है। कंपनियाँ या देश अपने उत्सर्जन लक्ष्यों को पूरा करने के लिए नवीकरणीय ऊर्जा, वनीकरण या ऊर्जा दक्षता परियोजनाओं से उत्पन्न कार्बन क्रेडिट खरीद सकते हैं। अतः विकल्प C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624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138/150</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वन एवं वन्यजीव संरक्षण से संबंधित वैधानिक एवं नीतिगत ढांचे के संदर्भ में निम्नलिखित कथनों पर विचार कीजिए: A. भारतीय वन अधिनियम 1927 औपनिवेशिक काल का कानून है जो आरक्षित, संरक्षित और ग्रामीण वनों के वर्गीकरण का आधार है। B. वन (संरक्षण) अधिनियम 1980 वन भूमि को गैर-वानिकी उपयोग में बदलने से रोकने के लिए केंद्र सरकार की पूर्व-अनुमति को अनिवार्य बनाता है। C. राष्ट्रीय वन नीति 1988 के अनुसार देश के कुल भौगोलिक क्षेत्रफल के कम से कम 33% (पर्वतीय क्षेत्रों में 60%) भाग पर वनावरण होना चाहिए। D. वन अधिकार अधिनियम 2006 (FRA) अनुसूचित जनजातियों और पारंपरिक वनवासियों के व्यक्तिगत व सामुदायिक वन अधिकारों को कानूनी मान्यता देता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1425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139/150</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भारत का वन कानूनी ढांचा वनों के संरक्षण और स्थानीय आदिवासियों के अधिकारों में संतुलन स्थापित करता है। 1980 के वन संरक्षण अधिनियम ने राज्यों द्वारा मनमाने ढंग से वनों को काटने पर प्रभावी रोक लगाई। 1988 की राष्ट्रीय वन नीति ने पर्यावरणीय स्थिरता और 'संयुक्त वन प्रबंधन' (JFM) को जन्म दिया। FRA 2006 ने ग्राम सभाओं को सशक्त बनाकर ऐतिहासिक वन अधिकारों को मान्यता दी। ISFR 2021 के अनुसार भारत में कुल वनावरण व वृक्षावरण 24.62% है जो 33% के राष्ट्रीय लक्ष्य से अभी कम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1425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139/150</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पर्यावरणीय मुद्दों और उनसे संबंधित वैश्विक समझौतों/पहलों का सही सुमेलन कीजिए: सूची-I: सूची-I: A. कुनमिंग-मॉन्ट्रियल ग्लोबल फ्रेमवर्क (2022) B. बेसल कन्वेंशन (Basel Convention, 1989) C. स्टॉकहोम कन्वेंशन (Stockholm Convention, 2001) D. मिनामाता कन्वेंशन (Minamata Convention, 2013) सूची-II: 1. खतरनाक अपशिष्टों (Hazardous Wastes) के सीमा-पार आवागमन का नियंत्रण 2. जैव विविधता संरक्षण हेतु '30 by 30' लक्ष्य (2030 तक 30% भूमि व समुद्र का संरक्षण) 3. पारा (Mercury) के उपयोग एवं मानव स्वास्थ्य पर उसके दुष्प्रभावों का नियंत्रण 4. अनवरत जैविक प्रदूषकों (POPs - Persistent Organic Pollutants) पर प्रतिबंध</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227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140/150</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कुनमिंग-मॉन्ट्रियल फ्रेमवर्क (CBD COP-15, 2022) ने 2030 तक पृथ्वी के 30% थल और जल को संरक्षित करने (30 by 30) का ऐतिहासिक वैश्विक लक्ष्य तय किया। बेसल कन्वेंशन जहरीले कचरे को विकसित देशों द्वारा गरीब देशों में डंप करने से रोकता है। स्टॉकहोम कन्वेंशन पर्यावरण में नष्ट न होने वाले जहरीले रसायनों (DDT, डाइऑक्सिन, PCBs आदि) को प्रतिबंधित करता है। मिनामाता कन्वेंशन पारे (Mercury) के उत्सर्जन और विषाक्तता को रोकने हेतु जापान की मिनामाता त्रासदी की स्मृति में बनाया गया।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227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140/150</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में पीटलैंड्स (Peatlands) और आर्द्रभूमियों (Wetlands) के पारिस्थितिक महत्व के संबंध में निम्नलिखित कथनों पर विचार कीजिए: A. पीटलैंड्स पृथ्वी की स्थलीय सतह के मात्र 3% भाग को कवर करते हैं, परंतु वे विश्व के सभी वनों के संयुक्त कार्बन भंडार से भी अधिक कार्बन संचित करते हैं। B. कांगो बेसिन में स्थित 'क्युवेट सेंट्रल' पीटलैंड (Cuvette Centrale) विश्व का सबसे बड़ा उष्णकटिबंधीय पीटलैंड कॉम्प्लेक्स है, जो लगभग 30 बिलियन टन कार्बन संचित रखता है। C. पीटलैंड्स के सूखने या कृषि हेतु जलाए जाने पर वे विशाल कार्बन सिंक से बदलकर भयंकर कार्बन उत्सर्जक बन जाते हैं। D. आर्द्रभूमियों (Wetlands) को उनकी जल शोधन और बाढ़ नियंत्रण क्षमता के कारण 'प्रकृति के गुर्दे' (Kidneys of Nature) कहा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02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141/150</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पीटलैंड्स आंशिक रूप से सड़े हुए पौधों के कार्बन-समृद्ध दलदल होते हैं जो लाखों वर्षों में बनते हैं। 2017 में कांगो बेसिन में खोजा गया पीटलैंड वैश्विक जलवायु संतुलन में रीढ़ की हड्डी माना जाता है। इंडोनेशिया में पाम ऑयल और लकड़ी हेतु पीटलैंड्स को सुखाने से दक्षिण-पूर्व एशिया में भीषण धुंध और विशाल CO2 उत्सर्जन होता है। आर्द्रभूमियाँ पोषक तत्वों को छानकर जल को शुद्ध करती हैं, अतः इन्हें प्रकृति के गुर्दे कहा जाता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02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141/150</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जलवायु परिवर्तन पर संयुक्त राष्ट्र फ्रेमवर्क कन्वेंशन (UNFCCC) के अंतर्गत 'सामान्य लेकिन विभेदित उत्तरदायित्व' (CBDR - Common But Differentiated Responsibilities) सिद्धांत का मूल अर्थ क्या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सभी देशों को अपनी जीडीपी का समान 5% जलवायु संरक्षण पर खर्च करना होगा</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यद्यपि पर्यावरण संरक्षण सभी राष्ट्रों की साझी जिम्मेदारी है, परंतु ऐतिहासिक संचयी उत्सर्जन (Historical Cumulative Emissions) और आर्थिक-तकनीकी क्षमता के आधार पर विकसित देशों की जिम्मेदारी अधिक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द्वीपीय देशों को ही उत्सर्जन कम करना चाहिए</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प्रदूषण फैलाने वाले देशों को संयुक्त राष्ट्र से निष्कासित कर दिया जाए</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830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142/150</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यद्यपि पर्यावरण संरक्षण सभी राष्ट्रों की साझी जिम्मेदारी है, परंतु ऐतिहासिक संचयी उत्सर्जन (Historical Cumulative Emissions) और आर्थिक-तकनीकी क्षमता के आधार पर विकसित देशों की जिम्मेदारी अधिक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सभी देशों को अपनी जीडीपी का समान 5% जलवायु संरक्षण पर खर्च करना होगा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द्वीपीय देशों को ही उत्सर्जन कम करना चाहिए</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प्रदूषण फैलाने वाले देशों को संयुक्त राष्ट्र से निष्कासित कर दिया जाए</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CBDR-RC (Common But Differentiated Responsibilities and Respective Capabilities) 1992 के रियो शिखर सम्मेलन का मौलिक सिद्धांत है। इसका तर्क यह है कि औद्योगिक क्रांति के बाद से वायुमंडल में CO2 के ऐतिहासिक संचय के लिए मुख्य रूप से पश्चिमी विकसित देश (अमेरिका, यूरोपीय देश) जिम्मेदार हैं, जबकि भारत और विकासशील देश हाल में विकसित हो रहे हैं और उनकी प्रति व्यक्ति उत्सर्जन दर बहुत कम है। अतः विकसित देशों को अधिक वित्तीय व तकनीकी सहायता देनी चाहिए और उत्सर्जन में तीव्र कटौती करनी चाहिए। अतः विकल्प B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830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142/150</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ओज़ोन छिद्र (Ozone Hole) की मौसमी पुनरावृत्ति एवं अंटार्कटिका में इसके सर्वाधिक होने के वैज्ञानिक कारणों के संबंध में कौन से कथन सत्य हैं? A. अंटार्कटिका के ऊपर शीतकाल में अत्यधिक तीव्र चक्रवाती हवाओं का घेरा बनता है जिसे 'ध्रुवीय भंवर' (Polar Vortex) कहते हैं, जो अन्य क्षेत्रों की गर्म हवा को अंदर आने से रोकता है। B. अंटार्कटिका का तापमान -80°C से नीचे गिर जाता है, जिससे नाइट्रिक एसिड और जल के समतापमंडलीय बादल (PSCs) बनते हैं। C. वसंत ऋतु (सितंबर-अक्टूबर) में जब सूर्य की किरणें वापस लौटती हैं, तो UV प्रकाश निष्क्रिय क्लोरीन यौगिकों को तेजी से तोड़कर ओज़ोन को नष्ट करता है। D. आर्कटिक (उत्तरी ध्रुव) में स्थल-जल की विषमता के कारण ध्रुवीय भंवर कम स्थिर रहता है, इसलिए वहाँ अंटार्कटिका जैसा स्थायी विशाल ओज़ोन छिद्र नहीं बनता।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632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143/150</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पूर्णतः सत्य हैं। अंटार्कटिका एक विशाल भू-खंड है जो महासागर से घिरा है, जिससे यहाँ का ध्रुवीय भंवर अत्यंत सममित, तीव्र और ठंडा रहता है। यह अत्यधिक ठंड PSCs बादलों के निर्माण हेतु अनुकूल होती है जहाँ क्लोरीन उत्प्रेरक सक्रिय होते हैं। जैसे ही वसंत ऋतु में सूर्योदय होता है, क्लोरीन रेडिकल्स एक साथ ओज़ोन को तोड़ते हैं। मॉन्ट्रियल प्रोटोकॉल की सफलता के कारण 2000 के बाद से ओज़ोन छिद्र धीरे-धीरे भर रहा है और 2066 तक इसके 1980 के पूर्व स्तर पर लौटने का अनुमान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632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143/150</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प्रमुख पर्यावरणीय आंदोलनों/घटनाओं और उनके नेतृत्वकर्ताओं/स्थानों का सही सुमेलन कीजिए: सूची-I: सूची-I: A. चिपको आंदोलन (1973) B. अप्पिको आंदोलन (1983) C. नर्मदा बचाओ आंदोलन D. साइलेंट वैली आंदोलन (1970s) सूची-II: 1. पांडुरंग हेगड़े (उत्तर कन्नड़, कर्नाटक) 2. मेधा पाटकर एवं बाबा आमटे 3. गौरा देवी, सुंदरलाल बहुगुणा एवं चंडी प्रसाद भट्ट (उत्तराखंड) 4. केरल (कुंतीपुझा नदी पर जलविद्युत परियोजना के विरुद्ध)</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5433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144/150</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C-2,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चिपको आंदोलन 1973 में चमोली (उत्तराखंड) में वनों की व्यावसायिक कटाई के विरुद्ध महिलाओं द्वारा पेड़ों से चिपककर शुरू हुआ। अप्पिको आंदोलन (कन्नड़ में अप्पिको का अर्थ 'गले लगाना') चिपको की तर्ज पर कर्नाटक के पश्चिमी घाट में पांडुरंग हेगड़े के नेतृत्व में चला। नर्मदा बचाओ आंदोलन सरदार सरोवर बांध के विस्थापन और वन विनाश के विरुद्ध मेधा पाटकर ने चलाया। साइलेंट वैली आंदोलन केरल के सदाबहार वर्षावनों को जलविद्युत बांध से डूबने से बचाने हेतु चला और अंततः इसे राष्ट्रीय उद्यान घोषित किया गया।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5433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144/150</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मरुस्थलीकरण को रोकने हेतु भारत सरकार और अंतरराष्ट्रीय स्तर पर अपनाए जाने वाले तकनीकी उपायों के संबंध में निम्नलिखित कथनों पर विचार कीजिए: A. वायुरोधक (Windbreaks) और आश्रय पट्टियाँ (Shelterbelts) खेतों के किनारों पर पेड़ों की कतारें लगाकर पवन अपरदन और वाष्पीकरण को रोकती हैं। B. बालूका स्तूप स्थिरीकरण (Sand Dune Stabilization) हेतु मरुस्थलीय घासों (जैसे सेवण घास - Lasiurus scindicus) और खेजड़ी (Prosopis cineraria) का रोपण किया जाता है। C. जल संचयन की पारंपरिक विधियों (जैसे राजस्थान में खड़ीन, जोहड़, टांका, बावड़ी) द्वारा भूजल पुनर्भरण और मृदा में नमी संरक्षण किया जाता है। D. टपकन/ड्रिप सिंचाई (Drip Irrigation) प्रणाली से अत्यधिक सिंचाई जनित मृदा लवणीकरण और जल-भराव (Waterlogging) की समस्या से बचा जा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235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145/150</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तकनीकी एवं व्यावहारिक रूप से सही हैं। मरुस्थलीकरण नियंत्रण हेतु यांत्रिक, वानिकी और कृषि पद्धतियों का समन्वय आवश्यक है। शेल्टर बेल्ट्स पवन के वेग को 50-70% तक धीमा कर देती हैं। राजस्थान में काजरी (CAZRI) ने बालू के टिब्बों को स्थिर करने हेतु खेजड़ी, रोहिड़ा, इसबगोल और सेवण घास की तकनीकों को मानकीकृत किया है। पारंपरिक टांका और खड़ीन कृषि जल सुरक्षा सुनिश्चित करते हैं, जबकि ड्रिप सिंचाई जल की 60% बचत के साथ लवण जमाव को रोकती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235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145/150</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यूरोपीय संघ (EU) द्वारा 2026 से पूर्णतः लागू किया जा रहा 'कार्बन बॉर्डर एडजस्टमेंट मैकेनिज्म' (CBAM)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यूरोप में आने वाले सभी पर्यटकों पर पर्यावरण कर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विदेशों से EU में आयात होने वाले कार्बन-गहन उत्पादों (जैसे स्टील, सीमेंट, एल्युमीनियम, उर्वरक) पर उनकी उत्पादन प्रक्रिया में उत्सर्जित कार्बन के आधार पर लगाया जाने वाला आयात शुल्क (Carbon Tax)</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जहाजों के यूरोपीय बंदरगाहों में प्रवेश पर रोक</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सभी गैर-यूरोपीय देशों में वृक्षारोपण अनिवार्य करने का नियम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037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146/150</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विदेशों से EU में आयात होने वाले कार्बन-गहन उत्पादों (जैसे स्टील, सीमेंट, एल्युमीनियम, उर्वरक) पर उनकी उत्पादन प्रक्रिया में उत्सर्जित कार्बन के आधार पर लगाया जाने वाला आयात शुल्क (Carbon Tax)</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यूरोप में आने वाले सभी पर्यटकों पर पर्यावरण कर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जहाजों के यूरोपीय बंदरगाहों में प्रवेश पर रोक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सभी गैर-यूरोपीय देशों में वृक्षारोपण अनिवार्य करने का नियम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CBAM (Carbon Border Adjustment Mechanism) यूरोपीय संघ की एक अग्रणी जलवायु व्यापार नीति है। इसका उद्देश्य 'कार्बन लीकेज' (Carbon Leakage - जब यूरोपीय कंपनियाँ कड़े पर्यावरण नियमों से बचने के लिए कारखाने उन देशों में लगाती हैं जहाँ ढीले नियम हों) को रोकना है। इसके तहत यदि भारत या चीन जैसा देश से स्टील, सीमेंट, एल्युमीनियम या बिजली EU में निर्यात होती है, तो आयातक को यूरोपीय कंपनियों के समान ही कार्बन उत्सर्जन प्रमाण पत्र (CBAM Certificates) खरीदने होंगे। यह वैश्विक विनिर्माण को हरित व कम-उत्सर्जन तकनीक अपनाने हेतु विवश करने वाला उपकरण है। अतः विकल्प B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037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146/150</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में 'जैव विविधता के प्रमुख तप्तस्थलों' (Biodiversity Hotspots) और उनके संकट के संबंध में निम्नलिखित कथनों पर विचार कीजिए: A. 'बायोडायवर्सिटी हॉटस्पॉट' संकल्पना का प्रतिपादन नॉर्मन मायर्स (Norman Myers) द्वारा 1988 में किया गया था। B. किसी क्षेत्र को हॉटस्पॉट घोषित करने के दो कड़े मानदंड हैं: 1. वहाँ कम से कम 1,500 स्थानिक (Endemic) संवहनी पौधे हों, और 2. उसका कम से कम 70% मूल प्राथमिक पर्यावास नष्ट हो चुका हो। C. विश्व में वर्तमान में 36 मान्यता प्राप्त हॉटस्पॉट्स हैं, जिनमें से 4 भारत में (या आंशिक रूप से) विस्तृत हैं: पश्चिमी घाट-श्रीलंका, हिमालय, इंडो-बर्मा, और सुंडालैंड (अंडमान-निकोबार)। D. वनों की कटाई, अवैध शिकार और जलवायु परिवर्तन इन हॉटस्पॉट्स के अस्तित्व के लिए सबसे बड़े खतरे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838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147/150</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सत्य हैं। बायोडायवर्सिटी हॉटस्पॉट पृथ्वी के वे जैविक रूप से अत्यंत समृद्ध और संकटग्रस्त क्षेत्र हैं जो पृथ्वी की सतह के मात्र 2.5% भाग को कवर करते हैं, परंतु विश्व की 50% से अधिक स्थानिक पादप प्रजातियों और 43% स्थलीय कशेरुकी जीवों को आश्रय देते हैं। भारत का पश्चिमी घाट और पूर्वोत्तर भारत (इंडो-बर्मा) वैश्विक स्तर पर असाधारण जैव विविधता और संकट के केंद्र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838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147/150</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जलवायु परिवर्तन से संबंधित प्रमुख संक्षेपों (Acronyms) और उनके पूर्ण रूपों का सही सुमेलन कीजिए: सूची-I: सूची-I: A. UNFCCC B. IPCC C. NDC D. GCF सूची-II: 1. Green Climate Fund (हरित जलवायु कोष) 2. Nationally Determined Contributions (राष्ट्रीय स्तर पर निर्धारित योगदान) 3. United Nations Framework Convention on Climate Change 4. Intergovernmental Panel on Climate Change</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C-4,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8640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148/150</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C-2,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C-1,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UNFCCC का पूर्ण रूप 'United Nations Framework Convention on Climate Change' है (1992)। IPCC का पूर्ण रूप 'Intergovernmental Panel on Climate Change' है (1988)। NDC का पूर्ण रूप 'Nationally Determined Contributions' है (पेरिस समझौते के तहत राष्ट्रीय लक्ष्य)। GCF का पूर्ण रूप 'Green Climate Fund' है (इंचियोन, दक्षिण कोरिया में स्थित कोष जो विकासशील देशों को जलवायु वित्त देता है)। अतः सही कूट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8640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148/150</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में प्राकृतिक ग्रीनहाउस प्रभाव (Natural Greenhouse Effect) और मानव-जनित संवर्धित ग्रीनहाउस प्रभाव के संदर्भ में कौन से कथन सत्य हैं? A. यदि पृथ्वी पर प्राकृतिक ग्रीनहाउस प्रभाव (जलवाष्प, CO2 आदि द्वारा) न होता, तो पृथ्वी का औसत सतह तापमान वर्तमान (+15°C) से गिरकर लगभग -18°C हो जाता और पृथ्वी बर्फ का गोला बन जाती। B. जलवाष्प (Water Vapor) पृथ्वी के वायुमंडल में प्राकृतिक ग्रीनहाउस प्रभाव में सबसे बड़ा योगदान देने वाली गैस है। C. 1750 की औद्योगिक क्रांति के बाद से जीवाश्म ईंधनों के दहन, वनों की कटाई और औद्योगीकरण से वायुमंडलीय CO2 की सांद्रता 280 ppm से बढ़कर वर्तमान में 420 ppm से अधिक हो गई है। D. वायुमंडल में CO2 का जीवनकाल सैकड़ों से हजारों वर्षों का होता है, जिसके कारण आज किया गया उत्सर्जन पीढ़ियों तक वार्मिंग करता रहेगा।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9441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149/150</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वैज्ञानिक रूप से सत्य हैं। प्राकृतिक ग्रीनहाउस प्रभाव पृथ्वी पर जीवन के अस्तित्व हेतु अनिवार्य है क्योंकि यह लगभग 33°C की प्राकृतिक गर्माहट प्रदान करता है। समस्या मानव-जनित 'अतिरिक्त/संवर्धित ग्रीनहाउस प्रभाव' (Enhanced Greenhouse Effect) से है, जहाँ जीवाश्म ईंधनों (कोयला, तेल, गैस) के जलने से अतिरिक्त कार्बन वायुमंडल में जमा हो रहा है। जलवाष्प प्राकृतिक रूप से सबसे बड़ा अंश रखता है, परंतु मानवीय गतिविधियों से सीधे बढ़ने वाली मुख्य गैस CO2 है। अतः विकल्प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9441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149/150</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2021 के ग्लासगो जलवायु शिखर सम्मेलन (COP-26) में भारत द्वारा घोषित 'पंचामृत' (Panchamrit) जलवायु कार्ययोजना के 5 प्रमुख लक्ष्यों में निम्नलिखित में से कौन सा लक्ष्य शामिल नहीं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2030 तक 500 GW गैर-जीवाश्म ऊर्जा क्षमता तक पहुँचना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2030 तक अपनी 50% ऊर्जा आवश्यकताएं नवीकरणीय ऊर्जा से पूरी करना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2030 तक कुल अनुमानित कार्बन उत्सर्जन में 1 बिलियन टन की कमी करना तथा अर्थव्यवस्था की कार्बन तीव्रता को 45% से कम करना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2035 तक देश में सभी पेट्रोल व डीजल वाहनों की बिक्री पर पूर्ण प्रतिबंध लगाना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150/150</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2035 तक देश में सभी पेट्रोल व डीजल वाहनों की बिक्री पर पूर्ण प्रतिबंध लगाना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2030 तक 500 GW गैर-जीवाश्म ऊर्जा क्षमता तक पहुँचना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2030 तक अपनी 50% ऊर्जा आवश्यकताएं नवीकरणीय ऊर्जा से पूरी करना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2030 तक कुल अनुमानित कार्बन उत्सर्जन में 1 बिलियन टन की कमी करना तथा अर्थव्यवस्था की कार्बन तीव्रता को 45% से कम करना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प्रधानमंत्री नरेंद्र मोदी द्वारा COP-26 (ग्लासगो, 2021) में भारत के 'पंचामृत' के 5 अमृत तत्व घोषित किए गए थे: 1. 2030 तक 500 गीगावाट गैर-जीवाश्म ऊर्जा क्षमता, 2. 2030 तक नवीकरणीय ऊर्जा से 50% ऊर्जा आवश्यकताएं पूरी करना, 3. 2030 तक कुल अनुमानित कार्बन उत्सर्जन में 1 अरब टन की कमी करना, 4. 2030 तक अर्थव्यवस्था की कार्बन तीव्रता को 45% से अधिक कम करना, तथा 5. वर्ष 2070 तक 'नेट ज़ीरो' (शुद्ध शून्य कार्बन उत्सर्जन) का लक्ष्य प्राप्त करना। 2035 तक पेट्रोल-डीजल वाहनों पर पूर्ण प्रतिबंध का कोई लक्ष्य पंचामृत में शामिल नहीं था।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150/150</a:t>
            </a:r>
          </a:p>
        </p:txBody>
      </p:sp>
    </p:spTree>
  </p:cSld>
  <p:clrMapOvr>
    <a:masterClrMapping/>
  </p:clrMapOvr>
</p:sld>
</file>

<file path=ppt/theme/theme1.xml><?xml version="1.0" encoding="utf-8"?>
<a:theme xmlns:a="http://schemas.openxmlformats.org/drawingml/2006/main" name="NIEd">
  <a:themeElements>
    <a:clrScheme name="NIEd">
      <a:dk1>
        <a:srgbClr val="1A1A4A"/>
      </a:dk1>
      <a:lt1>
        <a:srgbClr val="F5F7FF"/>
      </a:lt1>
      <a:dk2>
        <a:srgbClr val="1B2A6B"/>
      </a:dk2>
      <a:lt2>
        <a:srgbClr val="E8EDFF"/>
      </a:lt2>
      <a:accent1>
        <a:srgbClr val="FF6B00"/>
      </a:accent1>
      <a:accent2>
        <a:srgbClr val="00AA44"/>
      </a:accent2>
      <a:accent3>
        <a:srgbClr val="4466CC"/>
      </a:accent3>
      <a:accent4>
        <a:srgbClr val="FF3B30"/>
      </a:accent4>
      <a:accent5>
        <a:srgbClr val="FFB830"/>
      </a:accent5>
      <a:accent6>
        <a:srgbClr val="7C3AED"/>
      </a:accent6>
      <a:hlink>
        <a:srgbClr val="FF6B00"/>
      </a:hlink>
      <a:folHlink>
        <a:srgbClr val="953734"/>
      </a:folHlink>
    </a:clrScheme>
    <a:fontScheme name="NIEd">
      <a:majorFont>
        <a:latin typeface="Calibri Light"/>
        <a:ea typeface=""/>
        <a:cs typeface="Mangal"/>
      </a:majorFont>
      <a:minorFont>
        <a:latin typeface="Calibri"/>
        <a:ea typeface=""/>
        <a:cs typeface="Mangal"/>
      </a:minorFont>
    </a:fontScheme>
    <a:fmtScheme name="NIEd">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