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Lst>
  <p:sldSz cx="12192000" cy="6858000" type="screen16x9"/>
  <p:notesSz cx="6858000" cy="9144000"/>
  <p:defaultTextStyle/>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साहित्य की निम्नलिखित साहित्यिक विधा पर विचार कीजिए - "यह राजस्थानी काव्य का एक मात्रिक छंद है। इसमें पहले पूरा दोहा पढ़ा जाता है, फिर पांचवें चरण में दोहे के अंतिम चरण को दोहराया जाता है।" उपर्युक्त कथन राजस्थानी साहित्य की किस विधा को दर्शाता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झमाल</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झूलणा</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वेलि</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रूपक</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1/100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झमाल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झूलणा</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रूपक</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क्योंकि राजस्थानी साहित्य में 'झमाल' काव्य का एक प्रमुख मात्रिक छंद है, जिसमें पहले पूरा दोहा पढ़ा जाता है और फिर पांचवें चरण में दोहे के चौथे (अंतिम) चरण की पुनरावृत्ति की जाती है। डिंगल साहित्य में यह छंद रीतिकालीन काव्य एवं नीतिपरक दोहों के विस्तार के लिए विशेष रूप से प्रयुक्त होता रहा है। विकल्प B 'झूलणा' एक अत्यंत लोकप्रिय मात्रिक छंद है जिसमें 24 वर्ण या मात्राओं का विधान होता है और इसके अंत में यति होती है (जैसे अमरसिंह राठौड़ रा झूलणा)। विकल्प C 'वेलि' उस काव्य विधा को कहते हैं जिसमें राजाओं या देवताओं के यश, वंशावली और वीरता का गेय वर्णन 'वेल' की भांति बढ़ता है, जिसका सर्वश्रेष्ठ उदाहरण पृथ्वीराज राठौड़ कृत 'वेलि क्रिसन रुकमणी री' है। विकल्प D 'रूपक' किसी ऐतिहासिक महापुरुष या राजा के संपूर्ण जीवन चरित्र पर आधारित प्रबंध काव्य होता है, जैसे गजगुण रूपक। अतः दी गई विशिष्ट संरचनात्मक परिभाषा केवल झमाल छंद को व्यक्त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1/100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संतों को उनके जन्म-वर्ष के अनुसार कालानुक्रमिक क्रम में व्यवस्थित करने से संबंधित निम्नलिखित कथनों पर विचार कीजिए: A. जाम्भोजी B. जसनाथजी C. दादूदयाल D. मीराबाई</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B → A → C → D</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 B → D → C</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C → B → A → D</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 B → C →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048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2/100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 B → D →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 → A → C →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 → B → A →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 B → C →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B है क्योंकि इन सभी संतों का सही कालानुक्रमिक क्रम जाम्भोजी (1451 ई.) → जसनाथजी (1482 ई.) → मीराबाई (1498 ई.) → दादूदयाल (1544 ई.) है। विश्नोई संप्रदाय के संस्थापक संत जाम्भोजी का जन्म 1451 ई. (भाद्रपद कृष्ण अष्टमी) को पीपासर (नागौर) में हुआ था। जसनाथी संप्रदाय के प्रवर्तक संत जसनाथजी का जन्म 1482 ई. में कतरियासर (बीकानेर) में हमीरजी जाट के यहाँ हुआ था। कृष्णभक्ति शाखा की प्रमुख संत कवयित्री मीराबाई का जन्म 1498 ई. में कुड़की ग्राम (पाली) में रतनसिंह राठौड़ के घर हुआ था। दादू पंथ के संस्थापक संत दादूदयाल का जन्म 1544 ई. में अहमदाबाद (गुजरात) में हुआ था और वे बाद में राजस्थान आए। इस प्रकार जन्म-वर्ष के आरोही क्रम में सबसे पहले जाम्भोजी (A), फिर जसनाथजी (B), उसके बाद मीराबाई (D) और अंत में दादूदयाल (C) आते हैं, जिससे सही कूट A → B → D → C बनता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048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2/100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द्रविड़ शैली के मंदिर स्थापत्य के संबंध में निम्नलिखित कथनों में से कौनसा एक सत्य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पुष्करिणी (मंदिर तालाब) द्रविड़ शैली के मंदिरों की सामान्य विशेषता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द्रविड़ शैली के मंदिरों में गर्भगृह के ऊपर वक्ररेखीय (Curvilinear) शिखर होता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गर्भगृह के ऊपर स्थित विमान सामान्यतः पिरामिडाकार होता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गोपुरम् द्रविड़ शैली के मंदिरों की सबसे प्रमुख विशेषताओं में से एक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073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3/100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द्रविड़ शैली के मंदिरों में गर्भगृह के ऊपर वक्ररेखीय (Curvilinear) शिखर होता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पुष्करिणी (मंदिर तालाब) द्रविड़ शैली के मंदिरों की सामान्य विशेषता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गर्भगृह के ऊपर स्थित विमान सामान्यतः पिरामिडाकार होता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गोपुरम् द्रविड़ शैली के मंदिरों की सबसे प्रमुख विशेषताओं में से एक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B है क्योंकि द्रविड़ शैली के मंदिरों में गर्भगृह के ऊपर वक्ररेखीय (Curvilinear) शिखर नहीं, बल्कि सीढ़ीदार पिरामिड की आकृति में ऊपर उठता हुआ 'विमान' होता है। वक्ररेखीय शिखर उत्तर भारतीय 'नागर शैली' के मंदिरों की सर्वप्रमुख पहचान है, जिसमें शिखर ऊपर की ओर धीरे-धीरे अंदर झुकता जाता है। द्रविड़ मंदिर वास्तुकला की मुख्य विशेषताओं में चारदीवारी, विशाल अलंकृत प्रवेश द्वार (गोपुरम्), गर्भगृह के ऊपर पिरामिडनुमा बहुमंजिला विमान, स्तंभों पर टिका मंडप तथा परिसर के भीतर जल संचयन हेतु पुष्करिणी (कल्याणी या तालाब) की अनिवार्य उपस्थिति शामिल है। चोल, पल्लव और पांड्य शासकों द्वारा निर्मित मंदिर जैसे तंजावुर का बृहदेश्वर मंदिर द्रविड़ शैली के उत्कृष्ट उदाहरण हैं। अतः कथन B तकनीकी व वास्तुशिल्पीय दृष्टि से सर्वथा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073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3/100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16वीं-18वीं सदी के भारत के संदर्भ में, निम्नलिखित कथन (A) और कारण (R) पर विचार कीजिए: A. कथन (A): भारत में चांदी के रुपयों की उपलब्धता में अच्छी स्थिरता बनी रही। B. कारण (R): लगातार बढ़ते व्यापार के साथ, भारत से निर्यात होने वाली वस्तुओं का भुगतान करने के लिए एशिया से भारी मात्रा में चांदी आई।</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(A) सही है लेकिन (R) सही नहीं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(A) और (R) दोनों सही हैं लेकिन (R), (A) की सही व्याख्या नहीं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(A) और (R) दोनों सही हैं और (R), (A) की सही व्याख्या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(A) सही नहीं है लेकिन (R) सही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4/100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(A) सही है लेकिन (R) सही नहीं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और (R) दोनों सही हैं लेकिन (R), (A) की सही व्याख्या नहीं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और (R) दोनों सही हैं और (R), (A) की सही व्याख्या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सही नहीं है लेकिन (R) सही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क्योंकि कथन (A) पूर्णतः सत्य है किंतु कारण (R) असत्य है। एनसीईआरटी (इतिहास, थीम-8) के अनुसार, 16वीं से 18वीं शताब्दी के दौरान मुगल साम्राज्य में चांदी के रुपयों की प्रचुर उपलब्धता और मौद्रिक स्थिरता बनी रही, जिसका प्रमाण इतालवी यात्री जियोवानी कारेरी के यात्रा वृत्तांत से मिलता है। कारण (R) इसलिए गलत है क्योंकि भारत से निर्यातित वस्तुओं के भुगतान के लिए चांदी 'एशिया से' नहीं आई थी, बल्कि नई दुनिया (अमेरिका) और यूरोप से व्यापार के माध्यम से एशिया तथा भारत में प्रवाहित (Imported into Asia) हुई थी। भारत से सूती वस्त्र, मसाले और नील के बदले यूरोपीय व्यापारिक कंपनियां बड़े पैमाने पर चांदी के सिक्के और धातु (Bullion) भारत लाती थीं। चूंकि चांदी का स्रोत यूरोप व अमेरिकी खदानें थीं न कि एशिया, इसलिए कारण में 'एशिया से चांदी आई' लिखा होना ऐतिहासिक व तथ्यात्मक रूप से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4/100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 में से किस नृत्य विधा में परंपरागत रूप से किसी भी वाद्य यंत्र का प्रयोग नहीं होता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वालर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गेर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डांडिया</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गींदड़</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12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5/100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वालर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डांडिया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गींदड़</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क्योंकि राजस्थान के सिरोही जिले में गरासिया जनजाति द्वारा किया जाने वाला 'वालर नृत्य' बिना किसी वाद्य यंत्र के अत्यंत धीमी और गरिमामयी गति से केवल लयबद्ध तालियों, पदचाप और गायन के सहारे किया जाता है। इसे गरासिया जनजाति का 'घूमर' भी कहा जाता है, जिसमें स्त्री और पुरुष दो अर्धवृत्तों में खड़े होकर छाते या तलवार के साथ नृत्य का संचालन करते हैं। इसके विपरीत विकल्प B 'गेर' मेवाड़ और बाड़मेर का प्रसिद्ध लोकनृत्य है जिसमें ढोल, बांकिया और थाली का प्रयोग अनिवार्य रूप से होता है। विकल्प C 'डांडिया' मारवाड़ का प्रसिद्ध लोकनृत्य है जिसमें नगाड़ा, शहनाई और ढोल बजाए जाते हैं। विकल्प D 'गींदड़' शेखावाटी क्षेत्र में होली के अवसर पर पुरुषों द्वारा नगाड़े और चंग की थाप पर किया जाने वाला वृत्ताकार नृत्य है। अतः वाद्य यंत्र रहित परंपरागत नृत्य केवल वालर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12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5/100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में विकसित किए गए पैनोरमा के संदर्भ में असंगत मेल को पहचानिए: सूची-I: सूची-I: A. धन्ना भगत B. महाबलिदानी पन्नाधाय C. 1857 स्वतंत्रता संग्राम D. गुरु गोबिन्द सिंह जी सूची-II: 1. धुआं कलां, टोंक 2. चित्तौड़ी खेड़ा, चित्तौड़गढ़ 3. आऊवा, पाली 4. नरेना, जयपुर</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14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6/100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B</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क्योंकि 'महाबलिदानी पन्नाधाय पैनोरमा' चित्तौड़ी खेड़ा (चित्तौड़गढ़) में नहीं, बल्कि कमेरी (देवगढ़, राजसमंद) तथा पाण्डोली (चित्तौड़गढ़) में स्थापित किया गया है, जबकि चित्तौड़ी खेड़ा में 'संत शिरोमणि रैदास पैनोरमा' निर्मित है। राजस्थान पर्यटन विकास निगम एवं धरोहर प्रोन्नति प्राधिकरण के आधिकारिक आंकड़ों के अनुसार, टोंक के धुआंकलां में संत धन्ना भगत पैनोरमा स्थित है जो पूर्णतः सुमेलित है। पाली जिले के आऊवा में ठाकुर कुशाल सिंह और 1857 के स्वतंत्रता संग्राम का पैनोरमा विकसित किया गया है। जयपुर के नरेना में गुरु गोबिंद सिंह जी का पैनोरमा स्थापित किया गया है। चूंकि विकल्प B में पन्नाधाय के सामने चित्तौड़ी खेड़ा दिया गया है, जो कि संत रैदास की तपोस्थली व पैनोरमा स्थल है, अतः यह युग्म असंगत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14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6/100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प्राचीन राजस्थान के संदर्भ में, जब राज्य कृषकों से अपना हिस्सा धन (मुद्रा) के रूप में वसूल करता था, तो वह कर क्या कहलाता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उपरिकर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शुल्क</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हिरण्यक</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प्रणय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170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7/100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हिरण्यक</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उपरिकर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शुल्क</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प्रणय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C है क्योंकि प्राचीन भारतीय और राजस्थानी भू-राजस्व व्यवस्था में जब राज्य किसानों से उपज के स्थान पर नकद मुद्रा (स्वर्ण या रजत सिक्कों) के रूप में लगान वसूल करता था, तो उसे 'हिरण्य' या 'हिरण्यक' कहा जाता था। इसके विपरीत जब कर अनाज या फसल के रूप में लिया जाता था, तो उसे 'भाग' या 'मेय' कहा जाता था। विकल्प A 'उपरिकर' एक प्रकार का अतिरिक्त या उपकर था जो स्थायी जोतदारों के अलावा अस्थायी कृषकों पर लगाया जाता था। विकल्प B 'शुल्क' व्यापारिक वस्तुओं पर लगने वाली चुंगी या सीमा शुल्क को कहा जाता था। विकल्प D 'प्रणय' मौर्य एवं गुप्त काल में संकटकालीन स्थिति में राज्य द्वारा प्रजा पर लगाया जाने वाला ऐच्छिक या अनिवार्य आपातकालीन कर था। अतः मुद्रा के रूप में वसूले जाने वाले भू-राजस्व को स्पष्ट रूप से हिरण्यक कहा जाता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170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7/100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भारतीय राष्ट्रीय आंदोलन से संबंधित निम्नलिखित घटनाओं को उनके घटित होने के कालानुक्रमिक क्रम में व्यवस्थित कीजिए: A. भारत के लिए साइमन आयोग की नियुक्ति B. भगत सिंह, राजगुरु एवं सुखदेव को फाँसी C. चन्द्रशेखर आज़ाद की पुलिस मुठभेड़ में शहादत D. सूर्य सेन (मास्टरदा) को फाँसी</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C → B → A → D</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B → A → C → D</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 C → D → B</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 C → B →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8/100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 C → B →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 → B → A →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 → A → C →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 C → D → B</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D है क्योंकि इन ऐतिहासिक घटनाओं का सही कालक्रम A → C → B → D है। ब्रिटिश सरकार द्वारा जॉन साइमन की अध्यक्षता में साइमन कमीशन की औपचारिक नियुक्ति 8 नवंबर 1927 को की गई थी। इसके पश्चात हिंदुस्तान सोशलिस्ट रिपब्लिकन एसोसिएशन (HSRA) के महान क्रांतिकारी चंद्रशेखर आजाद 27 फरवरी 1931 को इलाहाबाद के अल्फ्रेड पार्क में पुलिस मुठभेड़ के दौरान वीरगति को प्राप्त हुए। लाहौर षड्यंत्र केस के तहत शहीद भगत सिंह, सुखदेव और राजगुरु को 23 मार्च 1931 को लाहौर सेंट्रल जेल में फांसी दी गई। चटगांव शस्त्रागार छापे के महानायक सूर्य सेन (मास्टरदा) को अंग्रेजों द्वारा 12 जनवरी 1934 को मेदिनीपुर/चटगांव जेल में फांसी दी गई थी। अतः वर्ष और माह के अनुसार सही कालानुक्रम (A: 1927) → (C: फरवरी 1931) → (B: मार्च 1931) → (D: 1934) बनता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8/100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 में से कौनसे आभूषण परंपरागत रूप से राजस्थान की महिलाओं द्वारा गले में पहने जाते हैं? A. पोत B. छड़ा C. तिमणियाँ D. चंपाकली</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8219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9/100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D है क्योंकि पोत, तिमणियाँ और चंपाकली राजस्थान में महिलाओं द्वारा गले व वक्षस्थल पर पहने जाने वाले पारंपरिक आभूषण हैं, जबकि छड़ा पैर में पहना जाने वाला आभूषण है। 'पोत' कांच के छोटे मोतियों को पिरोकर बनाई जाने वाली माला होती है जिसे कंठ में धारण किया जाता है। 'तिमणियाँ' सोने की तीन पट्टियों से बना भारी कंठहार होता है जिसे राजस्थानी महिलाएं तीज-त्योहारों पर पहनती हैं। 'चंपाकली' चंपा के फूल की कलियों के आकार में सोने या चांदी की लड़ियों से बना गले का अत्यंत सुंदर हार है। इसके विपरीत 'छड़ा' (या छड़े) ठोस चांदी से निर्मित कड़ेनुमा आभूषण होता है जिसे महिलाएं पैरों के टखनों के पास पहनती हैं। इसलिए केवल A, C और D ही गले के आभूषण हैं और छड़ा पैर का आभूषण होने के कारण इस समूह से बाहर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8219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9/100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नरेंद्र मंडल (चैम्बर ऑफ प्रिंसेस) के संदर्भ में निम्नलिखित अभिकथन (A) और कारण (R) पर विचार कीजिए: A. अभिकथन (A): चैम्बर ऑफ प्रिंसेस (नरेंद्र मंडल) की स्थापना 1921 में ब्रिटिश ताज की शाही स्वीकृति से की गई थी, जिसका उद्देश्य देशी रियासतों के शासकों को एक साझा मंच प्रदान करना था। B. कारण (R): चैम्बर ऑफ प्रिंसेस की स्थापना भारत सरकार अधिनियम, 1919 के सुधारों तथा बढ़ती हुई राष्ट्रीय राजनीतिक गतिविधियों के प्रभाव के संदर्भ में की गई थी, ताकि देशी रियासतों के शासकों को संगठित और एकजुट किया जा सके।</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(A) सही नहीं है लेकिन (R) सही है</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(A) और (R) दोनों सही हैं लेकिन (R), (A) की सही व्याख्या नहीं करता है</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(A) और (R) दोनों सही हैं तथा (R), (A) की सही व्याख्या करता है</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(A) सही है लेकिन (R) सही नहीं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10/100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(A) और (R) दोनों सही हैं तथा (R), (A) की सही व्याख्या करता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सही नहीं है लेकिन (R) सही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और (R) दोनों सही हैं लेकिन (R), (A) की सही व्याख्या नहीं करता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सही है लेकिन (R) सही नहीं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C है क्योंकि अभिकथन (A) और कारण (R) दोनों ऐतिहासिक रूप से सत्य हैं तथा कारण, अभिकथन की सटीक व्याख्या प्रस्तुत करता है। मोंटेग्यू-चेम्सफोर्ड सुधारों (भारत सरकार अधिनियम, 1919) की सिफारिशों के आधार पर सम्राट जॉर्ज पंचम के शाही फरमान द्वारा 8 फरवरी 1921 को दिल्ली के लाल किले में नरेंद्र मंडल की औपचारिक स्थापना की गई थी। इसका मूल उद्देश्य ब्रिटिश सर्वोच्चता के अधीन देशी नरेशों को एक आधिकारिक परामर्शदात्री मंच देना था ताकि भारत में तेजी से उभर रहे राष्ट्रवादी और असहयोग आंदोलनों के विरुद्ध राजाओं की निष्ठा और संगठन का उपयोग ब्रिटिश हितों की रक्षा के लिए किया जा सके। बीकानेर के महाराजा गंगासिंह को इसका प्रथम चांसलर चुना गया था जिन्होंने रियासतों की स्वायत्तता का पक्ष रखा। अतः राजनीतिक गतिविधियों के दबाव में रियासतों को संगठित करना ही इसके गठन की वास्तविक पृष्ठभूमि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10/100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अचलगढ़ दुर्ग के बारे में निम्नलिखित कथनों को पढ़िए और सही विकल्प का चयन कीजिए: A. इस दुर्ग का निर्माण परमार वंश के राजाओं द्वारा करवाया गया था। B. महाराणा कुंभा ने इस दुर्ग का पुनर्निर्माण करवा कर इसे विस्तारित किया। C. इस दुर्ग में गोल झालरा, बड़ा झालरा नामक जलाशय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A और B सही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B और C सही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 B और C सभी सही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B सही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3226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11/100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और B सही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 सही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और C सभी सही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सही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क्योंकि कथन A और B सही हैं, जबकि कथन C असत्य है। माउंट आबू (सिरोही) में स्थित अचलगढ़ दुर्ग का मूल निर्माण 9वीं शताब्दी में परमार वंशीय शासकों द्वारा करवाया गया था। 1452 ई. में मेवाड़ के महाराणा कुंभा ने गुजरात के सुल्तानों से सीमांत सुरक्षा सुनिश्चित करने हेतु इस दुर्ग का पुनर्निर्माण करवाया और इसमें कुंभस्वामी मंदिर तथा अन्य सुरक्षा प्राचीरों का विस्तार किया। कथन C इसलिए गलत है क्योंकि 'गोल झालरा' और 'बड़ा झालरा' (नाना साहब का झालरा व इब्राहिम का झालरा सहित) अजमेर के तारागढ़ दुर्ग में स्थित प्रसिद्ध जलाशय हैं, न कि अचलगढ़ में। अचलगढ़ दुर्ग परिसर में स्थित प्रमुख जलाशयों में मंदाकिनी कुंड, सावन-भादों झील और कपूर सागर प्रमुख हैं। अतः अचलगढ़ के संदर्भ में केवल परमार कालीन मूल निर्माण और कुंभा का पुनर्निर्माण ही सही तथ्य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3226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11/100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निम्नलिखित ऐतिहासिक युद्धों को कालानुक्रमिक (आरोही) क्रम में व्यवस्थित करने से संबंधित कथनों पर विचार कीजिए: A. प्रथम आंग्ल-मराठा युद्ध B. द्वितीय आंग्ल-मैसूर युद्ध C. तृतीय आंग्ल-मैसूर युद्ध D. द्वितीय आंग्ल-मराठा युद्धध</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B → C → A → D</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B → A → C → D</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 B → C → D</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 C → B →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44292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12/100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 B → C →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 → C → A →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 → A → C →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 C → B →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C है क्योंकि इन युद्धों का सही कालानुक्रमिक क्रम प्रथम आंग्ल-मराठा युद्ध (1775-1782) → द्वितीय आंग्ल-मैसूर युद्ध (1780-1784) → तृतीय आंग्ल-मैसूर युद्ध (1790-1792) → द्वितीय आंग्ल-मराठा युद्ध (1803-1805) है। प्रथम आंग्ल-मराठा युद्ध सूरत की संधि के बाद 1775 में प्रारंभ हुआ और 1782 में सालबाई की संधि से समाप्त हुआ। द्वितीय आंग्ल-मैसूर युद्ध 1780 में हैदर अली के नेतृत्व में शुरू हुआ और 1784 में मंगलौर की संधि से संपन्न हुआ। तृतीय आंग्ल-मैसूर युद्ध टीपू सुल्तान और कार्नवालिस के मध्य 1790 से 1792 तक चला जो श्रीरंगपट्टनम की संधि पर समाप्त हुआ। द्वितीय आंग्ल-मराठा युद्ध 1802 की बसीन की संधि के उपरांत 1803 से 1805 के मध्य लड़ा गया था। अतः वर्षों के अनुसार सही आरोही क्रम 1775 (A) → 1780 (B) → 1790 (C) → 1803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44292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12/100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फड़ चित्रकला के संबंध में निम्नलिखित कथनों पर विचार कीजिए: A. फड़ चित्रों का निर्माण परंपरागत रूप से हस्तनिर्मित कागज़ पर जलरंगों (वॉटरकलर्स) से किया जाता है। B. फड़ चित्र परंपरागत रूप से भोपाओं के लिए बनाए जाते हैं, जो रावण हत्था अथवा जंतर की संगत में लोक देवताओं की कथाओं का वाचन एवं गायन करते हैं। C. फड़ चित्रों में देवियों को लाल रंग तथा देवताओं को नीले रंग में चित्रित किया जाता है। D. फड़ चित्र में मुख्य देवता को अन्य सभी आकृतियों की अपेक्षा कहीं अधिक बड़े आकार में दर्शाया जाता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56316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13/100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क्योंकि कथन A और C दोनों गलत (असत्य) हैं, जबकि प्रश्न में गलत कथनों की पहचान पूछी गई है। कथन A गलत है क्योंकि फड़ चित्रकला का निर्माण हस्तनिर्मित कागज पर नहीं, बल्कि मोटे सूती खादी/रेजी के कपड़े पर गोंद और प्राकृतिक वानस्पतिक व खनिज रंगों से किया जाता है। कथन C भी गलत है क्योंकि फड़ में देवियों को लाल और देवताओं को नीला रंग देने का कोई अनिवार्य नियम नहीं है; इसमें लाल रंग शौर्य का, पीला आभूषणों का, हरा प्रकृति का और सिंदूरी रंग देवत्व का प्रतीक होता है। कथन B पूर्णतः सही है क्योंकि भीलवाड़ा के जोशी चितेरे भोपाओं के लिए फड़ बनाते हैं, जो पाबूजी की फड़ का वाचन रावणहत्था पर और देवनारायणजी की फड़ का वाचन जंतर वाद्य पर करते हैं। कथन D भी सही है क्योंकि फड़ में श्रेणीबद्ध अनुपात (Hierarchical Scaling) के तहत प्रधान नायक देवता का कद अन्य पात्रों से काफी बड़ा बनाया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56316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13/100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राष्ट्रीय एवं अंतर्राष्ट्रीय पुरस्कारों पर विचार कीजिए: A. पद्म विभूषण B. रेमन मैग्सेसे C. डॉ. बी.सी. रॉय D. पद्म भूषणण</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834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14/100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क्योंकि 'जयपुर फुट' के जनक और प्रख्यात अस्थिरोग विशेषज्ञ डॉ. पी.के. सेठी (प्रमोद करण सेठी) को इनमें से केवल रेमन मैग्सेसे पुरस्कार तथा डॉ. बी.सी. रॉय राष्ट्रीय पुरस्कार प्राप्त हुए थे। उन्हें 1981 में दिव्यांगों के पुनर्वास और सुलभ कृत्रिम अंग निर्माण के लिए सामुदायिक नेतृत्व की श्रेणी में प्रतिष्ठित 'रेमन मैग्सेसे पुरस्कार' से सम्मानित किया गया था। इसके अतिरिक्त भारतीय चिकित्सा परिषद द्वारा 1989 में उन्हें देश का सर्वोच्च चिकित्सा सम्मान 'डॉ. बी.सी. रॉय पुरस्कार' प्रदान किया गया। भारत सरकार ने उन्हें वर्ष 1981 में 'पद्म श्री' से सम्मानित किया था, किंतु उन्हें कभी भी पद्म भूषण या पद्म विभूषण से अलंकृत नहीं किया गया। अतः विकल्पों में दिए गए सम्मानों में से केवल B और C ही उनके द्वारा प्राप्त पुरस्कारों की श्रेणी में आते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834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14/100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राज्य पुनर्गठन अधिनियम, 1956 के सम्बन्ध में निम्नांकित कथनों पर विचार कीजिए एवं सही विकल्प चुनिए: A. नवम्बर 1956 में भारतीय संसद द्वारा राज्य पुनर्गठन अधिनियम पास किया गया। B. इस विधायन ने 14 राज्यों एवं 7 केंद्र शासित प्रदेशों वाली व्यवस्था का प्रावधान किया। C. हैदराबाद रियासत के तेलंगाना क्षेत्र को महाराष्ट्र में सम्मिलित कर दिया था।</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सत्य है</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सत्य है</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और B सत्य हैं</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और C सत्य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8036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15/100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सत्य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सत्य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और B सत्य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और C सत्य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B है क्योंकि केवल कथन A सत्य माना गया है, जबकि B और C दोनों तथ्यतः असत्य हैं। राज्य पुनर्गठन अधिनियम 1 नवंबर 1956 से पूरे देश में प्रभावी हुआ, जिसे संसद ने फज़ल अली आयोग की सिफारिशों को लागू करने हेतु पारित किया था। कथन B गलत है क्योंकि इस अधिनियम के तहत मूल रूप से 14 राज्य और 6 केंद्र शासित प्रदेश (UTs) बनाए गए थे, न कि 7 केंद्र शासित प्रदेश। कथन C भी पूर्णतः गलत है क्योंकि हैदराबाद रियासत के तेलुगु भाषी तेलंगाना क्षेत्र को आंध्र राज्य में मिलाकर 'आंध्र प्रदेश' का गठन किया गया था, जबकि हैदराबाद के मराठी भाषी मराठवाड़ा क्षेत्र को बॉम्बे राज्य (वर्तमान महाराष्ट्र) में सम्मिलित किया गया था। अतः 14 राज्य व 6 संघ राज्य क्षेत्र का प्रावधान होने तथा तेलंगाना के आंध्र में विलय के कारण केवल कथन A ही मान्य विकल्प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8036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15/100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में औद्योगिक एवं विशिष्ट पार्कों के संदर्भ में निम्नलिखित में से कौनसा युग्म सुमेलित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इण्टीग्रेटेड रिसोर्स रिकवरी पार्क - चित्तौड़गढ़</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सोलर पैनल मैन्युफैक्चरिंग पार्क - कांकाणी औद्योगिक क्षेत्र, जोधपुर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हैण्डीक्राफ्ट एण्ड फर्नीचर पार्क - जोधपुर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स्टोन पार्क - गुण्डी-फतेहपुर, कोटा</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9238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16/100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इण्टीग्रेटेड रिसोर्स रिकवरी पार्क - चित्तौड़गढ़</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सोलर पैनल मैन्युफैक्चरिंग पार्क - कांकाणी औद्योगिक क्षेत्र, जोधपुर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हैण्डीक्राफ्ट एण्ड फर्नीचर पार्क - जोधपुर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स्टोन पार्क - गुण्डी-फतेहपुर, कोटा</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क्योंकि 'इंटीग्रेटेड रिसोर्स रिकवरी पार्क' (ई-वेस्ट एवं रीसाइक्लिंग पार्क) चित्तौड़गढ़ में नहीं, बल्कि थोलाई (जमुवारामगढ़, जयपुर) में स्थापित किया गया है। राजस्थान राज्य प्रदूषण नियंत्रण बोर्ड और रीको द्वारा कचरा प्रबंधन व अपशिष्ट पुनर्चक्रण को बढ़ावा देने हेतु इस पार्क की स्थापना थोलाई में की गई है। विकल्प B पूर्णतः सही है क्योंकि रीको द्वारा सोलर सेल व सोलर पैनल निर्माण हेतु कांकाणी औद्योगिक क्षेत्र (जोधपुर) में डेडिकेटेड पार्क विकसित किया गया है। विकल्प C भी सही है क्योंकि जोधपुर में बोरानाडा के निकट हैंडीक्राफ्ट और फर्नीचर क्लस्टर पार्क कार्यरत है। विकल्प D सही है क्योंकि कोटा जिले के गुण्डी-फतेहपुर क्षेत्र में कोटा स्टोन के प्रसंस्करण व संवर्धन हेतु स्टोन पार्क विकसित किया गया है। अतः असंगत युग्म केवल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9238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16/100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यूरोप के निम्नलिखित पर्वतों को उनकी भौगोलिक अवस्थिति के अनुसार उत्तर से दक्षिण की ओर व्यवस्थित कीजिए: A. ब्लैक फॉरेस्ट B. ज़ोलन C. हार्ज D. डिनारिक आल्प्सस</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B → C → A → D</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 B → C → D</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C → D → A → B</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B → A → D →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04414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17/100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B → C → A →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 B → C →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 → D → A → B</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 → A → D →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क्योंकि अक्षांशीय स्थिति के आधार पर उत्तर से दक्षिण का सही क्रम ज़ोलन (स्कैंडिनेविया) → हार्ज (उत्तरी जर्मनी) → ब्लैक फॉरेस्ट (दक्षिण-पश्चिम जर्मनी) → डिनारिक आल्प्स (बाल्कन प्रायद्वीप) है। ज़ोलन पर्वत (Kjølen Mountains) नॉर्वे और स्वीडन की सीमा पर लगभग 63° से 68° उत्तरी अक्षांश पर स्थित हैं, जो सबसे उत्तर में हैं। हार्ज पर्वत (Harz Mountains) जर्मनी के उत्तरी भाग में लगभग 51.7° उत्तरी अक्षांश पर स्थित हैं। ब्लैक फॉरेस्ट (Black Forest) जर्मनी के दक्षिणी हिस्से में राइन नदी की घाटी के पूर्व में लगभग 48° उत्तरी अक्षांश पर स्थित भ्रंशोत्थ (ब्लॉक) पर्वत है। डिनारिक आल्प्स (Dinaric Alps) दक्षिण-पूर्वी यूरोप के बाल्कन क्षेत्र में लगभग 42° से 45° उत्तरी अक्षांश पर एड्रियाटिक सागर के समानांतर फैले हैं। अतः उत्तर से दक्षिण की ओर सही अनुक्रम B → C → A → D बनता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04414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17/100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में दलहन उत्पादन के संदर्भ में निम्नलिखित अभिकथन (A) और कारण (R) पर विचार कीजिए: A. अभिकथन (A): भारत के विभिन्न राज्यों में प्रति हेक्टेयर दलहन की पैदावार लगातार निचले स्तर पर बनी हुई है। B. कारण (R): लगातार बनी रहने वाली तकनीकी, संरचनात्मक और जलवायु संबंधी बाधाएँ दलहन की खेती की उत्पादकता पर भारी प्रभाव डालती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(A) और (R) दोनों सत्य हैं और (R), (A) की सही व्याख्या है</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(A) असत्य है लेकिन (R) सत्य है</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(A) सत्य है लेकिन (R) असत्य है</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(A) और (R) दोनों सत्य हैं लेकिन (R), (A) की सही व्याख्या नहीं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16438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18/100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(A) और (R) दोनों सत्य हैं और (R), (A) की सही व्याख्या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असत्य है लेकिन (R) सत्य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सत्य है लेकिन (R) असत्य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और (R) दोनों सत्य हैं लेकिन (R), (A) की सही व्याख्या नहीं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क्योंकि अभिकथन (A) और कारण (R) दोनों सत्य हैं तथा कारण दलहन की निम्न उत्पादकता की सटीक व्याख्या करता है। भारत विश्व में दालों का सबसे बड़ा उत्पादक एवं उपभोक्ता होने के बावजूद प्रति हेक्टेयर उत्पादकता (लगभग 700-800 किग्रा/हेक्टेयर) के मामले में वैश्विक औसत से काफी पीछे है। इसका मुख्य कारण यह है कि दलहन की खेती आज भी 80 प्रतिशत से अधिक वर्षा-आधारित और सीमांत (कम उपजाऊ) भूमियों पर की जाती है। उन्नत किस्म के रोग-प्रतिरोधी बीजों की कमी, सिंचाई सुविधाओं का अभाव, कीट प्रकोप, अत्यधिक तापमान तथा फसल कटाई उपरांत भंडारण और विपणन की ढांचागत कमजोरियां उत्पादकता को ऊपर नहीं उठने देतीं। चूंकि ये तकनीकी, संस्थागत और मौसमी जोखिम सीधे तौर पर पैदावार को सीमित करते हैं, इसलिए अभिकथन और कारण दोनों सही व संबद्ध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16438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18/100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निम्नलिखित राष्ट्रीय उद्यानों / वन्यजीव अभ्यारण्यों में से कौनसा क्षेत्रफल की दृष्टि से सबसे बड़ा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कैलादेवी</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दर्रा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फुलवारी की नाल</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डेज़र्ट नेशनल पार्क</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28462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19/100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डेज़र्ट नेशनल पार्क</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कैलादेवी</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दर्रा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फुलवारी की नाल</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D है क्योंकि राष्ट्रीय मरु उद्यान (डेज़र्ट नेशनल पार्क) का कुल क्षेत्रफल 3162 वर्ग किलोमीटर है, जो राजस्थान का सबसे बड़ा संरक्षित क्षेत्र है। यह जैसलमेर जिले में 1900 वर्ग किमी तथा बाड़मेर जिले में 1262 वर्ग किमी क्षेत्र में फैला हुआ है और राज्य पक्षी गोडावण (Great Indian Bustard) का प्रमुख प्राकृतिक आवास तथा आकल वुड फॉसिल पार्क का केंद्र है। तुलनात्मक रूप से विकल्प A 'कैलादेवी अभ्यारण्य' (करौली) का क्षेत्रफल लगभग 676.82 वर्ग किमी है। विकल्प B 'दर्रा अभ्यारण्य' (मुकुंदरा हिल्स) का क्षेत्रफल लगभग 274 वर्ग किमी है। विकल्प C 'फुलवारी की नाल' (उदयपुर) का क्षेत्रफल लगभग 511.41 वर्ग किमी है। अतः स्पष्ट है कि क्षेत्रफल के मामले में डेजर्ट नेशनल पार्क इन सभी में अत्यधिक विशाल और शीर्ष स्थान पर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28462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19/100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वैश्विक तापमान को पूर्व-औद्योगिक स्तर से 1.5°C से अधिक न बढ़ने देने के लिए, पेरिस समझौते में नेट ज़ीरो (Net-Zero) हासिल करने का लक्ष्य किस वर्ष तक रखा गया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2050 तक</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2045 तक</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2035 तक</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2030 तक</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0487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20/100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2050 तक</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2045 तक</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2035 तक</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2030 तक</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क्योंकि 2015 के ऐतिहासिक पेरिस समझौते तथा जलवायु परिवर्तन पर अंतर-सरकारी पैनल (IPCC) की विशेष रिपोर्ट के अनुसार वैश्विक तापमान वृद्धि को 1.5°C के भीतर सीमित रखने के लिए सदी के मध्य यानी वर्ष 2050 तक वैश्विक स्तर पर शुद्ध-शून्य (नेट-ज़ीरो) ग्रीनहाउस गैस उत्सर्जन प्राप्त करना अनिवार्य घोषित किया गया है। पेरिस समझौते का दीर्घकालिक उद्देश्य पूर्व-औद्योगिक स्तर की तुलना में तापमान वृद्धि को 2°C से काफी नीचे रखना और 1.5°C तक सीमित करने के गंभीर प्रयास करना है। इसके लिए 2030 तक वैश्विक कार्बन उत्सर्जन में 45% की कटौती और 2050 तक संतुलन (नेट ज़ीरो) स्थापित करने की रूपरेखा तय की गई है। यद्यपि विभिन्न देशों ने अपनी राष्ट्रीय परिस्थितियों के अनुसार अलग-अलग लक्ष्य रखे हैं (जैसे भारत ने 2070 और चीन ने 2060), किंतु समझौते का वैश्विक सामूहिक लक्ष्य 2050 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0487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20/100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के राष्ट्रीय जलमार्ग-5 (National Waterway-5) से निम्नलिखित में से कौनसा भाग जुड़ा हुआ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ब्राह्मणी नदी का तलचर-धमरा विस्तार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पूर्वी तट नहर का गोयनखाली-चारबतिया विस्तार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बकिंघम नहर (काकीनाडा से पुडुचेरी)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मताई नदी का चारबतिया-धमरा विस्तार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5251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21/100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बकिंघम नहर (काकीनाडा से पुडुचेरी)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ब्राह्मणी नदी का तलचर-धमरा विस्तार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पूर्वी तट नहर का गोयनखाली-चारबतिया विस्तार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मताई नदी का चारबतिया-धमरा विस्तार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C है क्योंकि बकिंघम नहर (काकीनाडा से पुडुचेरी विस्तार) राष्ट्रीय जलमार्ग-4 (NW-4) का अभिन्न हिस्सा है, न कि राष्ट्रीय जलमार्ग-5 का। राष्ट्रीय जलमार्ग-4 आंध्र प्रदेश, तमिलनाडु और पुडुचेरी में कृष्णा और गोदावरी नदियों के साथ बकिंघम नहर नेटवर्क को जोड़ता है जिसकी कुल लंबाई लगभग 1078 किमी है। इसके विपरीत राष्ट्रीय जलमार्ग-5 (NW-5) ओडिशा और पश्चिम बंगाल में स्थित है, जिसकी कुल लंबाई 623 किमी है। NW-5 के अंतर्गत ब्राह्मणी नदी का तलचर-धमरा खंड, पूर्वी तट नहर (East Coast Canal) का गोयनखाली से चारबतिया खंड, मताई नदी का चारबतिया-धमरा खंड तथा महानदी डेल्टा की नदियां सम्मिलित हैं। अतः बकिंघम नहर का संबंध NW-4 से होने के कारण यह NW-5 से नहीं जुड़ी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5251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21/100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धौलपुर लिफ्ट परियोजना के संबंध में निम्नलिखित कथनों पर विचार कीजिए: A. यह एक पूर्णतः लिफ्ट सिंचाई सह पेयजल परियोजना है। B. इसका उद्देश्य धौलपुर जिले में लगभग 39,980 हेक्टेयर कृषि योग्य कमान क्षेत्र में सिंचाई प्रदान करना है। C. इसमें 10 मेगावाट सौर ऊर्जा उत्पादन संयंत्र की अनिवार्यतः स्थापना शामिल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और C सभी</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64535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22/100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और B</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और C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D है क्योंकि कथन A और B सही हैं, जबकि कथन C असत्य है। धौलपुर लिफ्ट सिंचाई परियोजना चंबल नदी के अधिशेष जल को लिफ्ट करके धौलपुर जिले के सूखाग्रस्त क्षेत्रों में सिंचाई सुविधा और गांवों में पेयजल आपूर्ति सुनिश्चित करने वाली एक वृहद् सिंचाई सह पेयजल परियोजना है। इस परियोजना के संशोधित डीपीआर के तहत जिले के राजाखेड़ा और धौलपुर तहसील के लगभग 39,980 हेक्टेयर कृषि योग्य कमान क्षेत्र (CCA) को नहरी तंत्र व फव्वारा सिंचाई से सिंचित करने का लक्ष्य निर्धारित किया गया है। कथन C गलत है क्योंकि परियोजना की विद्युत आवश्यकताओं को पूरा करने और पम्पिंग स्टेशन चलाने हेतु 10 मेगावाट नहीं, बल्कि 30 मेगावाट क्षमता का ग्रिड-कनेक्टेड सौर ऊर्जा संयंत्र स्थापित करने का प्रावधान किया गया था। अतः तकनीकी विशिष्टता के आधार पर केवल A और B ही सत्य कथन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64535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22/100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निम्नलिखित नदियों में से कितनी नदियां आंतरिक अपवाह (Inland Drainage) के उदाहरण हैं? A. सीपू, B. मंथा, C. खंडेला, D. कांतली</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एक</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सभी चार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दो</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तीन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76560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23/100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तीन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एक</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सभी चार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दो</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D है क्योंकि इन चार नदियों में से तीन नदियां (मंथा, खंडेला और कांतली) आंतरिक जल अपवाह तंत्र का हिस्सा हैं, जबकि सीपू नदी अरब सागर अपवाह तंत्र की नदी है। मंथा (मेंढा) नदी जयपुर के मनोहरपुर से निकलकर नागौर होते हुए सांभर झील में गिरती है। खंडेला नदी सीकर की पहाड़ियों से निकलकर सांभर झील में विलीन होती है। कांतली नदी सीकर की खंडेला पहाड़ियों से निकलकर झुंझुनूं को दो भागों में बांटते हुए चूरू की सीमा के पास रेत में समाहित हो जाती है। ये तीनों नदियां किसी समुद्र तक नहीं पहुंचतीं, इसलिए आंतरिक अपवाह की नदियां हैं। इसके विपरीत 'सीपू' नदी सिरोही जिले से निकलकर गुजरात में पश्चिमी बनास नदी में मिलती है, जो आगे चलकर कच्छ के रन (अरब सागर तंत्र) में विसर्जित होती है। अतः केवल तीन नदियां ही आंतरिक अपवाह प्रणाली का प्रतिनिधित्व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76560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23/100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के सामरिक एवं भौगोलिक संदर्भ में प्रसिद्ध 'देपसांग मैदान' (Depsang Plains) कहाँ अवस्थित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दक्षिणी भारत में</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उत्तरी भारत में</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उत्तर-पूर्वी भारत में</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मध्यवर्ती भारत 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88584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24/100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उत्तरी भारत 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दक्षिणी भारत 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उत्तर-पूर्वी भारत 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मध्यवर्ती भारत 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B है क्योंकि देपसांग मैदान भारत के उत्तरी भाग में केंद्र शासित प्रदेश लद्दाख के उत्तर-पूर्वी क्षेत्र (काराकोरम श्रेणी के पूर्व में) में लगभग 5,000 मीटर से अधिक की ऊंचाई पर स्थित एक सामरिक पठारी मैदान है। यह क्षेत्र वास्तविक नियंत्रण रेखा (LAC) के अत्यंत निकट स्थित है और दौलत बेग ओल्डी (DBO) हवाई पट्टी तथा रणनीतिक दरबुक-श्योक-डीबीओ (DSDBO) मार्ग की सुरक्षा के लिए अत्यधिक महत्वपूर्ण माना जाता है। 2020 के भारत-चीन सैन्य गतिरोध के दौरान देपसांग वाई-जंक्शन क्षेत्र अत्यधिक चर्चा में रहा था। चूंकि लद्दाख देश के सुदूर उत्तर में हिमालयी क्षेत्र में स्थित है, इसलिए भौगोलिक रूप से यह पूर्णतः 'उत्तरी भारत' के अंतर्गत आता है। शेष विकल्प दक्षिण, पूर्वोत्तर या मध्य भारत से संबंधित होने के कारण सर्वथा असंगत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88584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24/100</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वानिकी एवं जैवविविधता विकास परियोजना (RFBDP) के सम्बन्ध में निम्नलिखित कथनों पर विचार कीजिए: A. यह परियोजना एजेन्स फैन्साइज़ डे डेवलपमेन्ट (AFD) द्वारा समर्थित एक पहल है। B. इस परियोजना की अवधि 2023-24 से 2029-30 तक है। C. यह परियोजना राजस्थान के 23 जिलों में कार्यान्वित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तथा C</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तथा C</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0060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25/100</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तथा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तथा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D है क्योंकि केवल कथन A सही है, जबकि B और C दोनों असत्य हैं। राजस्थान वानिकी एवं जैवविविधता विकास परियोजना (RFBDP) फ्रांसीसी विकास एजेंसी 'एजेन्स फैन्साइज़ डे डेवलपमेन्ट' (AFD) और राजस्थान सरकार के 70:30 के वित्तीय सहयोग से संचालित की जा रही है। कथन B गलत है क्योंकि इस आठ-वर्षीय परियोजना की आधिकारिक कार्यान्वयन अवधि 2023-24 से 2030-31 तक (8 वर्ष) निर्धारित है, न कि 2029-30 तक। कथन C भी गलत है क्योंकि यह परियोजना राजस्थान के केवल 13 जिलों (अलवर, बारां, भीलवाड़ा, भरतपुर, बूंदी, दौसा, धौलपुर, जयपुर, झालावाड़, करौली, कोटा, सवाई माधोपुर और टोंक) में लागू है; 23 तो इसके अंतर्गत गठित संभागीय प्रबंधन इकाइयां (DMUs) हैं, जिले नहीं। अतः प्रशासनिक और तकनीकी दोनों आंकड़ों के आधार पर केवल कथन A ही सत्य सिद्ध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0060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25/100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जनगणना 2011 के अनुसार, राजस्थान के कितने जिलों की कुल जनसंख्या में उनकी नगरीय जनसंख्या 10 प्रतिशत से कम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पाँच</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तीन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दो</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छः</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12633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26/100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पाँच</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तीन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छः</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क्योंकि 2011 की जनगणना के आधिकारिक आंकड़ों के अनुसार राजस्थान के कुल 5 जिलों की नगरीय जनसंख्या उनके कुल जिले की आबादी के 10 प्रतिशत से कम दर्ज की गई थी। ये पांच जिले अपने न्यूनतम नगरीय प्रतिशत के क्रम में इस प्रकार हैं: 1. डूंगरपुर (मात्र 6.39%), 2. बाड़मेर (6.98%), 3. बांसवाड़ा (7.10%), 4. प्रतापगढ़ (8.27%), तथा 5. जालौर (8.30%)। राज्य के शेष सभी जिलों में नगरीय जनसंख्या का अनुपात 10% से अधिक रहा है, जबकि राज्य का समग्र औसत नगरीयकरण 24.87% था। चूंकि इन पांचों दक्षिणी व पश्चिमी सीमांत जिलों में अधिकांश आबादी ग्रामीण, जनजातीय व कृषि-आधारित है, अतः 10% से कम शहरी आबादी वाले जिलों की कुल संख्या ठीक 5 (पाँच)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12633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26/100</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निम्नलिखित खनन क्षेत्रों में से कितने क्षेत्र रॉक फॉस्फेट (Rock Phosphate) के खनन क्षेत्र हैं? A. डाकन कोटड़ा, B. सलोपेट, C. बिरमानिया, D. बारोदियाा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सभी चार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एक</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तीन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दो</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4657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27/100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तीन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सभी चार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एक</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दो</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C है क्योंकि दिए गए चार खनन क्षेत्रों में से तीन क्षेत्र (डाकन कोटड़ा, सलोपेट और बिरमानिया) रॉक फॉस्फेट के निक्षेप हैं, जबकि बारोदिया मैंगनीज का खनन क्षेत्र है। डाकन कोटड़ा उदयपुर जिले में स्थित प्रमुख रॉक फॉस्फेट क्षेत्र है (झामरकोटड़ा, मटून और कानपुर के साथ)। सलोपेट बांसवाड़ा जिले का प्रमुख रॉक फॉस्फेट/फॉस्फोराइट खनन ब्लॉक है। बिरमानिया जैसलमेर जिले में लाठी और फतेहगढ़ श्रृंखला के अंतर्गत प्रसिद्ध अवसादी रॉक फॉस्फेट क्षेत्र है। इसके विपरीत 'बारोदिया' बांसवाड़ा जिले में स्थित मैंगनीज अयस्क की प्रसिद्ध खदान है (लीलावानी, तलवाड़ा, कासला और तिम्मामाहुरी के साथ)। चूंकि बारोदिया रॉक फॉस्फेट नहीं बल्कि धात्विक खनिज मैंगनीज से संबंधित है, अतः रॉक फॉस्फेट उत्पादक क्षेत्रों की सही संख्या तीन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4657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27/100</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निम्नलिखित जिलों में से किस जिले में वर्षा की परिवर्तिता (Variability of Rainfall) सबसे कम दर्ज की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जैसलमेर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हनुमानगढ़</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सिरोही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भरतपुर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36682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28/100</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सिरोही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जैसलमेर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हनुमानगढ़</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भरतपुर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C है क्योंकि राजस्थान में जलवायु विज्ञान के नियम के अनुसार जहाँ औसत वार्षिक वर्षा सर्वाधिक होती है, वहाँ वर्षा की परिवर्तिता (वैरिएबिलिटी गुणांक) सबसे कम पाई जाती है। सिरोही जिले में स्थित माउंट आबू राज्य का सर्वाधिक वर्षा वाला स्थान (लगभग 150 सेमी) है और संपूर्ण सिरोही जिले में औसत वर्षा उच्च रहने के कारण मानसूनी वर्षा में वर्ष-दर-वर्ष होने वाला विचलन न्यूनतम (लगभग 20-25%) रहता है। इसके विपरीत पश्चिमी शुष्क जिलों जैसे जैसलमेर में वर्षा की अनिश्चितता और परिवर्तिता राज्य में सर्वाधिक (50% से अधिक) दर्ज की जाती है। हनुमानगढ़ और भरतपुर की तुलना में भी सिरोही में उच्च आर्द्रता एवं मानसूनी निरंतरता के कारण वर्षा की स्थिरता अधिक रहती है। अतः दिए गए विकल्पों में सिरोही में वर्षा की परिवर्तिता सबसे कम दर्ज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36682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28/100</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निम्नलिखित भौतिक स्थलाकृतियों को उनके भूवैज्ञानिक उद्भव के सही कालानुक्रमिक क्रम में व्यवस्थित कीजिए: A. बाप बोल्डर्स B. अरावली तन्त्र C. दक्कन ट्रैप D. जलोढ़ तथा वातोढ़ मृदाा</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B → A → D → C</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C → B → A → D</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 B → C → D</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B → A → C →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48706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29/100</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B → A → C →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 → A → D →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 → B → A →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 B → C →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D है क्योंकि भूवैज्ञानिक कालक्रम के अनुसार इन स्थलाकृतियों का सही प्राचीनतम से नवीनतम क्रम अरावली तन्त्र → बाप बोल्डर्स → दक्कन ट्रैप → जलोढ़ तथा वातोढ़ मृदा है। अरावली पर्वतमाला प्री-कैम्ब्रियन महाकल्प (लगभग 2500 से 4500 मिलियन वर्ष पूर्व) की विश्व की प्राचीनतम वलित पर्वत श्रृंखला है। बाप बोल्डर्स (जोधपुर/फलोदी के हिमानी निक्षेप) कार्बोनिफेरस से पर्मियन युग (लगभग 300 मिलियन वर्ष पूर्व) के माने जाते हैं। दक्कन ट्रैप (हाड़ौती के पठार का बेसाल्टिक लावा) का निर्माण मेसोज़ोइक महाकल्प के क्रिटेशियस काल (लगभग 65 मिलियन वर्ष पूर्व) में दरारी ज्वालामुखी उद्भेदन से हुआ था। अंत में जलोढ़ तथा वायु द्वारा लाई गई बालू मृदा (वातोढ़) का निर्माण चतुर्थक कल्प (क्वार्टनरी/होलोसीन युग) में हुआ जो वर्तमान में भी जारी है। अतः सही क्रम B → A → C → D बनता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48706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29/100</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में से कौनसा बन्दरगाह समुद्री जहाजों में ईंधन भरने तथा सर्विसिंग के लिए "प्रशान्त महासागर का चौराहा" (Crossroads of the Pacific) कहलाता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होनोलूलू</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हांगकांग</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वैंकूवर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मनीला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0730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30/100</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होनोलूलू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हांगकांग</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वैंकूवर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मनीला</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क्योंकि हवाई द्वीपसमूह (USA) की राजधानी और प्रमुख बंदरगाह 'होनोलूलू' (Honolulu) को उत्तरी अमेरिका, एशिया और ऑस्ट्रेलिया के समुद्री मार्गों के मिलन बिंदु पर स्थित होने के कारण "प्रशांत महासागर का चौराहा" कहा जाता है। प्रशांत महासागर को पार करने वाले विशाल मालवाहक पोत और यात्री जहाज ईंधन लेने (Refuelling), मरम्मत, रसद आपूर्ति और तकनीकी सर्विसिंग के लिए अनिवार्य रूप से होनोलूलू बंदरगाह पर रुकते हैं। विकल्प B 'हांगकांग' दक्षिण चीन सागर का प्रमुख व्यापारिक प्रवेश द्वार है। विकल्प C 'वैंकूवर' कनाडा का प्रमुख प्रशांत तटीय बंदरगाह है। विकल्प D 'मनीला' फिलीपींस की राजधानी व क्षेत्रीय बंदरगाह है। मध्य प्रशांत में अपनी रणनीतिक अवस्थिति के कारण केवल होनोलूलू को ही इस विशिष्ट भौगोलिक उपनाम से संबोधित किया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0730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30/100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के उपभोक्ता संरक्षण अधिनियम, 2019 के अंतर्गत उपभोक्ता के कानूनी अधिकारों के संबंध में निम्नलिखित पर विचार कीजिए: A. मूलभूत आवश्यकताओं का अधिकार B. परामर्श किए जाने का अधिकार C. संरक्षित किए जाने का अधिकार D. सूचित किए जाने का अधिकारर</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एवं C</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एवं B</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एवं D</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एवं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72755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31/100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C एवं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एवं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एवं B</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एवं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C है क्योंकि उपभोक्ता संरक्षण अधिनियम, 2019 की धारा 2(9) के तहत केवल छह विधिक अधिकारों को परिभाषित किया गया है, जिनमें संरक्षित किए जाने का अधिकार (Right to Safety/Protection) तथा सूचित किए जाने का अधिकार (Right to be Informed) स्पष्ट रूप से शामिल हैं। इन छह अधिकारों में: 1. जीवन और संपत्ति के लिए हानिकारक वस्तुओं व सेवाओं के विरुद्ध 'संरक्षित किए जाने का अधिकार', 2. गुणवत्ता, मात्रा, क्षमता, शुद्धता, मानक व मूल्य के बारे में 'सूचित किए जाने का अधिकार', 3. प्रतिस्पर्धी मूल्यों पर वस्तुओं तक पहुंच ('आश्वस्त किए जाने का अधिकार'), 4. उपयुक्त मंचों पर सुने जाने का अधिकार ('सुने जाने का अधिकार'), 5. अनुचित व्यापार व्यवहार के विरुद्ध 'निवारण पाने का अधिकार' तथा 6. 'उपभोक्ता शिक्षा का अधिकार' शामिल हैं। विकल्प A 'मूलभूत आवश्यकताओं का अधिकार' संयुक्त राष्ट्र उपभोक्ता चार्टर में तो है किंतु भारतीय 2019 अधिनियम के कानूनी अधिकारों में संहिताबद्ध नहीं है, तथा B 'परामर्श किए जाने का अधिकार' के स्थान पर 'सुने जाने का अधिकार' मान्य है। अतः केवल C और D ही विधिक अधिकार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72755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31/100</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निम्नलिखित में से किस वर्ष राजस्थान राज्य का वार्षिक वित्तीय विवरण (राज्य बजट) राज्य में राष्ट्रपति शासन लागू होने के परिणामस्वरूप राजस्थान विधान सभा के स्थान पर लोकसभा के समक्ष प्रस्तुत किया गया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1980</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1993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1967</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1977</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84779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32/100</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1993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1980</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1967</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1977</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B है क्योंकि 15 दिसंबर 1992 को बाबरी मस्जिद विध्वंस के उपरांत राजस्थान में भैरोंसिंह शेखावत सरकार को बर्खास्त कर चौथी बार राष्ट्रपति शासन लगाया गया था, जो 3 दिसंबर 1993 तक प्रभावी रहा। चूंकि मार्च 1993 के बजट सत्र के दौरान राज्य विधानसभा भंग थी, इसलिए संविधान के अनुच्छेद 356 के तहत संसद को राज्य विधानमंडल की शक्तियां प्राप्त हो गईं और राजस्थान का वित्तीय वर्ष 1993-94 का वार्षिक वित्तीय विवरण (राज्य बजट) केंद्रीय संसद में लोकसभा के पटल पर प्रस्तुत व पारित किया गया था। राजस्थान में कुल चार बार राष्ट्रपति शासन लगा: 1967 (मार्च से अप्रैल, 44 दिन), 1977 (अप्रैल से जून), 1980 (फरवरी से जून) तथा 1992-1993 (लगभग एक वर्ष)। 1993 में बजट सत्र के दौरान पूर्णतः राष्ट्रपति शासन प्रभावी होने के कारण बजट लोकसभा में रखा गया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84779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32/100</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के संविधान के निम्नलिखित में से किस अनुच्छेद के प्रावधानों के अन्तर्गत, राज्य का विधान मण्डल विधि द्वारा राज्य की संचित निधि में से नगरपालिकाओं के लिए सहायता अनुदान देने के लिए उपबन्ध कर सकेगा।</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243X(b)</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243X(d)</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243X(a)</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243X(c)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96803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33/100</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243X(c)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243X(b)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243X(d)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243X(a)</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D है क्योंकि भारतीय संविधान के 74वें संविधान संशोधन अधिनियम, 1992 द्वारा अंतःस्थापित अनुच्छेद 243X (हिंदी में अनुच्छेद 243भ) नगरपालिकाओं द्वारा कर अधिरोपित करने की शक्ति और उनकी निधियों से संबंधित है। अनुच्छेद 243X(c) में स्पष्ट उपबंध है कि राज्य का विधानमंडल विधि द्वारा राज्य की संचित निधि में से नगरपालिकाओं के लिए सहायता अनुदान (Grants-in-aid) देने का उपबंध कर सकेगा। इसके अन्य उपखंडों में: 243X(a) के तहत नगरपालिकाओं को कर, शुल्क, पथकर आदि उद्गृहीत और संगृहीत करने हेतु प्राधिकृत किया जाता है; 243X(b) के तहत राज्य सरकार द्वारा वसूले गए करों को नगरपालिकाओं को समनुदेशित किया जाता है; तथा 243X(d) नगरपालिकाओं की ओर से प्राप्त धनों को जमा करने हेतु विशिष्ट निधियों के गठन का प्रावधान करता है। अतः सहायता अनुदान का सटीक प्रावधान 243X(c) में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96803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33/100</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में से किस वाद में भारत के उच्चतम न्यायालय ने निर्णय दिया कि अनुच्छेद 21 के अन्तर्गत जीवन के अधिकार में आजीविका का अधिकार समाहित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एम.सी. मेहता बनाम भारत संघ, 1987</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ओल्गा टेलिस बनाम बॉम्बे नगर निगम, 1985</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एस.पी. गुप्ता बनाम भारत संघ, 1981</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हुसैनारा खातून बनाम गृह सचिव, बिहार राज्य, 1979</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8828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34/100</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ओल्गा टेलिस बनाम बॉम्बे नगर निगम, 1985</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एम.सी. मेहता बनाम भारत संघ, 1987</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एस.पी. गुप्ता बनाम भारत संघ, 1981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हुसैनारा खातून बनाम गृह सचिव, बिहार राज्य, 1979</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B है क्योंकि सर्वोच्च न्यायालय की पांच न्यायाधीशों की संविधान पीठ ने 'ओल्गा टेलिस बनाम बॉम्बे म्युनिसिपल कॉर्पोरेशन (1985)' वाद में ऐतिहासिक व्यवस्था दी थी कि अनुच्छेद 21 के तहत प्रदत्त 'जीवन के अधिकार' में 'आजीविका का अधिकार' (Right to Livelihood) अनिवार्य रूप से शामिल है, क्योंकि कोई भी व्यक्ति आजीविका के साधनों के बिना जीवित नहीं रह सकता। यदि आजीविका के अधिकार को जीवन के अधिकार का हिस्सा न माना जाए, तो जीवन के अधिकार से वंचित करने का सबसे आसान तरीका किसी को उसकी आजीविका के साधनों से वंचित करना होगा। विकल्प A 'एम.सी. मेहता वाद (1987)' ओलियम गैस रिसाव और पूर्ण दायित्व के सिद्धांत से संबंधित है। विकल्प C 'एस.पी. गुप्ता वाद (1981)' जजों के स्थानांतरण और जनहित याचिका (PIL) के विस्तार से संबंधित है। विकल्प D 'हुसैनारा खातून वाद (1979)' त्वरित विचारण (Speedy Trial) और विचाराधीन कैदियों के अधिकारों से जुड़ा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8828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34/100</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के संविधान में भारत के उच्चतम न्यायालय से संबन्धित निम्नलिखित में से किस अनुच्छेद में परमादेश (Mandamus) रिट का उल्लेख किया गया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137</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140</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139</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138</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20852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35/100</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139</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137</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140</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138</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C है क्योंकि संविधान के अनुच्छेद 139 में उच्चतम न्यायालय को कुछ रिट निकालने की शक्तियां प्रदान करने का उल्लेख है, जिसमें परमादेश (Mandamus) रिट शब्दशः उल्लिखित है। अनुच्छेद 139 के अनुसार, "संसद विधि द्वारा उच्चतम न्यायालय को अनुच्छेद 32 के खंड (2) में उल्लिखित प्रयोजनों से भिन्न किन्हीं प्रयोजनों के लिए ऐसे निदेश, आदेश या रिट, जिनके अंतर्गत बंदी प्रत्यक्षीकरण, परमादेश, प्रतिषेध, अधिकार पृच्छा और उत्प्रेषण रिट हैं, निकालने की शक्ति प्रदान कर सकेगी।" विकल्प A 'अनुच्छेद 137' उच्चतम न्यायालय द्वारा अपने निर्णयों या आदेशों के पुनर्विलोकन (Review) की शक्ति से संबंधित है। विकल्प B 'अनुच्छेद 140' उच्चतम न्यायालय की आनुषंगिक शक्तियों से संबंधित है। विकल्प D 'अनुच्छेद 138' उच्चतम न्यायालय की अधिकारिता की वृद्धि से संबंधित है। अतः परमादेश रिट का नामिक उल्लेख स्पष्ट रूप से अनुच्छेद 139 में मिलता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20852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35/100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केन्द्रीय सतर्कता आयोग अधिनियम, 2003 के प्रावधानों से सम्बन्धित निम्नलिखित कथनों पर विचार कीजिए: A. आयोग की कार्यवाहियाँ उसके मुख्यालय में संचालित की जाएंगी। B. यदि केन्द्रीय सतर्कता आयुक्त किसी कारणवश आयोग की किसी बैठक में उपस्थित होने में असमर्थ हो, तो राष्ट्रपति द्वारा प्राधिकृत कोई एक सतर्कता आयुक्त बैठक की अध्यक्षता करेगा।</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 एवं B दोनों सही हैं</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B सही है</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A सही है</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 तो A और ना ही B सही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3287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36/100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सही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एवं B दोनों सही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सही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 तो A और ना ही B सही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C है क्योंकि केवल कथन A सही है, जबकि कथन B असत्य है। केंद्रीय सतर्कता आयोग अधिनियम, 2003 की धारा 9(1) के अनुसार आयोग की कार्यवाहियां उसके मुख्यालय (नई दिल्ली) में ही संचालित की जाएंगी, अतः कथन A विधिक रूप से सत्य है। कथन B इसलिए गलत है क्योंकि अधिनियम की धारा 9(5) के अनुसार यदि केंद्रीय सतर्कता आयुक्त (CVC) किसी कारणवश आयोग की किसी बैठक में उपस्थित होने में असमर्थ रहता है, तो बैठक में उपस्थित 'वरिष्ठतम सतर्कता आयुक्त' (Senior-most Vigilance Commissioner) बैठक की अध्यक्षता करता है, न कि राष्ट्रपति द्वारा प्राधिकृत कोई आयुक्त। राष्ट्रपति की ऐसी किसी विशेष प्राधिकार नियुक्ति का प्रावधान आयोग की सामान्य बैठकों के संचालन के संदर्भ में नहीं है। अतः केवल कथन A ही वैध प्रावधान को दर्शाता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3287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36/100</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37</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के नियंत्रक एवं महालेखा परीक्षक (CAG) के बारे में निम्नलिखित कथनों पर विचार करें: A. वह तीसरी अनुसूची में इस प्रयोजन के लिए निर्धारित प्ररूप के अनुसार शपथ या प्रतिज्ञान लेते हैं। B. संघ के लेखाओं संबंधी प्रतिवेदन भारत के नियंत्रक एवं महालेखा परीक्षक द्वारा संसद के प्रत्येक सदन के समक्ष रखा जाता है। C. उन्हें केवल उसी तरीके से और उन्हीं आधारों पर पद से हटाया जाता है जिस प्रकार उच्चतम न्यायालय के न्यायाधीश को हटाया जाता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A और C सही हैं</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 B और C सभी सही हैं</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B और C सही हैं</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A सही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44901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37/100</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और C सही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और C सभी सही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 सही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सही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क्योंकि कथन A और C सही हैं, जबकि कथन B गलत है। संविधान के अनुच्छेद 148(2) के तहत कैग अपना पद ग्रहण करने से पूर्व राष्ट्रपति या उनके द्वारा नियुक्त व्यक्ति के समक्ष तीसरी अनुसूची में दिए गए प्रारूप के अनुसार शपथ लेता है। अनुच्छेद 148(1) के अनुसार कैग को केवल उसी रीति से और उन्हीं आधारों (साबित कदाचार या असमर्थता) पर हटाया जा सकता है जिस प्रकार उच्चतम न्यायालय के न्यायाधीश को हटाया जाता है। कथन B इसलिए गलत है क्योंकि अनुच्छेद 151(1) के तहत कैग संघ के लेखाओं संबंधी अपने प्रतिवेदन 'राष्ट्रपति' को प्रस्तुत करता है, और राष्ट्रपति उन प्रतिवेदनों को संसद के प्रत्येक सदन के समक्ष रखवाते हैं; कैग स्वयं सीधे संसद के पटल पर रिपोर्ट नहीं रखता। अतः प्रक्रियात्मक नियम के कारण केवल A और C ही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44901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37/100</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की संविधान सभा के निम्नलिखित सदस्यों में से किसने प्रारूप संविधान पर चर्चा के दौरान यह संशोधन प्रस्तावित किया था कि राष्ट्रपति का निर्वाचन सभी वयस्क नागरिकों द्वारा गुप्त मतदान के माध्यम से किया जाना चाहिए।</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के.एम. मुंशी</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टी.टी. कृष्णमाचारी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जयपाल सिंह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के.टी. शाह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56925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38/100</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के.टी. शाह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के.एम. मुंशी</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टी.टी. कृष्णमाचारी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जयपाल सिंह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D है क्योंकि संविधान सभा में प्रारूप संविधान के अनुच्छेद 43 (वर्तमान अनुच्छेद 54) पर बहस के दौरान प्रख्यात अर्थशास्त्री एवं संविधान सभा सदस्य प्रो. के.टी. शाह ने यह संशोधन पेश किया था कि भारत के राष्ट्रपति का चुनाव प्रत्यक्ष रूप से देश के सभी वयस्क नागरिकों द्वारा गुप्त मतदान से होना चाहिए। हालांकि डॉ. बी.आर. अंबेडकर और जवाहरलाल नेहरू ने इस प्रस्ताव का यह कहते हुए विरोध किया कि भारत में संसदीय शासन प्रणाली अपनाई जा रही है जिसमें राष्ट्रपति नाममात्र का संवैधानिक प्रमुख होता है; अतः प्रत्यक्ष वयस्क मताधिकार से चुनाव कराने पर भारी प्रशासनिक व वित्तीय खर्च होगा और राष्ट्रपति वास्तविक शक्तियों का दावा कर मंत्रिपरिषद के साथ शक्ति-संघर्ष पैदा कर सकता है। फलस्वरूप के.टी. शाह का यह संशोधन खारिज कर दिया गया और अप्रत्यक्ष निर्वाचक मंडल की व्यवस्था अपनाई गई।</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56925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38/100</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39</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निम्नलिखित में से कौनसे सिद्धांत भारतीय संविधान के भाग-IV (राज्य की नीति के निदेशक तत्व) में वर्णित नहीं हैं? A. राज्य भाषाई अल्पसंख्यक वर्ग के बच्चों को शिक्षा के प्राथमिक स्तर पर मातृभाषा में शिक्षा की पर्याप्त सुविधाओं की व्यवस्था करने का प्रयास करेगा। B. राज्य चौदह वर्ष की आयु तक के बच्चों को निःशुल्क और अनिवार्य शिक्षा सुलभ कराने का प्रयास करेगा। C. राज्य अनुसूचित जातियों एवं जनजातियों के राजनीतिक एवं आर्थिक हितों की विशेष सावधानी से अभिवृद्धि करेगा।</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एवं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एवं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एवं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एवं B</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68950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39/100</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एवं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एवं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एवं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एवं B</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C है क्योंकि सिद्धांत A और C भारतीय संविधान के भाग-IV में शामिल नहीं हैं। कथन A संविधान के 'भाग-XVII' (राजभाषा) के अंतर्गत अनुच्छेद 350A में वर्णित है, न कि भाग-IV में। कथन C इसलिए भाग-IV में नहीं है क्योंकि अनुच्छेद 46 में राज्य द्वारा अनुसूचित जातियों, अनुसूचित जनजातियों और अन्य दुर्बल वर्गों के 'शिक्षा और अर्थ संबंधी' (Educational and Economic) हितों की अभिवृद्धि का उल्लेख है, उसमें 'राजनीतिक' (Political) शब्द का प्रयोग कतई नहीं किया गया है। दूसरी ओर कथन B मूल संविधान के भाग-IV के अनुच्छेद 45 में शब्दशः शामिल था ("राज्य इस संविधान के प्रारंभ से दस वर्ष की अवधि के भीतर सभी बालकों को चौदह वर्ष की आयु पूरी करने तक निःशुल्क और अनिवार्य शिक्षा देने का प्रयास करेगा")। अतः A और C दोनों भाग-IV में वर्णित नहीं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68950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39/100</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राज्यों को उनके पूर्ण राज्य बनने के सही कालक्रमानुसार व्यवस्थित कीजिए: A. मणिपुर B. मिज़ोरम C. सिक्किम D. नागालैंडड</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 B → C → D</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D → A → C → B</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D → C → A → B</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B → A → C →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40/100</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D → A → C → B</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 B → C →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 → C → A → B</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 → A → C →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B है क्योंकि इन राज्यों के पूर्ण राज्य बनने का सही ऐतिहासिक कालक्रम नागालैंड (1963) → मणिपुर (1972) → सिक्किम (1975) → मिज़ोरम (1987) है। असम से अलग कर 1 दिसंबर 1963 को 13वें संविधान संशोधन अधिनियम द्वारा 'नागालैंड' को भारत का 16वां राज्य बनाया गया। पूर्वोत्तर क्षेत्र (पुनर्गठन) अधिनियम, 1971 के तहत 21 जनवरी 1972 को 'मणिपुर' को पूर्ण राज्य का दर्जा मिला। 36वें संविधान संशोधन अधिनियम, 1975 द्वारा 16 मई 1975 को 'सिक्किम' भारतीय संघ का 22वां पूर्ण राज्य बना। 53वें संविधान संशोधन अधिनियम, 1986 के उपरांत 20 फरवरी 1987 को 'मिज़ोरम' को 23वें पूर्ण राज्य का दर्जा प्राप्त हुआ। अतः सही कालानुक्रम D (1963) → A (1972) → C (1975) → B (1987) बनता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40/100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भू-राजस्व अधिनियम, 1956 की निम्नलिखित में से किस धारा के प्रावधानों के अन्तर्गत, राज्य सरकार प्रत्येक जिले में एक कलेक्टर की नियुक्ति करेगी, जो जिले का भू-अभिलेख अधिकारी भी होगा।</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22</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20</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19</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92998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41/100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20</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19</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B है क्योंकि राजस्थान भू-राजस्व अधिनियम, 1956 की धारा 20 जिले के कलेक्टर की नियुक्ति और उसके भू-अभिलेख अधिकारी होने का स्पष्ट कानूनी प्रावधान करती है। धारा 20(1) के अनुसार, "राज्य सरकार प्रत्येक जिले में एक कलक्टर नियुक्त करेगी जो उस जिले का भू-अभिलेख अधिकारी (Land Records Officer) भी होगा और इस अधिनियम या तत्समय प्रवृत्त किसी अन्य विधि द्वारा या उसके अधीन कलक्टर या भू-अभिलेख अधिकारी को प्रदत्त समस्त शक्तियों का प्रयोग तथा अधिरोपित समस्त कर्तव्यों का निर्वहन करेगा।" विकल्प A 'धारा 22' उप-खंड अधिकारी (SDO) की नियुक्ति से संबंधित है। विकल्प C 'धारा 19' संभागीय आयुक्त (Divisional Commissioner) की नियुक्ति का प्रावधान करती है। विकल्प D 'धारा 21' अतिरिक्त कलक्टर (Additional Collector) की नियुक्ति से संबंधित है। अतः सही धारा 20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92998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41/100</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1919 के भारत शासन अधिनियम से सम्बन्धित निम्नलिखित कथनों में से गलत कथनों की पहचान कीजिए: A. गवर्नर-जनरल की कार्यकारी परिषद में कुल आठ सदस्यों में से तीन भारतीय सदस्य सम्मिलित किए गए। B. केन्द्र एवं प्रान्तीय स्तर पर द्विसदनात्मक व्यवस्थापिका प्रारम्भ की गई। C. प्रान्तीय विधानमण्डल के सदस्यों को बजट को अस्वीकार करने की अनन्य शक्ति दी गई थी।</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एवं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एवं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एवं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एवं B</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05023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42/100</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B एवं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एवं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एवं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एवं B</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B है क्योंकि कथन B और C दोनों तथ्यतः गलत (असत्य) हैं। कथन B गलत है क्योंकि 1919 के अधिनियम (मोंटेग्यू-चेम्सफोर्ड सुधार) द्वारा द्विसदनात्मक व्यवस्थापिका (Bicameral Legislature) केवल 'केंद्र' में स्थापित की गई थी (राज्य परिषद और केंद्रीय विधानसभा), प्रांतों में द्विसदनात्मक व्यवस्था 1935 के अधिनियम द्वारा शुरू की गई थी; 1919 में प्रांतों में द्वैध शासन (Dyarchy) लागू था। कथन C गलत है क्योंकि प्रांतीय विधानमंडल के सदस्यों के पास बजट को पूरी तरह खारिज करने की अनन्य शक्ति नहीं थी; गवर्नर के पास यह विशेषाधिकार था कि यदि विधानमंडल किसी मांग को अस्वीकार कर दे तो वह अपने प्रमाणन (Certification) द्वारा उसे अनिवार्य घोषित कर बहाल कर सकता था। कथन A पूर्णतः सही है क्योंकि गवर्नर-जनरल की 8-सदस्यीय कार्यकारिणी में कमांडर-इन-चीफ को छोड़कर 3 भारतीय सदस्य शामिल किए गए थे। अतः गलत कथन केवल B और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05023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42/100</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बाल विवाह प्रतिषेध अधिनियम, 2006 से सम्बन्धित निम्नलिखित कथनों पर विचार कीजिए: A. इस अधिनियम के तहत दंडनीय अपराध संज्ञेय और गैर-जमानती है। B. इस अधिनियम के तहत बाल विवाह करने वाले वयस्क पुरुष के लिए सख्त कैद की सज़ा है, जो दो साल तक हो सकती है या चार लाख रुपये तक का जुर्माना या दोनों हो सकते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 एवं B दोनों सही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A सही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 तो A और ना ही B सही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B सही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17047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43/100</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सही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एवं B दोनों सही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 तो A और ना ही B सही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सही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B है क्योंकि केवल कथन A सही है जबकि कथन B असत्य है। बाल विवाह प्रतिषेध अधिनियम, 2006 की धारा 15 में यह स्पष्ट प्रावधान है कि दंड प्रक्रिया संहिता के अंतर्गत इस अधिनियम के अधीन दंडनीय सभी अपराध संज्ञेय (Cognizable) और गैर-जमानती (Non-bailable) होंगे, जिससे पुलिस बिना वारंट गिरफ्तारी कर सकती है। कथन B इसलिए गलत है क्योंकि अधिनियम की धारा 9 के तहत यदि कोई 18 वर्ष से अधिक आयु का वयस्क पुरुष किसी बालिका से बाल विवाह करता है, तो उसे अधिकतम 2 वर्ष तक का कठोर कारावास या 1 लाख रुपये तक का जुर्माना (या दोनों) हो सकता है, न कि 4 लाख रुपये। जुर्माने की कानूनी सीमा 1 लाख रुपये निर्धारित है। अतः वित्तीय दंड की राशि गलत दिए जाने के कारण केवल कथन A ही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17047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43/100</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में महिला सशक्तिकरण की योजनाओं / नीतियों के संदर्भ में निम्नलिखित कथनों पर विचार कीजिए: A. एम.ए.ए. (माँ) वाउचर योजना में सरकारी और निजी दोनों प्रकार के सोनोग्राफी केन्द्रों को शामिल किया गया है। B. राजस्थान सरकार ने बालिकाओं एवं महिलाओं की सुरक्षा बढ़ाने के लिए कालिका पेट्रोलिंग यूनिट का गठन किया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B सही है</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A सही है</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 तो A और ना ही B सही है</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 एवं B दोनों सही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2907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44/100</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A एवं B दोनों सही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सही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सही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 तो A और ना ही B सही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D है क्योंकि कथन A और B दोनों पूर्णतः सत्य हैं। राजस्थान सरकार की 'माँ (MAA - Maternity &amp; Child Care Assistance) वाउचर योजना' गर्भवती महिलाओं को गर्भावस्था के दौरान निःशुल्क सोनोग्राफी सेवा उपलब्ध कराने के उद्देश्य से शुरू की गई है, जिसके अंतर्गत सरकारी चिकित्सालयों के साथ-साथ अधिकृत निजी सोनोग्राफी केंद्रों को भी सूचीबद्ध किया गया है ताकि महिलाओं को कतारों से मुक्ति और सुलभ जांच मिल सके। कथन B भी सही है क्योंकि राजस्थान पुलिस और राज्य सरकार द्वारा बालिकाओं, छात्राओं व कामकाजी महिलाओं की सार्वजनिक स्थानों, स्कूलों, कॉलेजों और कोचिंग क्षेत्रों में सुरक्षा सुनिश्चित करने तथा छेड़छाड़ व अभद्रता की रोकथाम हेतु विशेष महिला पुलिसकर्मियों से युक्त 'कालिका पेट्रोलिंग यूनिट' का गठन किया गया है। अतः दोनों कथन महिला सशक्तिकरण के वास्तविक कदम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2907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44/100</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राज्य सूचना आयोग के संदर्भ में निम्नलिखित में से कौनसा कथन गलत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सूचना का अधिकार (आर.टी.आई.) अधिनियम, 2005 की धारा 19(9) के अंतर्गत इसके निर्णय अंतिम एवं बाध्यकारी होंगे।</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राजस्थान सूचना आयोग (प्रबंध) विनियम, 2007 का निर्माण राजस्थान राज्य सूचना आयोग के न्यायिक कार्यों के प्रबंधन के लिए किया गया था।</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"आविदानि जनेभ्यः" राजस्थान राज्य सूचना आयोग का ध्येय वाक्य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श्री सुरेश चौधरी को राजस्थान के तृतीय मुख्य सूचना आयुक्त के रूप में नियुक्त किया गया था।</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4109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45/100</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सूचना का अधिकार (आर.टी.आई.) अधिनियम, 2005 की धारा 19(9) के अंतर्गत इसके निर्णय अंतिम एवं बाध्यकारी होंगे।</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राजस्थान सूचना आयोग (प्रबंध) विनियम, 2007 का निर्माण राजस्थान राज्य सूचना आयोग के न्यायिक कार्यों के प्रबंधन के लिए किया गया था।</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"आविदानि जनेभ्यः" राजस्थान राज्य सूचना आयोग का ध्येय वाक्य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श्री सुरेश चौधरी को राजस्थान के तृतीय मुख्य सूचना आयुक्त के रूप में नियुक्त किया गया था।</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क्योंकि आरटीआई अधिनियम, 2005 के तहत आयोग के निर्णयों के बाध्यकारी होने का प्रावधान धारा 19(7) में है, न कि धारा 19(9) में। धारा 19(7) में स्पष्ट लिखा है कि "केंद्रीय सूचना आयोग या राज्य सूचना आयोग का निर्णय बाध्यकारी (Binding) होगा", जबकि धारा 19(9) केवल शिकायतकर्ता और लोक प्राधिकारी को निर्णय की सूचना व अपील के अधिकार का नोटिस देने से संबंधित है। विकल्प B सही है क्योंकि आयोग की कार्यप्रणाली और न्यायिक अपीलों के निपटारे के लिए 2007 के विनियम बनाए गए थे। विकल्प C सही है क्योंकि आयोग का आधिकारिक ध्येय वाक्य 'आविदानि जनेभ्यः' (जनता के लिए सूचना/ज्ञान) है। विकल्प D सही है क्योंकि राज्य के प्रथम मुख्य सूचना आयुक्त एम.डी. कौरानी, द्वितीय टी. श्रीनिवासन और तृतीय सुरेश चौधरी (आईपीएस) थे। अतः वैधानिक धारा की अशुद्धि के कारण विकल्प A गलत कथन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4109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45/100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आर्थिक सर्वेक्षण 2025-26 के अनुसार, भारत के सेवा क्षेत्र के बारे में दिए गए निम्नलिखित कथनों पर विचार कीजिए: A. भारत विश्व में सेवाओं का सातवां सबसे बड़ा निर्यातक है। B. भारत की सेवाओं की वैश्विक व्यापार में हिस्सेदारी 2005 में 2 प्रतिशत से बढ़कर 2024 में 4.3 प्रतिशत हो गई। C. सेवा क्षेत्र देश में दूसरा सर्वाधिक प्रत्यक्ष विदेशी निवेश प्रवाह प्राप्त करने वाला क्षेत्र है। D. विश्व बैंक के अनुसार, 2024 में भारत के सकल घरेलू उत्पाद में सेवाओं के क्षेत्र का हिस्सा लगभग 49.9 प्रतिशत रहा।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A, B और D सही हैं</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 B, C और D सभी सही हैं</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B और C सही हैं</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A और D सही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5312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46/100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केवल A, B और D सही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 सही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 सही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 सही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क्योंकि कथन A, B और D सही हैं, जबकि कथन C असत्य है। आर्थिक सर्वेक्षण 2025-26 के अनुसार भारत विश्व में सेवा निर्यात में 7वें स्थान पर मजबूती से स्थापित है। वैश्विक वाणिज्यिक सेवा व्यापार में भारत की हिस्सेदारी 2005 के 2.0% से दोगुने से अधिक बढ़कर 2024 में 4.3% हो गई है तथा विश्व बैंक के आंकड़ों के अनुसार भारतीय जीडीपी में सेवा क्षेत्र का योगदान लगभग 49.9% रहा है। कथन C गलत है क्योंकि सेवा क्षेत्र (फाइनेंशियल, बैंकिंग, इंश्योरेंस, आईटी व आउटसोर्सिंग आदि) भारत में कुल संचयी प्रत्यक्ष विदेशी निवेश (FDI) प्रवाह का 'सर्वोच्च/प्रथम' प्राप्तकर्ता (Top Recipient) है, न कि दूसरा। भारत में कुल एफडीआई अंतर्वाह में सेवा क्षेत्र की हिस्सेदारी 16% से अधिक के साथ शीर्ष पर रहती है। अतः केवल A, B और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5312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46/100</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47</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आर्थिक सर्वेक्षण 2025-26 के अनुसार, भारत के कृषि उत्पादन के सम्बन्ध में दिए गए निम्नलिखित कथनों पर विचार कीजिए: A. वित्तीय वर्ष 2024-25 में, अनुमानित खाद्यान्न उत्पादन बागवानी उत्पादन से अधिक रहा है। B. 2014-15 से 2024-25 के बीच, तिलहन के उत्पादन में लगभग 55 प्रतिशत की वृद्धि हुई है। C. सब्जियों, फलों एवं आलू उत्पादन में, भारत का 2023-24 में विश्व में प्रथम स्थान रहा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एवं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एवं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एवं B</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514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47/100</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B</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एवं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एवं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एवं B</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D है क्योंकि केवल कथन B सही है, जबकि A और C दोनों असत्य हैं। आर्थिक सर्वेक्षण के आधिकारिक आंकड़ों के अनुसार राष्ट्रीय तिलहन मिशन और मूल्य समर्थन नीतियों के कारण भारत में कुल तिलहन उत्पादन 2014-15 के 27.5 मिलियन टन से बढ़कर 2024-25 में लगभग 42.6 मिलियन टन हो गया, जो करीब 55% की ऐतिहासिक वृद्धि दर्शाता है। कथन A गलत है क्योंकि पिछले एक दशक से भारत में बागवानी (Horticulture) उत्पादन खाद्यान्न (Foodgrain) उत्पादन से लगातार अधिक रहा है (2024-25 में बागवानी उत्पादन लगभग 355 मिलियन टन अनुमानित है जबकि खाद्यान्न उत्पादन लगभग 332 मिलियन टन)। कथन C भी गलत है क्योंकि फल, सब्जी और आलू उत्पादन में भारत का विश्व में 'दूसरा' स्थान है (प्रथम स्थान चीन का है), केवल केला, आम और पपीता जैसी कुछ विशिष्ट फसलों में भारत प्रथम है। अतः केवल कथन B ही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514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47/100</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आर्थिक सर्वेक्षण 2025-26 के अनुसार, भारत के विदेशी व्यापार के संबंध में दिए गए कथनों पर विचार कीजिए: A. वित्तीय वर्ष 2025 में भारत का कुल निर्यात 825.3 बिलियन अमेरिकी डॉलर रहा। यह प्रदर्शन मुख्यतः सेवाओं के निर्यात में वृद्धि के कारण था। B. वित्तीय वर्ष 2020 से वित्तीय वर्ष 2025 के दौरान, देश के कुल पण्य निर्यात में कृषि का हिस्सा 11 प्रतिशत से 14 प्रतिशत के बीच रहा। C. वैश्विक कृषि निर्यात में भारत का हिस्सा 2000 में 1.1 प्रतिशत से बढ़कर 2024 में 3.4 प्रतिशत हो गया।</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A और B सही हैं</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A और C सही हैं</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B और C सही हैं</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 B और C सभी सही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77169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48/100</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और B सही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 सही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 सही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और C सभी सही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क्योंकि कथन A और B सही हैं, जबकि कथन C गलत है। आर्थिक सर्वेक्षण 2025-26 के अनुसार भारत का कुल निर्यात (वस्तु एवं सेवाएं संयुक्त रूप से) वित्त वर्ष 2024-25 (FY25) में रिकॉर्ड 825.3 बिलियन डॉलर के स्तर पर पहुंचा, जिसमें सॉफ्टवेयर, आईटीईएस और व्यावसायिक सेवा निर्यात की दोहरे अंकों की वृद्धि ने प्रमुख प्रेरक का कार्य किया। कथन B भी सही है क्योंकि 2020 से 2025 के दौरान भारत के कुल वस्तु (पण्य) निर्यात में कृषि उत्पादों का हिस्सा 11% से 14% के दायरे में स्थिर बना रहा। कथन C इसलिए गलत है क्योंकि विश्व व्यापार संगठन (WTO) और सर्वेक्षण के अनुसार वैश्विक कृषि निर्यात में भारत की हिस्सेदारी 2000 के 1.1% से बढ़कर 2024 में लगभग 2.4% तक ही पहुंची है, 3.4% नहीं। अतः सही कथन केवल A और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77169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48/100</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49</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आर्थिक समीक्षा 2025-26 के अनुसार, राजस्थान की मुख्यमंत्री विशेष योग्यजन सम्मान पेंशन योजना के सन्दर्भ में दिए गए कथनों पर विचार कीजिए: A. इस योजना में जन्म से लेकर सभी आयु के विशेष योग्यजन व्यक्तियों को प्रतिमाह 1,500 रुपये की पेंशन देय है। B. इस योजना में कुष्ठ रोग से मुक्त हुए व्यक्तियों को प्रतिमाह 2,500 रुपये की पेंशन देय है। C. इस योजना में नामित मेडिकल बोर्ड से प्रमाणित सिलिकोसिस पीड़ितों को प्रतिमाह 2,000 रुपये की पेंशन देय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A और B सही हैं</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 B और C सभी सही हैं</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B सही है</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A और C सही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8919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49/100</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B सही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 सही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और C सभी सही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 सही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C है क्योंकि केवल कथन B सही है, जबकि A और C दोनों असत्य हैं। राजस्थान सामाजिक सुरक्षा पेंशन नियमों के तहत कुष्ठ रोग से मुक्त हुए विशेष योग्यजनों को मानवीय आधार पर प्रतिमाह 2,500 रुपये की विशेष सम्मान पेंशन प्रदान की जाती है, अतः B पूर्णतः सत्य है। कथन A गलत है क्योंकि योजना के तहत जन्म से सभी आयु वर्ग के लिए एक समान 1500 रुपये की पेंशन नहीं है; इसमें आयु आधारित श्रेणियां (55 वर्ष से कम, 55 से 75 वर्ष और 75 वर्ष से अधिक) निर्धारित हैं तथा न्यूनतम पेंशन गारंटी के तहत न्यूनतम दर 1,150 रुपये है जो प्रतिवर्ष 15% बढ़ती है। कथन C गलत है क्योंकि राजस्थान की विशेष सिलिकोसिस नीति के अंतर्गत प्रमाणीकरण उपरांत पीड़ितों को विशेष योग्यजन पेंशन योजना में अलग से 2000 रुपये की मासिक पेंशन नहीं, बल्कि सिलिकोसिस कल्याण बोर्ड द्वारा 1500 रुपये की पेंशन व 3 लाख का एकमुश्त पुनर्वास पैकेज मिलता है। अतः केवल B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8919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49/100</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मुद्रास्फीति नियंत्रण तंत्र के संदर्भ में निम्नलिखित अनुक्रमों पर विचार कीजिए: A. रिवर्स रेपो दर में वृद्धि → मुद्रा पूर्ति में कमी → मुद्रास्फीति में कमी।ी B. सी.आर.आर. में वृद्धि → मुद्रा गुणक में वृद्धि → मुद्रास्फीति में कमी।ी C. रेपो दर में वृद्धि → निवेश में कमी → मुद्रास्फीति में कमी।ी।</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तथा C</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तथा B</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तथा C</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तथा C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121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50/100</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तथा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तथा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तथा B</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तथा C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C है क्योंकि अनुक्रम A और C मुद्रास्फीति नियंत्रण तंत्र की सही आर्थिक व्याख्या करते हैं, जबकि अनुक्रम B सैद्धांतिक रूप से गलत है। अनुक्रम A सही है क्योंकि जब केंद्रीय बैंक (RBI) रिवर्स रेपो दर बढ़ाता है, तो वाणिज्यिक बैंक अपने अधिशेष धन को अधिक ब्याज पाने के लालच में आरबीआई के पास जमा कराते हैं, जिससे बाजार में तरलता (मुद्रा आपूर्ति) कम होती है और मांग घटने से मुद्रास्फीति नियंत्रित होती है। अनुक्रम C सही है क्योंकि रेपो दर बढ़ने से बैंकों के लिए कर्ज लेना महंगा हो जाता है, जिससे ब्याज दरें बढ़ती हैं, निजी निवेश व उपभोग में कमी आती है और मुद्रास्फीति घटती है। अनुक्रम B गलत है क्योंकि मुद्रा गुणक (Money Multiplier) = 1/CRR होता है; अतः नकद आरक्षित अनुपात (CRR) बढ़ाने पर मुद्रा गुणक 'घटता' है, बढ़ता नहीं। इसलिए केवल A और C ही सही क्रम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121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50/100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गरीबी के मापन के सन्दर्भ में, निम्नलिखित कथनों पर विचार कीजिए: A. जून 2025 में, विश्व बैंक ने गरीबी रेखा को प्रतिदिन 2.15 अमेरिकी डॉलर से बढ़ाकर 3.00 अमेरिकी डॉलर प्रतिदिन कर दिया, जिसे 2021 की कीमतों के अनुसार मुद्रा की क्रय शक्ति के आधार पर समायोजित किया गया। B. संशोधित अन्तर्राष्ट्रीय गरीबी रेखा के अनुसार, भारत में वर्ष 2022-23 के लिए गरीबी दर अत्यधिक गरीबी हेतु 5.3 प्रतिशत तथा निम्न-मध्य-आय गरीबी हेतु 23.9 प्रतिशत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 और B दोनों सही हैं</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B सही है</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 तो A और ना ही B सही है</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A सही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1324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51/100</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और B दोनों सही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सही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 तो A और ना ही B सही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सही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क्योंकि दोनों कथन A और B वैश्विक संस्थागत आंकड़ों के अनुसार सत्य हैं। विश्व बैंक ने जून 2025 में अंतर्राष्ट्रीय गरीबी रेखा (International Poverty Line) को 2017 पीपीपी के 2.15 डॉलर प्रतिदिन से संशोधित कर 2021 की क्रय शक्ति समता (PPP) के आधार पर 3.00 डॉलर प्रतिदिन निर्धारित किया है, जो निम्न-आय देशों की राष्ट्रीय गरीबी रेखाओं के नए आधार को दर्शाता है। कथन B भी पूर्णतः सही है क्योंकि विश्व बैंक और नीति आयोग द्वारा जारी 'पॉवर्टी एंड इक्विटी ब्रीफ' के अनुसार 3.00 डॉलर प्रतिदिन की संशोधित चरम गरीबी रेखा के तहत भारत में चरम गरीबी 2011-12 के 27.1% से तेजी से घटकर 2022-23 में मात्र 5.3% रह गई है, जबकि 4.20 डॉलर की निम्न-मध्यम आय रेखा पर गरीबी 57.7% से घटकर 23.9% पर आ गई है। अतः दोनों तथ्य आधिकारिक रूप से सटीक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1324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51/100</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मुख्यमंत्री अमृत आहार योजना के सन्दर्भ में, निम्न कथनों पर विचार कीजिए: A. यह योजना 14 दिसम्बर 2024 से राज्य के समस्त आंगनवाड़ी केन्द्रों में क्रियान्वित की गई है। B. यह योजना 3 से 6 वर्ष आयु वर्ग के बच्चों में कुपोषण की समस्या के निवारण हेतु क्रियान्वित की गई है। C. इस योजना के अन्तर्गत, राजस्थान सहकारी डेयरी फेडरेशन द्वारा मानक गुणवत्ता का स्किम्ड मिल्क पाउडर उपलब्ध कराकर प्रतिदिन प्रति बच्चा 100 मिलीलीटर मीठा एवं गर्म दूध प्रदान किया जाता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A और C सही हैं</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A और B सही हैं</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B और C सही हैं</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 B और C सभी सही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25266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52/100</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A, B और C सभी सही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 सही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 सही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 सही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D है क्योंकि मुख्यमंत्री अमृत आहार योजना से संबंधित तीनों कथन A, B और C पूर्णतः सही हैं। राजस्थान सरकार के महिला एवं बाल विकास विभाग द्वारा 14 दिसंबर 2024 को राज्य के सभी आंगनवाड़ी केंद्रों पर इस महत्वाकांक्षी पोषण योजना का विधिवत शुभारंभ किया गया था। योजना का मुख्य उद्देश्य 3 से 6 वर्ष तक के छोटे बच्चों में कुपोषण, नाटापन और एनीमिया की रोकथाम करना तथा आंगनवाड़ी में उनकी उपस्थिति बढ़ाना है। इसके तहत राजस्थान कोऑपरेटिव डेयरी फेडरेशन (RCDF - सरस) द्वारा उच्च गुणवत्ता का फोर्टिफाइड स्किम्ड मिल्क पाउडर उपलब्ध कराया जाता है, जिससे आंगनवाड़ी कार्यकर्ताओं द्वारा प्रत्येक पंजीकृत बच्चे को प्रति दिवस 100 मिलीलीटर ताजा, गर्म और मीठा दूध तैयार कर पिलाया जाता है। अतः सभी कथन योजना की वास्तविक रूपरेखा के अनुरूप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25266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52/100</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53</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मुख्यमंत्री युवा स्वरोज़गार योजना के सन्दर्भ में, निम्न कथनों पर विचार कीजिए: A. इस योजना में राजस्थान सरकार योग्य युवाओं को उद्यमी परियोजनाओं की स्थापना और विस्तार में उनकी मदद करने के लिए ब्याज मुक्त ऋण प्रदान करती है। B. इस योजना के अन्तर्गत, 18 से 35 वर्ष की उम्र के बीच के राजस्थान के स्थायी निवासी वित्तीय सहायता के लिए आवेदन करने के पात्र हैं। C. राजस्थान सरकार के उद्योग व वाणिज्य विभाग के द्वारा इसका क्रियान्वयन किया जा रहा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B और C सही हैं</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A और B सही हैं</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A और C सही हैं</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 B और C सभी सही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3729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53/100</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A, B और C सभी सही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 सही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 सही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 सही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D है क्योंकि मुख्यमंत्री युवा स्वरोजगार योजना के संबंध में तीनों कथन A, B और C सही हैं। यह योजना राज्य के शिक्षित और हुनरमंद बेरोजगार युवाओं को विनिर्माण, सेवा व व्यापार क्षेत्र में स्वयं का उद्यम स्थापित करने के लिए बैंकों के माध्यम से 10 लाख रुपये तक का ब्याज-मुक्त (शत-प्रतिशत ब्याज अनुदान सहित) ऋण उपलब्ध कराती है। योजना की पात्रता शर्तों के तहत आवेदक राजस्थान का मूल निवासी होना चाहिए तथा उसकी आयु न्यूनतम 18 वर्ष और अधिकतम 35 वर्ष के मध्य होनी चाहिए। इस योजना का नोडल प्रशासनिक विभाग राजस्थान सरकार का 'उद्योग एवं वाणिज्य विभाग' है, जो जिला उद्योग एवं वाणिज्य केंद्रों (DIC) के माध्यम से आवेदनों की जांच, स्वीकृति और ऋण वितरण की निगरानी करता है। अतः तीनों प्रावधान योजना के दिशा-निर्देशों के पूर्णतः अनुकूल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3729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53/100</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राष्ट्रीय आय एवं समष्टि अर्थशास्त्र के संदर्भ में निम्न कथनों पर विचार कीजिए: A. सकल घरेलू उत्पाद अर्थव्यवस्था की सभी फर्मों के एक वर्ष के सकल मूल्य वर्धन का योग है। B. राष्ट्रीय आय के मापन की व्यय विधि उत्पादों के मांग पक्ष को दर्शाती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 और B दोनों सही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A सही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B सही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 तो A और ना ही B सही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931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54/100</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और B दोनों सही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सही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सही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 तो A और ना ही B सही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क्योंकि अर्थशास्त्र के स्थापित सिद्धांतों के अनुसार कथन A और B दोनों सत्य हैं। राष्ट्रीय आय लेखांकन में उत्पाद विधि (Value Added Method) के अनुसार किसी देश की घरेलू सीमा के भीतर एक वित्तीय वर्ष में सभी उत्पादक उद्यमों (फर्मों) द्वारा किए गए सकल मूल्यवर्धन (Gross Value Added - GVA) का योग ही सकल घरेलू उत्पाद (GDP) कहलाता है (अर्थात् GDP = Σ GVA + उत्पाद कर - उत्पाद सब्सिडी)। कथन B भी सत्य है क्योंकि व्यय विधि (Expenditure Method) अंतिम उपभोग व्यय, सरकारी व्यय, सकल घरेलू पूंजी निर्माण (निवेश) और शुद्ध निर्यात (C + I + G + X - M) का आकलन करती है, जो अर्थव्यवस्था में उत्पादित वस्तुओं और सेवाओं के लिए कुल अंतिम मांग (Aggregate Demand) को प्रतिबिंबित करती है। अतः दोनों कथन राष्ट्रीय आय मापन की सही अवधारणा प्रस्तुत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931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54/100</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पी.एम. स्वनिधि (PM SVANidhi) योजना के संबंध में, निम्न कथनों पर विचार कीजिए: A. यह योजना वर्ष 2021 में प्रारंभ की गई थी। B. यह योजना स्ट्रीट वेन्डरों एवं सूक्ष्म-उद्यमियों को संपार्श्विक-मुक्त कार्यशील पूँजी ऋण उपलब्ध कराती है। C. आर्थिक सर्वेक्षण 2025-26 के अनुसार, इस योजना के परिणामस्वरूप डिजिटल भुगतान का उपयोग 2023 में 45 प्रतिशत से बढ़कर 2025 में 73 प्रतिशत हो गया। D. इस योजना के अन्तर्गत, अनुमानित एन.पी.ए. दर 5 प्रतिशत से कम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A, B एवं D सही हैं</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A एवं B सही हैं</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B सही है</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A, C एवं D सही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6133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55/100</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B सही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एवं D सही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एवं B सही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एवं D सही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C है क्योंकि दिए गए विकल्पों की संरचना में केवल B सही उत्तर माना गया है क्योंकि कथन A तथ्यतः गलत है। पीएम स्ट्रीट वेंडर्स आत्मनिर्भर निधि (PM SVANidhi) योजना 1 जून 2020 को कोविड-19 लॉकडाउन से प्रभावित रेहड़ी-पटरी वालों की आजीविका बहाली हेतु आवासन और शहरी कार्य मंत्रालय द्वारा शुरू की गई थी, न कि 2021 में। कथन A गलत होने के कारण विकल्प A, B और D स्वतः निरस्त हो जाते हैं। कथन B पूर्णतः सही है क्योंकि यह योजना बिना किसी गारंटी (संपार्श्विक-मुक्त) के स्ट्रीट वेंडरों को 10,000 रुपये (प्रथम किस्त), 20,000 रुपये (द्वितीय किस्त) और 50,000 रुपये (तृतीय किस्त) तक का कार्यशील पूंजी ऋण 7% ब्याज अनुदान के साथ प्रदान करती है। डिजिटल लेनदेन को बढ़ावा देने पर इसमें कैशबैक की सुविधा भी दी गई है। अतः केवल कथन B ही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6133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55/100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उद्योगों के वार्षिक सर्वेक्षण (ASI) रिपोर्ट 2023-24 के अनुसार, भारत के विनिर्माण क्षेत्र के कुल रोज़गार में किस राज्य का योगदान सर्वाधिक रहा?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तमिलनाडु</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महाराष्ट्र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गुजरात</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आंध्र प्रदेश</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7336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56/100</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तमिलनाडु</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महाराष्ट्र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गुजरात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आंध्र प्रदेश</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क्योंकि सांख्यिकी एवं कार्यक्रम कार्यान्वयन मंत्रालय (MoSPI) द्वारा जारी उद्योगों के वार्षिक सर्वेक्षण (Annual Survey of Industries) 2023-24 के अनुसार भारत के पंजीकृत विनिर्माण क्षेत्र में कुल रोजगार प्रदान करने के मामले में तमिलनाडु पूरे देश में प्रथम स्थान पर रहा है। तमिलनाडु देश के कुल कारखाना रोजगार में लगभग 15 से 16 प्रतिशत की हिस्सेदारी रखता है, जिसमें वस्त्र, चमड़ा, ऑटोमोबाइल, इलेक्ट्रिक वाहन और इलेक्ट्रॉनिक्स हार्डवेयर निर्माण उद्योग प्रमुख रोजगार प्रदाता हैं। दूसरे स्थान पर गुजरात और तीसरे स्थान पर महाराष्ट्र रहे हैं। हालांकि सकल औद्योगिक उत्पादन और मूल्यवर्धन (GVA) में गुजरात शीर्ष पर है, किंतु कुल व्यक्तियों को रोजगार देने और महिला औद्योगिक कार्यबल की भागीदारी में तमिलनाडु देश का निर्विवाद अग्रणी राज्य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7336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56/100</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57</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उद्योग एवं हस्तशिल्प से संबंधित निम्न कथनों पर विचार कीजिए: A. राजस्थान लघु उद्योग निगम लिमिटेड जयपुर, उदयपुर, दिल्ली और कोलकाता में 'राजस्थली' आउटलेट्स के माध्यम से राज्य के कारीगरों की हस्तशिल्प वस्तुओं का विपणन करता है। B. 44वां इंडियन इन्टरनेशनल ट्रेड फेयर 2025 प्रगति मैदान, नई दिल्ली में आयोजित किया गया। इस वर्ष की थीम "एक भारत श्रेष्ठ भारत" के अन्तर्गत उत्कृष्ट सहभागिता के लिए राजस्थान पवेलियन को रजत पदक से सम्मानित किया गया।</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 तो A और ना ही B सत्य है</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B सत्य है</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 और B दोनों सत्य हैं</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A सत्य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85388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57/100</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सत्य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 तो A और ना ही B सत्य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सत्य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और B दोनों सत्य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D है क्योंकि केवल कथन A सत्य है, जबकि B असत्य है। राजस्थान लघु उद्योग निगम लिमिटेड (राजसीको - RAJSICO) राज्य के ग्रामीण और पारंपरिक दस्तकारों के प्रामाणिक हस्तशिल्प उत्पादों, ब्लू पॉटरी, टेराकोटा, लाख की चूड़ियों और बंधेज वस्त्रों को बाजार उपलब्ध कराने के लिए 'राजस्थली' एम्पोरियम का संचालन जयपुर, उदयपुर, नई दिल्ली और कोलकाता में सफलतापूर्वक कर रहा है। कथन B इसलिए गलत है क्योंकि नई दिल्ली के प्रगति मैदान में आयोजित भारत अंतर्राष्ट्रीय व्यापार मेले (IITF) में राजस्थान पवेलियन को अपने उत्कृष्ट प्रदर्शन और मनमोहक सांस्कृतिक प्रस्तुति हेतु 'स्वर्ण पदक' (Gold Medal) से सम्मानित किया गया था, न कि रजत पदक से। अतः पदक की गलत श्रेणी के कारण B असत्य है और केवल A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85388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57/100</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खाद्य सुरक्षा प्रणाली से संबंधित निम्न कथनों में से कौनसा/से कथन सही है/हैं? A. राष्ट्रीय खाद्य सुरक्षा अधिनियम, 2013 अधिक अनाज उत्पादन को सुनिश्चित करता है। B. लक्षित सार्वजनिक वितरण प्रणाली (टी.पी.डी.एस.) रियायती दरों पर खाद्यान्न उपलब्ध कराने की प्रमुख वितरण व्यवस्था के रूप में कार्य करती है। C. टी.पी.डी.एस. की सम्पूर्ण ज़िम्मेदारी राज्य सरकारों या केन्द्र शासित प्रदेश के प्रशासनों की होती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तथा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तथा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तथा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97412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58/100</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B</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तथा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तथा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तथा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B है क्योंकि केवल कथन B सही है। लक्षित सार्वजनिक वितरण प्रणाली (TPDS) केंद्र और राज्यों की संयुक्त व्यवस्था है जो उचित मूल्य की दुकानों (राशन की दुकानों) के माध्यम से देश के 80 करोड़ से अधिक गरीब और पात्र परिवारों को अत्यधिक रियायती/निःशुल्क दरों पर गेहूं, चावल और मोटा अनाज उपलब्ध कराने का प्राथमिक तंत्र है। कथन A गलत है क्योंकि राष्ट्रीय खाद्य सुरक्षा अधिनियम (NFSA), 2013 का उद्देश्य मानव जीवन चक्र दृष्टिकोण में लोगों को वहनीय मूल्यों पर गुणवत्तापूर्ण भोजन की 'पहुंच और पोषण सुरक्षा' सुनिश्चित करना है, अनाज का उत्पादन बढ़ाना इसका अधिदेश नहीं है (उत्पादन कृषि योजनाओं जैसे NFSM का विषय है)। कथन C गलत है क्योंकि TPDS केंद्र और राज्यों की संयुक्त जिम्मेदारी है; केंद्र सरकार खाद्यान्न की खरीद, आवंटन और भारतीय खाद्य निगम (FCI) के डिपो तक ढुलाई करती है, जबकि राज्य सरकारें पात्रों की पहचान, राशन कार्ड जारी करने और राशन वितरण का कार्य करती हैं। अतः सम्पूर्ण जिम्मेदारी किसी एक की नहीं होती।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97412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58/100</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सरकार के द्वारा वर्ष 2025-26 में शुरू किए गए 'पंच गौरव' कार्यक्रम के तहत, प्रत्येक जिले के लिए पाँच प्रमुख तत्व निर्धारित किए गए हैं। नीचे दी गई सूची में से सही संयोजन का चयन कीजिए:</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जिला - बालोतरा; उपज - अनार; वनस्पति प्रजाति - खेजड़ी; उत्पाद - टेक्सटाइल उत्पाद; पर्यटन स्थल - नाकोड़ा जैन मन्दिर; खेल - बास्केटबॉल</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जिला - जैसलमेर; उपज - खजूर; वनस्पति प्रजाति - जाल; उत्पाद - येलो स्टोन के उत्पाद; पर्यटन स्थल - जैसलमेर दुर्ग; खेल - जिमनास्टिक्स</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जिला - भरतपुर; उपज - सरसों; वनस्पति प्रजाति - कदम्ब; उत्पाद - कृषि आधारित उत्पाद; पर्यटन स्थल - केवलादेव राष्ट्रीय उद्यान; खेल - कबड्डी</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जिला - दौसा; उपज - सौंफ; वनस्पति प्रजाति - नीम; उत्पाद - पत्थर के उत्पाद; पर्यटन स्थल - मेहंदीपुर बालाजी मंदिर; खेल - हॉकी</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09437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59/100</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जिला - भरतपुर; उपज - सरसों; वनस्पति प्रजाति - कदम्ब; उत्पाद - कृषि आधारित उत्पाद; पर्यटन स्थल - केवलादेव राष्ट्रीय उद्यान; खेल - कबड्डी</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जिला - बालोतरा; उपज - अनार; वनस्पति प्रजाति - खेजड़ी; उत्पाद - टेक्सटाइल उत्पाद; पर्यटन स्थल - नाकोड़ा जैन मन्दिर; खेल - बास्केटबॉल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जिला - जैसलमेर; उपज - खजूर; वनस्पति प्रजाति - जाल; उत्पाद - येलो स्टोन के उत्पाद; पर्यटन स्थल - जैसलमेर दुर्ग; खेल - जिमनास्टिक्स</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जिला - दौसा; उपज - सौंफ; वनस्पति प्रजाति - नीम; उत्पाद - पत्थर के उत्पाद; पर्यटन स्थल - मेहंदीपुर बालाजी मंदिर; खेल - हॉकी</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C है क्योंकि भरतपुर जिले का निर्धारित पंच गौरव संयोजन पूर्णतः सही है। राजस्थान सरकार के पंच गौरव कार्यक्रम 2025-26 के तहत प्रत्येक जिले की स्थानीय पहचान को बढ़ावा देने के लिए पांच प्रमुख घटक (विशिष्ट उपज, वनस्पति प्रजाति, प्रमुख उत्पाद, ऐतिहासिक/पर्यटन स्थल तथा स्थानीय खेल) तय किए गए हैं। भरतपुर जिले के लिए: उपज - सरसों, वनस्पति प्रजाति - कदम्ब वृक्ष, स्थानीय उत्पाद - कृषि आधारित उत्पाद (सरसों का तेल आदि), पर्यटन स्थल - केवलादेव राष्ट्रीय पक्षी उद्यान, तथा खेल - कबड्डी का चयन किया गया है। विकल्प A गलत है क्योंकि बालोतरा की वनस्पति प्रजाति रोहिड़ा है न कि खेजड़ी। विकल्प D गलत है क्योंकि दौसा की वनस्पति प्रजाति ढाक (पलाश) है न कि नीम। विकल्प B भी अपने खेल व वनस्पति संयोजन में त्रुटिपूर्ण है। अतः सही संयोजन केवल भरतपुर का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09437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59/100</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सरकारी व्यय के वर्गीकरण से संबंधित निम्न कथनों का अध्ययन कीजिए और सही विकल्प चुनिए: A. पेंशन भुगतान पर व्यय सरकार के राजस्व व्यय का भाग होता है। B. सब्सिडी पर व्यय सरकार के पूंजीगत व्यय का भाग होता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A सही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 और B दोनों सही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B सही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 तो A और ना ही B सही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146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60/100</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सही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और B दोनों सही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सही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 तो A और ना ही B सही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क्योंकि केवल कथन A सही है, जबकि कथन B असत्य है। सरकारी बजट में व्यय को राजस्व व्यय और पूंजीगत व्यय में वर्गीकृत किया जाता है। राजस्व व्यय (Revenue Expenditure) वह व्यय है जिससे न तो सरकार की किसी भौतिक या वित्तीय परिसंपत्ति (Asset) का निर्माण होता है और न ही किसी वित्तीय देनदारी (Liability) में कमी आती है; जैसे कर्मचारियों का वेतन, प्रशासनिक खर्च, ऋणों पर ब्याज और पेंशन भुगतान। अतः पेंशन राजस्व व्यय का हिस्सा है। कथन B इसलिए गलत है क्योंकि सब्सिडी (सहायिकी) पर होने वाला व्यय भी सरकार के दिन-प्रतिदिन के कल्याणकारी दायित्वों का हिस्सा है और इससे किसी स्थायी पूंजीगत संपत्ति का सृजन नहीं होता; इसलिए सब्सिडी अनिवार्य रूप से 'राजस्व व्यय' का भाग होती है, पूंजीगत व्यय का नहीं। पूंजीगत व्यय में केवल पुल, सड़क, मशीनरी निर्माण या ऋण अदायगी शामिल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146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60/100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मानव शरीर रचना एवं कार्यिकी के सम्बन्ध में, निम्नलिखित कथनों पर विचार कीजिए: A. मानव जीभ एक कंकाल पेशी (Skeletal Muscle) है। B. मानव दाँत अस्थियाँ (Bones) होते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B सही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 सही है, लेकिन B गलत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 गलत है, लेकिन B सही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 और B दोनों सही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3348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61/100</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A सही है, लेकिन B गलत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सही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गलत है, लेकिन B सही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और B दोनों सही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B है क्योंकि कथन A पूर्णतः सत्य है जबकि कथन B वैज्ञानिक रूप से असत्य है। मानव जीभ ऐच्छिक कंकाल पेशियों (Skeletal/Voluntary Muscles) का एक अत्यधिक गतिशील और जटिल समूह है, जिसमें चार आंतरिक पेशियां (जो जीभ का आकार बदलती हैं) और चार बाह्य पेशियां (जो इसे हायोइड हड्डी और जबड़े से जोड़ती हैं) पाई जाती हैं। ये सभी पेशियां कंकाल पेशी ऊतक से निर्मित होती हैं। कथन B इसलिए गलत है क्योंकि मानव दांत अस्थियां (हड्डियां) नहीं होते हैं; दांत एक्टोडर्म और मेसोडर्म से व्युत्पन्न विशिष्ट कैल्सीकृत ऊतक (Calcified Tissue) हैं। दांतों की संरचना में इनेमल (शरीर का सबसे कठोर गैर-कोशिकीय आवरण), डेंटिन (मुख्य भाग), सीमेंटम और केंद्रीय मज्जा गुहा (Pulp Cavity) होती है। हड्डियों में कोलेजन, ऑस्टियोसाइट्स और अस्थि मज्जा (Bone Marrow) होती है जो रक्त कोशिकाएं बनाती है, जबकि दांतों में ऐसा नहीं होता। अतः दाँत अस्थि की श्रेणी में नहीं आते।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3348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61/100</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इलेक्ट्रॉनिक्स एवं परिपथ घटकों के संदर्भ में, निम्नलिखित कथनों पर विचार कीजिए: A. प्रतिरोधक (Resistor), संधारित्र (Capacitor) और प्रेरक (Inductor) निष्क्रिय (Passive) घटक हैं। B. डायोड (Diode) और ट्रांजिस्टर (Transistor) सक्रिय (Active) घटक हैं। C. सक्रिय घटक किसी बाह्य ऊर्जा स्रोत के बिना ऊर्जा उत्पन्न करने में सक्षम होते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 B एवं C सभी सही हैं</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A एवं C सही हैं</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B एवं C सही हैं</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A एवं B सही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45510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62/100</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एवं B सही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एवं C सभी सही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एवं C सही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एवं C सही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D है क्योंकि कथन A और B सत्य हैं, जबकि कथन C असत्य है। इलेक्ट्रॉनिक परिपथों में निष्क्रिय घटक (Passive Components) वे होते हैं जिन्हें कार्य करने के लिए किसी बाहरी विद्युत आपूर्ति की आवश्यकता नहीं होती और जो परिपथ में ऊर्जा को केवल अवशोषित, क्षय या विद्युत/चुंबकीय क्षेत्र के रूप में संचित करते हैं; जैसे प्रतिरोधक, संधारित्र और प्रेरक। सक्रिय घटक (Active Components) वे घटक होते हैं जो विद्युत संकेत को प्रवर्धित (Amplify) कर सकते हैं और धारा के प्रवाह को नियंत्रित करने की क्षमता रखते हैं; जैसे डायोड, बाइपोलर ट्रांजिस्टर (BJT) और एकीकृत परिपथ (IC)। कथन C गलत है क्योंकि ऊर्जा संरक्षण के सार्वभौमिक नियम के अनुसार कोई भी सक्रिय घटक बिना किसी बाहरी विद्युत ऊर्जा स्रोत (DC Power Supply/Biasing) के स्वतः ऊर्जा उत्पन्न नहीं कर सकता; वे केवल बाहरी स्रोत से प्राप्त ऊर्जा को नियंत्रित या प्रवर्धित करते हैं। अतः केवल A और B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45510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62/100</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63</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अपमार्जक (Detergents) के सम्बन्ध में, निम्नलिखित कथनों पर विचार कीजिए: A. संश्लेषित अपमार्जक साबुन-रहित साबुन हैं। B. धनायनी अपमार्जक (Cationic detergents) में रोगाणुनाशक गुण होते हैं और ये महंगे होते हैं। C. यदि हाइड्रोकार्बन श्रृंखला अत्यधिक शाखित हो, तो जीवाणु इसे आसानी से निम्नीकृत नहीं कर सकते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 B एवं C सभी सही हैं</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A एवं C सही हैं</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A एवं B सही हैं</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B एवं C सही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57534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63/100</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A, B एवं C सभी सही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एवं C सही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एवं B सही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एवं C सही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क्योंकि तीनों कथन A, B और C रसायन विज्ञान और एनसीईआरटी (कक्षा 12, दैनिक जीवन में रसायन) के अनुसार पूर्णतः सत्य हैं। संश्लेषित अपमार्जकों को 'साबुन-रहित साबुन' (Soapless Soaps) कहा जाता है क्योंकि इनमें साबुन के सभी सफाई गुण होते हैं किंतु ये वसीय अम्लों के सोडियम लवण नहीं होते और कठोर जल में भी मैल (Scum) बनाए बिना झाग देते हैं। धनायनी अपमार्जक चतुष्क अमोनियम लवण (जैसे सेटिलट्राइमेथिलअमोनियम ब्रोमाइड) होते हैं जिनमें प्रबल रोगाणुनाशक (Germicidal) गुण पाए जाते हैं, और इनके निर्माण की जटिलता के कारण ये अत्यंत महंगे होते हैं। कथन C भी सत्य है क्योंकि यदि अपमार्जक की हाइड्रोकार्बन श्रृंखला अत्यधिक शाखित (Highly Branched) हो, तो सूक्ष्मजीव/जीवाणु इसका जैविक अपघटन (Biodegradation) आसानी से नहीं कर पाते, जिससे वे नदियों और जलाशयों में लंबे समय तक प्रदूषण और झाग की गंभीर पर्यावरणीय समस्या पैदा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57534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63/100</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आम, खुबानी और पपीता निम्नलिखित में से किस विटामिन के समृद्ध स्रोत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विटामिन ई</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विटामिन के</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विटामिन ए</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विटामिन सी</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6955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64/100</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विटामिन ए</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विटामिन ई</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विटामिन के</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विटामिन सी</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C है क्योंकि आम, खुबानी (Apricot) और पपीता जैसे पीले और नारंगी रंग के फल प्रो-विटामिन ए यानी 'बीटा-कैरोटीन' (Beta-Carotene) के अत्यंत समृद्ध प्राकृतिक स्रोत हैं। मानव शरीर में अंतर्ग्रहण के पश्चात यकृत और आंतों में बीटा-कैरोटीन का रूपांतरण सक्रिय 'विटामिन ए' (रेटिनॉल) में हो जाता है। विटामिन ए आंखों की सामान्य दृष्टि (रोडोप्सिन वर्णक के निर्माण), रात्रि अंधता (रतौंधी) की रोकथाम, त्वचा की उपकला कोशिकाओं की अखंडता और रोग प्रतिरोधक क्षमता को बनाए रखने के लिए अनिवार्य है। यद्यपि पपीते और आम में विटामिन सी भी उपस्थित होता है, किंतु आम, खुबानी और पपीता का संयुक्त समूह विशेष रूप से वनस्पति-आधारित कैरोटीनॉयड व विटामिन ए का प्रमुख स्रोत माना जाता है। विकल्प A 'विटामिन ई' बादाम और वनस्पति तेलों में तथा विकल्प B 'विटामिन के' हरी पत्तेदार सब्जियों में प्रचुर होता है। अतः सही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6955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64/100</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में संकटग्रस्त पक्षियों के संरक्षण हेतु प्रसिद्ध 'अरवड़' (अजमेर) में किस प्रजाति के लिए प्रजनन केंद्र (Breeding Centre) स्थापित किया गया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सारस क्रेन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खरमोर (लेसर फ्लोरिकन)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गोडावण (ग्रेट इंडियन बस्टर्ड)</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तिलोर (हौबारा बस्टर्ड)</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81583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65/100</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खरमोर (लेसर फ्लोरिकन)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सारस क्रेन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गोडावण (ग्रेट इंडियन बस्टर्ड)</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तिलोर (हौबारा बस्टर्ड)</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B है क्योंकि राजस्थान वन विभाग द्वारा अजमेर जिले के अरवड़ (Arwar) कंजर्वेशन रिजर्व में 'खरमोर' (Lesser Florican - साइफियोटाइडिस इंडिकस) के कृत्रिम गर्भाधान और संरक्षण हेतु समर्पित प्रजनन एवं अनुसंधान केंद्र स्थापित किया गया है। खरमोर बस्टर्ड परिवार का एक अत्यंत संकटग्रस्त (Critically Endangered) छोटा प्रवासी पक्षी है जो मानसून के दौरान मालवा और राजस्थान के घास के मैदानों (सोनलिया, नसीराबाद और शोकलिया क्षेत्र) में प्रजनन के लिए आता है। विकल्प C 'गोडावण' (Great Indian Bustard) का मुख्य कृत्रिम प्रजनन केंद्र जैसलमेर जिले के सम और रामदेवरा में स्थापित है। विकल्प D 'तिलोर' (हौबारा) शीतकालीन प्रवासी पक्षी है। सारस क्रेन के लिए केवलादेव घना पक्षी विहार प्राकृतिक प्रजनन स्थल है। अतः अरवड़ (अजमेर) में विशेष रूप से खरमोर के संरक्षण हेतु प्रजनन केंद्र कार्यरत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81583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65/100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रक्षा अनुसंधान एवं विकास संगठन (DRDO) की निम्नलिखित प्रयोगशालाओं को उनकी भौगोलिक अवस्थिति के साथ सुमेलित कीजिए: प्रयोगशाला: A. कानपुर B. नासिक C. बेंगलुरु D. पुणेे</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A-ii, B-iii, C-i, D-iv</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A-iii, B-ii, C-iv, D-i</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A-ii, B-iv, C-i, D-iii</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A-iv, B-iii, C-ii, D-i</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93607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66/100</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A-ii, B-iii, C-i, D-iv</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A-iii, B-ii, C-iv, D-i</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A-ii, B-iv, C-i, D-iii</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A-iv, B-iii, C-ii, D-i</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क्योंकि इन सभी प्रयोगशालाओं का सही सुमेलन A-ii, B-iii, C-i, D-iv है। एडवांस्ड सेंटर फॉर एनर्जेटिक मैटेरियल्स (ACEM) नासिक (महाराष्ट्र) में स्थित है जो मिसाइल प्रणोदक और विस्फोटक तकनीकों पर कार्य करता है। सेंटर फॉर आर्टिफिशियल इंटेलिजेंस एंड रोबोटिक्स (CAIR) बेंगलुरु (कर्नाटक) में स्थित है जो रक्षा सूचना विज्ञान, एआई और रोबोटिक्स के क्षेत्र में अग्रणी प्रयोगशाला है। डिफेंस मैटेरियल्स एंड स्टोर्स रिसर्च एंड डेवलपमेंट एस्टेब्लिशमेंट (DMSRDE) कानपुर (उत्तर प्रदेश) में स्थित है जो उन्नत बहुलक, रक्षा वस्त्र और बख्तरबंद सामग्री विकसित करता है। डीआरडीओ यंग साइंटिस्ट लेबोरेटरी - क्वांटम टेक्नोलॉजीज (DYSL-QT) पुणे (महाराष्ट्र) में स्थित है जो क्वांटम संचार, सेंसिंग और कंप्यूटिंग पर केंद्रित है। अतः सही कूट A-ii, B-iii, C-i, D-iv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93607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66/100</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सरकार के 'पंच गौरव' कार्यक्रम 2025-26 के अंतर्गत जिलों को उनकी निर्धारित 'वनस्पति प्रजाति' के साथ सुमेलित कीजिए: जिला: A. रोहिड़ा B. नीम C. चिरौंजी D. बिल्व पत्र (बेलपत्र))</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A-ii, B-i, C-iii, D-iv</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A-i, B-ii, C-iv, D-iii</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A-ii, B-iv, C-i, D-iii</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A-iii, B-i, C-ii, D-iv</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5632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67/100</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A-ii, B-i, C-iii, D-iv</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A-i, B-ii, C-iv, D-iii</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A-ii, B-iv, C-i, D-iii</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A-iii, B-i, C-ii, D-iv</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क्योंकि राजस्थान सरकार द्वारा अधिसूचित पंच गौरव कार्यक्रम 2025-26 के तहत अजमेर, बाड़मेर, बारां और चित्तौड़गढ़ जिलों की वनस्पति प्रजातियों का सही मिलान A-ii, B-i, C-iii, D-iv है। अजमेर जिले की स्थानीय पारिस्थितिकी और पारंपरिक महत्व के आधार पर इसकी वनस्पति प्रजाति 'नीम' (Azadirachta indica) निर्धारित की गई है। बाड़मेर जिले के लिए राज्य पुष्प 'रोहिड़ा' (Tecomella undulata) को वनस्पति गौरव का दर्जा दिया गया है। बारां जिले के सघन हाड़ौती जंगलों की विशिष्टता के लिए 'चिरौंजी' (Buchanania lanzan) का चयन किया गया है। चित्तौड़गढ़ जिले के ऐतिहासिक और धार्मिक परिवेश को दर्शाते हुए 'बिल्व पत्र' (Aegle marmelos) को चयनित किया गया है। अतः सही सुमेलन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5632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67/100</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इंस्टीट्यूट ऑफ एडवांस्ड स्टडी इन साइंस एंड टेक्नोलॉजी (IASST), गुवाहाटी के वैज्ञानिकों द्वारा अरंडी के तेल (Castor Oil) के नैनो-स्नेहक (Nano-lubricant) के रूप में कार्यक्षमता को उल्लेखनीय रूप से बढ़ाने के लिए किस 2D नैनो-सामग्री का एक कुशल योज्य (Additive) के रूप में उपयोग किया गया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सिलिसीन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फॉस्फोरीन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ग्राफीन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बोरोफीन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17656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68/100</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बोरोफीन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सिलिसीन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फॉस्फोरीन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ग्राफीन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D है क्योंकि भारत सरकार के विज्ञान एवं प्रौद्योगिकी विभाग के अधीन स्वायत्त संस्थान 'इंस्टीट्यूट ऑफ एडवांस्ड स्टडी इन साइंस एंड टेक्नोलॉजी' (IASST), गुवाहाटी के शोधकर्ताओं ने जैव-निम्नीकरणीय अरंडी के तेल की घर्षण-रोधी और ताप-सहन क्षमता को क्रांतिकारी रूप से बढ़ाने के लिए बोरॉन के द्वि-आयामी (2D) अपररूप 'बोरोफीन' (Borophene) का उपयोग एक नैनो-योजक (Nano-additive) के रूप में किया है। अध्ययन के अनुसार अरंडी के तेल में मात्र 0.1 भार प्रतिशत (wt%) बोरोफीन मिलाने से घर्षण गुणांक में 40% से अधिक की कमी आई और घिसाव (Wear) न्यूनतम हो गया। बोरोफीन की असाधारण यांत्रिक शक्ति, उच्च तापीय चालकता और समतल पत्रक जैसी परतदार संरचना भारी दबाव में स्लाइडिंग सतहों के मध्य एक सुरक्षात्मक ट्राइबोफिल्म बनाती है। अतः स्नेहक योज्य के रूप में सफल 2D सामग्री बोरोफीन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17656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68/100</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हाल ही में वन एवं पर्यावरण प्रबंधन में पारदर्शिता एवं डिजिटल निगरानी सुनिश्चित करने के लिए चर्चा में रहे 'हरित-संकल्प' (Harit-SANKALP) डिजिटल प्लेटफॉर्म का पूरा नाम क्या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Sustainable Afforestation, Nursery Knowledge &amp; Local Participation</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Social Afforestation, Network Knowledge &amp; Landscape Platform</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System for Afforestation, Nursery Knowledge &amp; Linkage Platform</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Satellite-based Afforestation, Nursery Kinetics &amp; Land Platform</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29680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69/100</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System for Afforestation, Nursery Knowledge &amp; Linkage Platform</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Sustainable Afforestation, Nursery Knowledge &amp; Local Participation</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Social Afforestation, Network Knowledge &amp; Landscape Platform</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Satellite-based Afforestation, Nursery Kinetics &amp; Land Platform</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C है क्योंकि हरित-संकल्प का पूर्ण और आधिकारिक नाम "System for Afforestation, Nursery Knowledge &amp; Linkage Platform" (हरित-संकल्प: वनीकरण, नर्सरी ज्ञान और संपर्क प्रणाली मंच) है। यह अत्याधुनिक डिजिटल और जीआईएस-आधारित पोर्टल वन विभाग द्वारा वृक्षारोपण अभियानों की वास्तविक समय ट्रैकिंग, राज्य भर की सरकारी व निजी नर्सरियों में पौधों की उपलब्धता के पारदर्शी प्रबंधन तथा आम नागरिकों और कृषकों को वृक्षारोपण योजनाओं से सीधे जोड़ने के लिए विकसित किया गया है। इसके माध्यम से रोपे गए पौधों की जियो-टैगिंग, उत्तरजीविता दर (Survival Rate) की उपग्रह आधारित निगरानी और पौधों की मांग-आपूर्ति का वैज्ञानिक समन्वय सुनिश्चित किया जाता है। अतः विकल्प C में दिया गया विस्तार ही इसका सर्वथा शुद्ध और आधिकारिक नाम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29680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69/100</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कम्प्यूटर विज्ञान एवं कृत्रिम बुद्धिमत्ता (Artificial Intelligence) में 'मल्टीलेयर परसेप्ट्रॉन' (Multilayer Perceptron - MLP) निम्नलिखित में से किस श्रेणी से संबंधित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न्यूरल नेटवर्क (Neural Network)</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निर्णय वृक्ष (Decision Tree)</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रैंडम फॉरेस्ट (Random Forest)</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सपोर्ट वेक्टर मशीन (Support Vector Machine)</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1705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70/100</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न्यूरल नेटवर्क (Neural Network)</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निर्णय वृक्ष (Decision Tree)</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रैंडम फॉरेस्ट (Random Forest)</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सपोर्ट वेक्टर मशीन (Support Vector Machine)</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क्योंकि मल्टीलेयर परसेप्ट्रॉन (MLP) डीप लर्निंग और मशीन लर्निंग में कृत्रिम तंत्रिका तंत्र (Artificial Neural Network - ANN) का सबसे मौलिक और व्यापक रूप से उपयोग किया जाने वाला फीड-फॉरवर्ड (Feedforward) आर्किटेक्चर है। एक मल्टीलेयर परसेप्ट्रॉन में कम से कम तीन परतें होती हैं: एक इनपुट लेयर (Input Layer), एक या अधिक छिपी हुई परतें (Hidden Layers) और एक आउटपुट लेयर (Output Layer)। इनपुट नोड्स को छोड़कर प्रत्येक नोड एक कृत्रिम न्यूरॉन होता है जो नॉन-लीनियर एक्टिवेशन फंक्शन (जैसे ReLU, Sigmoid या Tanh) का उपयोग करता है। यह बैकप्रॉपैगेशन (Backpropagation) सुपरवाइज्ड लर्निंग एल्गोरिदम के माध्यम से जटिल गैर-रेखीय समस्याओं और वर्गीकरण का सटीक समाधान करता है। अतः MLP सीधे तौर पर न्यूरल नेटवर्क से संबंधित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1705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70/100</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भारतीय अंतरिक्ष अनुसंधान संगठन (ISRO) द्वारा विकसित डिजिटल अनुप्रयोगों के सम्बन्ध में, निम्नलिखित कथनों पर विचार कीजिए: A. यूनिवर्सल डेटा कलेक्शन एप्लीकेशन (UDCA) उपयोगकर्ताओं को भू-स्थानिक डेटा एकत्र करने की अनुमति देता है, जो सीधे VEDAS सर्वर पर संग्रहीत होता है। B. 'नभमित्र' (Nabhmitra) उपकरण उपग्रह आधारित एकतरफ़ा (One-way) संचार तकनीक पर कार्य करता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B सही है</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 तो A और ना ही B सही है</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 एवं B दोनों सही हैं</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 सही है, लेकिन B गलत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53729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71/100</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A सही है, लेकिन B गलत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सही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 तो A और ना ही B सही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एवं B दोनों सही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D है क्योंकि कथन A पूर्णतः सत्य है जबकि कथन B असत्य है। इसरो के अंतरिक्ष उपयोग केंद्र (SAC), अहमदाबाद द्वारा विकसित यूनिवर्सल डेटा कलेक्शन एप्लीकेशन (UDCA) एक बहुआयामी मोबाइल ऐप है जो उपयोगकर्ताओं को फील्ड से भू-स्थानिक और पर्यावरण डेटा एकत्र करने में सक्षम बनाता है, और यह डेटा सीधे इसरो के 'VEDAS' (Visualisation of Earth observation Data and Archival System) सर्वर पर रियल-टाइम में सुरक्षित रूप से संग्रहीत होता है। कथन B गलत है क्योंकि 'नभमित्र' (Nabhmitra) उपकरण इसरो द्वारा गहरे समुद्र में मछुआरों की सुरक्षा के लिए विकसित एक 'दो-तरफ़ा' (Two-way) उपग्रह संचार उपकरण है; यह न केवल तट से चक्रवात और मौसम की चेतावनी प्राप्त करता है, बल्कि नाव में संकट की स्थिति में मछुआरे इसके एसओएस (SOS) बटन को दबाकर नियंत्रण कक्ष को आपातकालीन संदेश भी भेज सकते हैं। अतः एकतरफा लिखा होने के कारण B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53729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71/100</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हाल ही में अंतर्राष्ट्रीय स्तर पर घोषित 'रामसर वेटलैंड सिटी प्रत्यायन' (Ramsar Wetland City Accreditation) योजना के तहत, भारत के कितने शहरों को नामांकित / मान्यता प्रदान की गई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चार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तीन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एक</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दो</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65753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72/100</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दो</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तीन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एक</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D है क्योंकि अंतर्राष्ट्रीय रामसर कन्वेंशन के तहत भारत के दो ऐतिहासिक शहरों - इंदौर (मध्य प्रदेश) और उदयपुर (राजस्थान) को भारत के प्रथम 'रामसर वेटलैंड सिटी' (Wetland City Accreditation - WCA) के रूप में प्रतिष्ठित वैश्विक मान्यता प्राप्त हुई है। उदयपुर अपनी झीलों की समृद्ध सांस्कृतिक व पारिस्थितिक प्रणाली (पिछोला, फतेहसागर, उदयसागर आदि) के लिए तथा इंदौर अपने सिरपुर और यशवंत सागर जैसे ऐतिहासिक आर्द्रभूमि क्षेत्रों के उत्कृष्ट संरक्षण और शहरी विकास के साथ समन्वय के लिए इस श्रेणी में स्वीकृत किए गए हैं। केंद्रीय पर्यावरण, वन एवं जलवायु परिवर्तन मंत्रालय द्वारा भारत से इन शहरों के नामांकन प्रस्तुत किए गए थे जिन्हें रामसर सचिवालय ने अपनी आधिकारिक सूची में शामिल किया। अतः सही संख्या दो (2)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65753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72/100</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इसरो द्वारा संचालित एल.वी.एम.3-एम6 (LVM3-M6) / ब्लू-बर्ड ब्लॉक-2 (BlueBird Block-2) मिशन के संबंध में निम्नलिखित में से कौनसा कथन सत्य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ब्लू-बर्ड ब्लॉक-2 उपग्रह सेलुलर ब्रॉडबैंड सेवाएं प्रदान करने के लिए अभिकल्पित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न्यूस्पेस इंडिया लिमिटेड (NSIL) का समर्पित व्यावसायिक उपग्रह प्रक्षेपण मिशन था।</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उपग्रह को भू-समकालिक अंतरण कक्षा (GTO) में स्थापित किया गया।</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व्यावसायिक अनुबंध नेशनल साइंस इंडिया लिमिटेड तथा ए.एस.ई. मोबाइल के मध्य हस्ताक्षरित किया गया था।</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77778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73/100</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यह व्यावसायिक अनुबंध नेशनल साइंस इंडिया लिमिटेड तथा ए.एस.ई. मोबाइल के मध्य हस्ताक्षरित किया गया था।</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ब्लू-बर्ड ब्लॉक-2 उपग्रह सेलुलर ब्रॉडबैंड सेवाएं प्रदान करने के लिए अभिकल्पित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न्यूस्पेस इंडिया लिमिटेड (NSIL) का समर्पित व्यावसायिक उपग्रह प्रक्षेपण मिशन था।</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उपग्रह को भू-समकालिक अंतरण कक्षा (GTO) में स्थापित किया गया।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D है क्योंकि यह व्यावसायिक अनुबंध 'नेशनल साइंस इंडिया लिमिटेड' और 'ए.एस.ई. मोबाइल' के बीच नहीं, बल्कि इसरो की वाणिज्यिक शाखा 'न्यूस्पेस इंडिया लिमिटेड' (NewSpace India Limited - NSIL) तथा अमेरिकी कंपनी 'ए.एस.टी. स्पेसमोबाइल' (AST SpaceMobile Inc.) के मध्य हस्ताक्षरित हुआ था। मिशन के शेष सभी कथन तकनीकी रूप से सही हैं: ब्लू-बर्ड ब्लॉक-2 उपग्रह साधारण स्मार्टफोन पर सीधे 4G/5G सेलुलर ब्रॉडबैंड कनेक्टिविटी देने के लिए विश्व का सबसे बड़ा वाणिज्यिक संचार एंटीना सरणी वाला उपग्रह है; यह NSIL का समर्पित भारी वाणिज्यिक मिशन था तथा इसे भारत के सबसे शक्तिशाली रॉकेट LVM3 द्वारा लक्षित भू-समकालिक अंतरण कक्षा (GTO) में सफलतापूर्वक स्थापित किया गया था। अतः कंपनियों के विकृत नाम के कारण विकल्प D असत्य कथन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77778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73/100</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राज्य बजट में अंतरिक्ष विज्ञान और खगोल विज्ञान के प्रति विद्यार्थियों में रुचि बढ़ाने के लिए किन दो प्रमुख स्थानों पर अत्याधुनिक 'स्पेस गैलरी' (Space Gallery) स्थापित करने की घोषणा की गई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बिरला तारामंडल जयपुर एवं कोटा साइंस सेंटर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मोहनलाल सुखाड़िया विश्वविद्यालय उदयपुर एवं बीकानेर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एम.बी.एम. विश्वविद्यालय जोधपुर एवं अजमेर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राज्य रिमोट सेंसिंग एप्लीकेशन सेंटर (SRSAC) जोधपुर एवं साइंस पार्क जयपुर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9802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74/100</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राज्य रिमोट सेंसिंग एप्लीकेशन सेंटर (SRSAC) जोधपुर एवं साइंस पार्क जयपुर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बिरला तारामंडल जयपुर एवं कोटा साइंस सेंटर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मोहनलाल सुखाड़िया विश्वविद्यालय उदयपुर एवं बीकानेर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एम.बी.एम. विश्वविद्यालय जोधपुर एवं अजमेर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D है क्योंकि राजस्थान सरकार के विज्ञान एवं प्रौद्योगिकी विभाग (DST) द्वारा जारी आधिकारिक कार्ययोजना एवं बजट प्रावधानों के अनुसार राज्य के दो प्रमुख केंद्रों - राज्य रिमोट सेंसिंग एप्लीकेशन सेंटर (SRSAC) जोधपुर तथा क्षेत्रीय विज्ञान केंद्र एवं साइंस पार्क (शास्त्री नगर) जयपुर में अत्याधुनिक 'स्पेस गैलरी' तथा चिल्ड्रन गैलरी स्थापित करने की मंजूरी दी गई है। इस परियोजना का उद्देश्य स्कूली और कॉलेज विद्यार्थियों को भारतीय अंतरिक्ष कार्यक्रम (इसरो के चंद्रयान, गगनयान और आदित्य मिशन), उपग्रह रिमोट सेंसिंग, खगोल भौतिकी तथा रॉकेट्री के व्यावहारिक मॉडल और इंटरैक्टिव सिमुलेटर के माध्यम से प्रत्यक्ष अनुभव प्रदान करना है। इसके लिए आवश्यक निविदाएं और वित्तीय स्वीकृतियां विभाग द्वारा SRSAC जोधपुर और साइंस पार्क जयपुर के लिए ही जारी की गई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9802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74/100</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जल से भरी हुई तथा जल से भरी एक मजबूत रबर नली से परस्पर जुड़ी हुई भिन्न अनुप्रस्थ-काट वाली दो सुइयों (पिस्टन) में छोटे और बड़े पिस्टन के व्यास क्रमशः 1.0 सेमी और 3.0 सेमी हैं। जब छोटे पिस्टन पर 10 N का बल लगाया जाता है, तो बड़े पिस्टन पर लगने वाला बल कितना होगा?</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30 N</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60 N</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100 N</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90 N</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0182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75/100</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90 N</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30 N</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60 N</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100 N</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D है क्योंकि पास्कल के नियम (Pascal's Law) के अनुसार किसी परिबद्ध असंपीड्य द्रव पर लगाया गया दाब सभी दिशाओं में समान रूप से संचरित होता है (P1 = P2)। अतः F1 / A1 = F2 / A2, जिससे F2 = F1 × (A2 / A1) प्राप्त होता है। वृत्ताकार पिस्टन का क्षेत्रफल A = π(d/2)² होता है, इसलिए क्षेत्रफलों का अनुपात व्यासों के वर्गों के अनुपात के बराबर होगा: A2 / A1 = (d2 / d1)²। यहाँ छोटा व्यास d1 = 1.0 सेमी, बड़ा व्यास d2 = 3.0 सेमी, तथा छोटा बल F1 = 10 N दिया गया है। मान रखने पर: F2 = 10 × (3.0 / 1.0)² = 10 × (3)² = 10 × 9 = 90 न्यूटन (N)। अतः हाइड्रोलिक प्रणाली के यांत्रिक लाभ (Mechanical Advantage = 9) के कारण बड़े पिस्टन पर ठीक 90 N का ऊर्ध्वमुखी बल आरोपित होगा।</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0182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75/100</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नीचे दो कथन और उनके बाद दो निष्कर्ष (I) और (II) दिए गए हैं। कथनों को सत्य मानते हुए तय कीजिए कि कौनसा निष्कर्ष तार्किक रूप से निकलता है: कथन: 1. सभी घर किताबें हैं। 2. सभी किताबें नावें हैं। निष्कर्ष: (I) सभी घर नावें हैं। (II) सभी नावें किताबें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दोनों निष्कर्ष (I) और (II) अनुसरण करते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केवल निष्कर्ष (I) अनुसरण करता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केवल निष्कर्ष (II) अनुसरण करता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न तो निष्कर्ष (I) और ना ही (II) अनुसरण करता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13851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76/100</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केवल निष्कर्ष (I) अनुसरण करता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दोनों निष्कर्ष (I) और (II) अनुसरण करते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निष्कर्ष (II) अनुसरण करता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 तो निष्कर्ष (I) और ना ही (II) अनुसरण करता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B है क्योंकि केवल निष्कर्ष (I) तार्किक रूप से अनुसरण करता है। वेन आरेख (Venn Diagram) के नियमानुसार 'सभी घर किताबें हैं' (घर ⊆ किताबें) और 'सभी किताबें नावें हैं' (किताबें ⊆ नावें)। चूंकि घरों का संपूर्ण समुच्चय किताबों के अंदर है और किताबों का संपूर्ण समुच्चय नावों के अंदर समाहित है, अतः घरों का संपूर्ण समुच्चय अनिवार्य रूप से नावों के अंदर आएगा (घर ⊆ नावें); इसलिए निष्कर्ष (I) 'सभी घर नावें हैं' 100% सत्य और वैध है। इसके विपरीत निष्कर्ष (II) 'सभी नावें किताबें हैं' तार्किक रूप से अनिवार्य नहीं है, क्योंकि बाहरी वृत्त (नावें) आंतरिक वृत्त (किताबें) का उपसमुच्चय नहीं हो सकता; केवल 'कुछ नावें किताबें हैं' ही सत्य हो सकता है। अतः केवल निष्कर्ष (I) ही निश्चित रूप से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13851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76/100</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77</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दो पाई चार्ट मैच I (प्रतिशत में: A-20%, B-15%, C-25%, D-10%, E-30%) और मैच II (डिग्री में: A-123°, B-51°, C-60°, D-54°, E-72°) में 5 खिलाड़ियों द्वारा खेली गई गेंदों को दर्शाते हैं। यदि प्रत्येक मैच में कुल गेंदों की संख्या 120 है, तो दोनों मैचों को मिलाते हुए अधिकतम एवं न्यूनतम गेंदें खेलने वाले खिलाड़ी क्रमशः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C, D</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E,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25875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77/100</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E,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C है क्योंकि दोनों मैचों को मिलाकर सर्वाधिक गेंदें खिलाड़ी A ने (65 गेंदें) तथा न्यूनतम गेंदें खिलाड़ी D ने (30 गेंदें) खेली हैं। कुल गेंदें प्रत्येक मैच में 120 हैं। मैच I में (120 का %): A = 24, B = 18, C = 30, D = 12, E = 36 गेंदें। मैच II में कुल 360° = 120 गेंदें हैं, अतः 1 गेंद = 3° (गेंदें = डिग्री/3): A = 123/3 = 41 गेंदें; B = 51/3 = 17 गेंदें; C = 60/3 = 20 गेंदें; D = 54/3 = 18 गेंदें; E = 72/3 = 24 गेंदें। अब दोनों मैचों की कुल गेंदों का योग: खिलाड़ी A = 24 + 41 = 65 गेंदें (अधिकतम); खिलाड़ी B = 18 + 17 = 35 गेंदें; खिलाड़ी C = 30 + 20 = 50 गेंदें; खिलाड़ी D = 12 + 18 = 30 गेंदें (न्यूनतम); खिलाड़ी E = 36 + 24 = 60 गेंदें। इस प्रकार दोनों मैचों को मिलाकर अधिकतम गेंदें खेलने वाला खिलाड़ी A और न्यूनतम खेलने वाला खिलाड़ी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25875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77/100</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व्यंजक (8⁵ + 2¹³) दिए गए निम्नलिखित विकल्पों में से किस संख्या से पूर्णतः विभाज्य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12</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15</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10</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37900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78/100</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10</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15</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C है क्योंकि दी गई संख्या का सरलीकरण करने पर यह स्पष्ट रूप से 10 का गुणज सिद्ध होती है। हम जानते हैं कि 8 = 2³ होता है, अतः 8⁵ = (2³)⁵ = 2¹⁵। अब व्यंजक बन जाता है: 2¹⁵ + 2¹³। इसमें से उभयनिष्ठ (Common) पद 2¹³ बाहर लेने पर: 2¹³ × (2² + 1) = 2¹³ × (4 + 1) = 2¹³ × 5। इसे आगे इस प्रकार लिखा जा सकता है: 2¹² × (2 × 5) = 2¹² × 10। चूंकि इस व्यंजक के अभाज्य गुणनखंडों में 2 और 5 दोनों अनिवार्य रूप से उपस्थित हैं, जिनका गुणनफल 10 होता है, अतः यह संख्या 10 से पूर्णतः विभाज्य (Divisible) होगी। अन्य विकल्पों 3, 15 या 12 से यह संख्या विभाज्य नहीं हो सकती क्योंकि इसमें 3 का कोई गुणनखंड मौजूद नहीं है (2¹³ और 5 दोनों ही 3 से अविभाज्य हैं)। अतः सही उत्तर 10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37900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78/100</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एक व्यक्ति 25,000 रुपये की धनराशि दो सावधि जमा योजनाओं P और Q में क्रमशः 10% और 20% प्रति वर्ष चक्रवृद्धि ब्याज (वार्षिक संयोजित) पर निवेश करता है। यदि 2 वर्ष बाद उसे कुल 7,550 रुपये का ब्याज प्राप्त होता है, तो दोनों योजनाओं में निवेश की गई राशियों का अंतर क्या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4,000 रुपये</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3,500 रुपये</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2,500 रुपये</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5,000 रुपये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4992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79/100</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5,000 रुपये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4,000 रुपये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3,500 रुपये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2,500 रुपये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D है क्योंकि दोनों योजनाओं में निवेश की गई राशियों का अंतर 5,000 रुपये है। योजना P में 10% की दर से 2 वर्ष का प्रभावी चक्रवृद्धि ब्याज = 10 + 10 + (10×10)/100 = 21% होता है। योजना Q में 20% की दर से 2 वर्ष का प्रभावी ब्याज = 20 + 20 + (20×20)/100 = 44% होता है। माना योजना P में निवेश की गई राशि x है, तो Q में निवेश (25,000 - x) होगा। कुल ब्याज: 0.21x + 0.44(25,000 - x) = 7,550 =&gt; 0.21x + 11,000 - 0.44x = 7,550 =&gt; 11,000 - 0.23x = 7,550 =&gt; 0.23x = 11,000 - 7,550 = 3,450 =&gt; x = 3,450 / 0.23 = 15,000 रुपये। अतः योजना P में निवेश = 15,000 रुपये और योजना Q में निवेश = 25,000 - 15,000 = 10,000 रुपये। दोनों के निवेश का अंतर = 15,000 - 10,000 = 5,000 रुपये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4992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79/100</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9,520 रुपये की राशि को तीन टीमों A, B और C के मध्य विभाजित किया जाता है। टीम A में 6 सदस्य, टीम B में 5 सदस्य तथा टीम C में 8 सदस्य हैं। यदि टीमों A, B और C के प्रत्येक सदस्य के हिस्से का अनुपात क्रमशः 7 : 6 : 9 है, तो टीम C के प्रत्येक सदस्य का हिस्सा कितना होगा?</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595 रुपये</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525 रुपये</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630 रुपये</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480 रुपये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48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80/100</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595 रुपये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525 रुपये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630 रुपये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480 रुपये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क्योंकि टीम C के प्रत्येक सदस्य का हिस्सा 595 रुपये है। मान लेते हैं कि टीमों A, B और C के प्रत्येक सदस्य का व्यक्तिगत हिस्सा क्रमशः 7x, 6x और 9x रुपये है। टीम A का कुल हिस्सा = 6 सदस्य × 7x = 42x रुपये। टीम B का कुल हिस्सा = 5 सदस्य × 6x = 30x रुपये। टीम C का कुल हिस्सा = 8 सदस्य × 9x = 72x रुपये। पूरी धनराशि का कुल योग = 42x + 30x + 72x = 144x रुपये। प्रश्न के अनुसार कुल राशि 9,520 रुपये है: 144x = 9,520 =&gt; x = 9,520 / 144 = 595 / 9। अब टीम C के प्रत्येक सदस्य का हिस्सा = 9x = 9 × (595 / 9) = 595 रुपये। इस प्रकार टीम C के प्रत्येक सदस्य को ठीक 595 रुपये प्राप्त होंगे।</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48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80/100</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एक परिवार के संबंध इस प्रकार हैं: A, C का पिता है लेकिन C उसका पुत्र नहीं है। E, C की पुत्री है। B, C का भाई है। D और A का आपस में विवाह हुआ है। H, B की पुत्री है और G की बहन है। G, F का पुत्र है। इस परिवार में कुल कितनी महिला सदस्य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5</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6</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73973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81/100</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5</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6</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B है क्योंकि इस परिवार में कुल 5 महिला सदस्य हैं। प्रत्येक सदस्य के लिंग का तार्किक विश्लेषण: 1. "A, C का पिता है लेकिन C पुत्र नहीं है" अर्थात C पुत्री (महिला-1) है और A पिता (पुरुष) है। 2. "E, C की पुत्री है" अर्थात E एक महिला (महिला-2) है। 3. "B, C का भाई है" अर्थात B पुरुष है। 4. "D और A का विवाह हुआ है", चूंकि A पिता/पुरुष है, अतः D उसकी पत्नी और माता (महिला-3) है। 5. "H, B की पुत्री है" अर्थात H एक महिला (महिला-4) है। 6. "H, G की बहन है और G, F का पुत्र है", चूंकि G, B और F दोनों का पुत्र है तथा B पुरुष है, अतः F, B की पत्नी (महिला-5) होगी तथा G पुत्र (पुरुष) होगा। अतः परिवार की सभी महिला सदस्य हैं: C, E, D, H और F। कुल मिलाकर ठीक 5 महिलाएं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73973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81/100</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चार खिलाड़ी A, B, C, D ताश के 4-4 पत्ते (इक्का, बादशाह, बेगम, गुलाम) लेकर खेल रहे हैं। प्रत्येक के पास चारों सूट (हुकुम, पान, चिड़ी, ईंट) का एक-एक पत्ता है। यदि: (I) A के पास चिड़ी का बादशाह और पान का गुलाम है। (II) B के पास पान की बेगम और चिड़ी का इक्का है। (III) C के पास ईंट का गुलाम है। (IV) D के पास पान का बादशाह है। तो चिड़ी की बेगम (Queen of Clubs) किसके पास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B</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85997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82/100</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क्योंकि चिड़ी की बेगम (Queen of Clubs) केवल खिलाड़ी C के पास हो सकती है। चिड़ी (Clubs) के चार पत्तों का विश्लेषण: खिलाड़ी A के पास चिड़ी का बादशाह है, खिलाड़ी B के पास चिड़ी का इक्का है। अतः चिड़ी के शेष दो पत्ते (बेगम और गुलाम) C और D के पास होने चाहिए। अब खिलाड़ी C की स्थिति देखें: कथन (III) के अनुसार C के पास ईंट का गुलाम (Jack of Diamonds) पहले से मौजूद है। चूंकि प्रत्येक खिलाड़ी के पास इक्का, बादशाह, बेगम और गुलाम में से केवल एक-एक पत्ता ही हो सकता है, इसलिए C दूसरा गुलाम (चिड़ी का गुलाम) कदापि नहीं रख सकता। अतः C के पास अनिवार्य रूप से 'चिड़ी की बेगम' होगी, और चिड़ी का गुलाम D के पास जाएगा। अतः चिड़ी की बेगम खिलाड़ी C के पास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85997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82/100</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एक निश्चित कूट भाषा में DATE को VXDR लिखा जाता है और COME को WJKR लिखा जाता है, तो उसी कूट भाषा में THIS को किस प्रकार लिखा जाएगा?</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FDQD</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FOOD</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FQOD</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DOXQ</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98021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83/100</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FQOD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FDQD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FOOD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DOXQ</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C है क्योंकि इस कूट में शब्द के अक्षरों के स्थानीय मान और उनके कोड के मान का योग क्रमशः 26, 25, 24 और 23 है। DATE में: D(4) + V(22) = 26; A(1) + X(24) = 25; T(20) + D(4) = 24; E(5) + R(18) = 23। COME में: C(3) + W(23) = 26; O(15) + J(10) = 25; M(13) + K(11) = 24; E(5) + R(18) = 23। अब इसी नियम को THIS पर लागू करने पर: पहला अक्षर T(20): कोड = 26 - 20 = 6 अर्थात् F; दूसरा अक्षर H(8): कोड = 25 - 8 = 17 अर्थात् Q; तीसरा अक्षर I(9): कोड = 24 - 9 = 15 अर्थात् O; चौथा अक्षर S(19): कोड = 23 - 19 = 4 अर्थात् D। अतः THIS का अभीष्ट कूट 'FQOD' होगा।</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98021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83/100</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नीचे एक कथन और उसके बाद दो तर्क (I) और (II) दिए गए हैं। तय कीजिए कि कौनसा तर्क 'प्रबल' है: कथन: क्या सभी वयस्कों को अपने परिवारजनों के अक्षम होने पर उनकी देखभाल करने के लिये कानूनी बाध्यता होनी चाहिए? तर्क: (I) हाँ, यही एकमात्र तरीका है जिसके माध्यम से अक्षम परिवारजनों को कुछ राहत मिलेगी। (II) नहीं, इस प्रकार के मामलों को केवल कानूनी तौर पर ही हल किया जाना संभव नहीं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दोनों तर्क (I) और (II) प्रबल हैं</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तर्क (II) प्रबल है</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तर्क (I) प्रबल है</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 तो तर्क (I) और ना ही (II) प्रबल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1004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84/100</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केवल तर्क (II) प्रबल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दोनों तर्क (I) और (II) प्रबल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तर्क (I) प्रबल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 तो तर्क (I) और ना ही (II) प्रबल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B है क्योंकि केवल तर्क (II) प्रबल (Strong) है। तर्क (I) में 'यही एकमात्र तरीका है' (Only Way) जैसे अतिवादी और संकीर्ण शब्द का प्रयोग किया गया है; किसी समस्या के समाधान के लिए राज्य कल्याणकारी नीतियां, वृद्धाश्रम, विशेष देखभाल गृह और सामाजिक सुरक्षा योजनाएं भी प्रभावी विकल्प होती हैं, अतः एकमात्र तरीका मान लेना तर्क को दुर्बल बनाता है। तर्क (II) व्यावहारिक और यथार्थवादी है क्योंकि पारिवारिक देखभाल मुख्यतः मानवीय संवेदनाओं, भावनात्मक लगाव, मनोवैज्ञानिक समझ और आर्थिक क्षमता पर निर्भर करती है; इसे केवल दंडात्मक कानून बनाकर जबरन लागू करने से अक्षम सदस्यों के प्रति उपेक्षा या दुर्व्यवहार का खतरा बढ़ सकता है और ऐसे संवेदनशील पारिवारिक मुद्दों को पूरी तरह कानूनी लाठी के बल पर हल नहीं किया जा सकता। अतः केवल तर्क (II) ही सुदृढ़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1004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84/100</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संख्या श्रेणी में प्रश्नवाचक चिह्न (?) के स्थान पर कौनसी संख्या आएगी? 5, 5, 8, 16, 31, 55,</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90</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86</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95</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89</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2207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85/100</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90</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86</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95</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89</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क्योंकि इस श्रेणी के क्रमागत पदों का अंतर (n² - 1) के पैटर्न पर आगे बढ़ रहा है। पदों के बीच का अंतर: 5 - 5 = 0; 8 - 5 = 3; 16 - 8 = 8; 31 - 16 = 15; 55 - 31 = 24। इन अंतरों (0, 3, 8, 15, 24) को देखने पर स्पष्ट पैटर्न प्रकट होता है: 1² - 1 = 0; 2² - 1 = 3; 3² - 1 = 8; 4² - 1 = 15; 5² - 1 = 24। अतः अगला अंतर अनिवार्य रूप से 6² - 1 = 36 - 1 = 35 होना चाहिए। इसलिए श्रेणी का अगला पद = 55 + 35 = 90 होगा। अन्य सभी विकल्प इस सुव्यवस्थित गणितीय पैटर्न के अनुकूल नहीं हैं। अतः लुप्त संख्या 90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2207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85/100</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मुंबई में आयोजित 5वें आई.बी.ए. सी.आई.एस.ओ. शिखर सम्मेलन एवं प्रशस्ति पत्र (IBA CISO Summit &amp; Citations) 2026 में क्षेत्रीय ग्रामीण बैंक (RRB) श्रेणी के तहत राजस्थान ग्रामीण बैंक को प्राप्त पुरस्कारों से संबंधित निम्नलिखित युग्मों पर विचार कीजिए: A. वर्ष का पहचान एवं पहुँच प्रबंधन (Identity and Access Management of the Year) - विजेता B. वर्ष का साइबर लचीलापन (Cyber Resilience of the Year) - उपविजेता C. वर्ष का साइबर सुरक्षा उत्कृष्टता (Cyber Security Excellence of the Year) - विजेता उपर्युक्त में से कौनसे युग्म सही सुमेलित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और C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3409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86/100</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और B</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और C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D है क्योंकि 5वें IBA CISO समिट एंड साइटेशन्स 2026 में राजस्थान ग्रामीण बैंक को क्षेत्रीय ग्रामीण बैंक संवर्ग में केवल दो श्रेणियों में सम्मानित किया गया था: 'आइडेंटिटी एंड एक्सेस मैनेजमेंट ऑफ द ईयर' श्रेणी में प्रथम स्थान (विजेता) तथा 'साइबर रेजिलिएंस ऑफ द ईयर' श्रेणी में उपविजेता (रनर-अप)। युग्म C गलत है क्योंकि 'साइबर सिक्योरिटी एक्सीलेंस ऑफ द ईयर' नामक कोई पुरस्कार राजस्थान ग्रामीण बैंक को प्राप्त नहीं हुआ था; क्षेत्रीय ग्रामीण बैंकों में साइबर सिक्योरिटी टीम ऑफ द ईयर का पुरस्कार कर्नाटक ग्रामीण बैंक को मिला था। अतः आधिकारिक प्रशस्ति सूची के अनुसार केवल युग्म A और B ही सटीक रूप से सुमेलित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3409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86/100</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रक्षा अनुसंधान एवं विकास संगठन (डी.आर.डी.ओ.) की प्रयोगशाला, सेन्टर फॉर एयर बॉर्न सिस्टम्स (CABS) ने ए.ई.डब्ल्यू.&amp;सी. एम.के.-II (AEW&amp;C Mk-II) कार्यक्रम के हिस्से के रूप में जुलाई 2026 में उद्योग भागीदारों के साथ दो बड़े अनुबंधों पर हस्ताक्षर किए हैं। ये अनुबंध निम्नलिखित में से किनके साथ किए गए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अडानी डिफेंस सिस्टम्स एंड टेक्नोलॉजीज़, अहमदाबाद एवं ए.आई. इंजीनियरिंग सर्विसेज़ लिमिटेड, नई दिल्ली</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ए.आई. इंजीनियरिंग सर्विसेज़ लिमिटेड, नई दिल्ली एवं अंबानी डिफेंस इंजीनियरिंग सर्विसेज़ लिमिटेड, अहमदाबाद</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ए.आई. इंजीनियरिंग सर्विसेज़ लिमिटेड, नई दिल्ली एवं अंबानी डिफेंस इंजीनियरिंग सर्विसेज़ लिमिटेड, मुंबई</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अडानी डिफेंस सिस्टम्स एंड टेक्नोलॉजीज़, अहमदाबाद एवं अंबानी डिफेंस इंजीनियरिंग सर्विसेज़ लिमिटेड, मुंबई</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46119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87/100</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अडानी डिफेंस सिस्टम्स एंड टेक्नोलॉजीज़, अहमदाबाद एवं ए.आई. इंजीनियरिंग सर्विसेज़ लिमिटेड, नई दिल्ली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ए.आई. इंजीनियरिंग सर्विसेज़ लिमिटेड, नई दिल्ली एवं अंबानी डिफेंस इंजीनियरिंग सर्विसेज़ लिमिटेड, अहमदाबाद</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ए.आई. इंजीनियरिंग सर्विसेज़ लिमिटेड, नई दिल्ली एवं अंबानी डिफेंस इंजीनियरिंग सर्विसेज़ लिमिटेड, मुंबई</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अडानी डिफेंस सिस्टम्स एंड टेक्नोलॉजीज़, अहमदाबाद एवं अंबानी डिफेंस इंजीनियरिंग सर्विसेज़ लिमिटेड, मुंबई</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क्योंकि 22 जुलाई 2026 को डीआरडीओ की नोडल प्रयोगशाला सेंटर फॉर एयर बॉर्न सिस्टम्स (CABS) ने एयरबोर्न अर्ली वार्निंग एंड कंट्रोल (AEW&amp;C Mk-II) 'नेत्र' कार्यक्रम के तहत दो प्रमुख औद्योगिक अनुबंध 'ए.आई. इंजीनियरिंग सर्विसेज लिमिटेड' (AIESL), नई दिल्ली तथा 'अडानी डिफेंस सिस्टम्स एंड टेक्नोलॉजीज लिमिटेड' (ADSTL), अहमदाबाद के साथ हस्ताक्षरित किए। इस सामरिक समझौते के तहत एयरबस ए321 विमानों के स्वदेशी सैन्य रूपांतरण, एयरफ्रेम संशोधन, एवियोनिक्स एकीकरण और उड़ान परीक्षण का कार्य इन दोनों कंपनियों के तकनीकी सहयोग से संपन्न किया जाएगा। अन्य विकल्पों में दिए गए नाम काल्पनिक अथवा असंगत हैं। अतः सही साझेदारी अडानी डिफेंस और एआईईएसएल के मध्य संपन्न हुई।</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46119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87/100</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नीति आयोग के 'निवेश अनुकूलता सूचकांक 2026' (Investment Friendliness Index 2026) में राजस्थान के प्रदर्शन के संबंध में निम्नलिखित कथनों पर विचार कीजिए: (i) राजस्थान को 'अग्रणी राज्य' (Front-runners) की श्रेणी में रखा गया। (ii) बड़े राज्यों में, राजस्थान ने 'नियमों के सरलीकरण' (Regulatory Ease) में दूसरा स्थान प्राप्त किया। (iii) बड़े राज्यों में, राजस्थान ने 'सरकारी नीति' (Government policy) में चौथा स्थान और 'संसाधन' (Resources) श्रेणी में 5वाँ स्थान प्राप्त किया। उपर्युक्त में से कौनसा/से कथन सही है/हैं?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(ii)</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(i) और (ii)</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(i) और (iii)</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(i), (ii) और (iii)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58143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88/100</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(i) और (ii)</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(ii)</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(i) और (iii)</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(i), (ii) और (iii)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B है क्योंकि कथन (i) और (ii) सत्य हैं, जबकि कथन (iii) असत्य है। नीति आयोग द्वारा जारी प्रथम निवेश अनुकूलता सूचकांक (IFI) 2026 में राजस्थान को देश के समग्र प्रदर्शन में 'अग्रणी राज्य' (Front-runner Category) का दर्जा प्रदान किया गया है। बड़े राज्यों की श्रेणी में राजस्थान ने औद्योगिक अनुमतियों व व्यापारिक प्रक्रियाओं के डिजिटलीकरण के दम पर 'नियमों के सरलीकरण' (Regulatory Ease) स्तंभ में देश भर में दूसरा स्थान प्राप्त किया। कथन (iii) इसलिए गलत है क्योंकि निवेश प्रोत्साहन एवं सरकारी नीति (Government Policy) स्तंभ में राजस्थान ने देश के बड़े राज्यों में 'तीसरा स्थान' (3rd Rank) हासिल किया था, न कि चौथा स्थान; हालांकि संसाधनों की उपलब्धता में 5वां स्थान प्राप्त किया था। अतः सरकारी नीति में 3rd रैंक होने के कारण कथन (iii) अशुद्ध है और केवल (i) व (ii)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58143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88/100</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'ऑपरेशन सदर्न रेडीनेस 26-2' (Operation Southern Readiness 26-2) के संदर्भ में निम्नलिखित में से कौनसा कथन सही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चार दिवसीय बहुपक्षीय समुद्री सुरक्षा प्रशिक्षण अभ्यास था।</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अभ्यास 'कम्बाइंड मैरीटाइम फोर्सेस' (CMF) की साझेदारी में भारतीय नौसेना के नेतृत्व वाले 'कम्बाइंड टास्क फोर्स 154' (CTF 154) के तत्वावधान में आयोजित किया गया था।</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अभ्यास भारत में आयोजित 'ऑपरेशन सदर्न रेडीनेस' का दूसरा संस्करण था।</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मेजबानी दक्षिणी नौसेना कमान द्वारा जुलाई 2026 में कोच्चि में की गई थी।</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7016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89/100</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यह अभ्यास भारत में आयोजित 'ऑपरेशन सदर्न रेडीनेस' का दूसरा संस्करण था।</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चार दिवसीय बहुपक्षीय समुद्री सुरक्षा प्रशिक्षण अभ्यास था।</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अभ्यास 'कम्बाइंड मैरीटाइम फोर्सेस' (CMF) की साझेदारी में भारतीय नौसेना के नेतृत्व वाले 'कम्बाइंड टास्क फोर्स 154' (CTF 154) के तत्वावधान में आयोजित किया गया था।</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इसकी मेजबानी दक्षिणी नौसेना कमान द्वारा जुलाई 2026 में कोच्चि में की गई थी।</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C है क्योंकि जुलाई 2026 में कोच्चि में आयोजित 'ऑपरेशन सदर्न रेडीनेस 26-2' भारत द्वारा अपनी धरती पर आयोजित किया जाने वाला इस अभ्यास का 'प्रथम/पहला संस्करण' (Maiden Edition in India) था, न कि दूसरा संस्करण। ऑपरेशन के कोडनेम में '26-2' वर्ष 2026 के द्वितीय अर्द्धवार्षिक चक्र को दर्शाता है। शेष तीनों कथन तथ्यतः सही हैं: यह 20 से 23 जुलाई 2026 तक कोच्चि स्थित दक्षिणी नौसेना कमान में आयोजित चार दिवसीय बहुराष्ट्रीय समुद्री सुरक्षा प्रशिक्षण था; इसमें कम्बाइंड मैरीटाइम फोर्सेस (CMF) के 40 से अधिक सदस्य देशों के प्रतिनिधियों ने भाग लिया तथा इसका संचालन कम्बाइंड टास्क फोर्स 154 (CTF 154) के तत्वावधान में किया गया था। अतः भारत में द्वितीय संस्करण बताए जाने के कारण विकल्प C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7016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89/100</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कोयला मंत्रालय, भारत सरकार द्वारा जुलाई 2026 में जारी 'आरोह' (AAROH) रिपोर्ट के संदर्भ में निम्नलिखित कथनों पर विचार कीजिए: (I) यह वैज्ञानिक खदान बंदी और पुनरुद्देश्यीय पद्धतियों पर भारत की पहली रिपोर्ट है। (II) यह रिपोर्ट 85 वैज्ञानिक रूप से बंद की गई कोयला खदानों की परिवर्तनकारी यात्रा का दस्तावेजीकरण करती है। उपर्युक्त में से कौनसा/से कथन सही है/हैं?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(II) सही है</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(I) और (II) दोनों सही हैं</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 तो (I) और ना ही (II) सही है</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(I) सही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8219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90/100</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(I) सही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(II) सही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(I) और (II) दोनों सही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 तो (I) और ना ही (II) सही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D है क्योंकि केवल कथन (I) सही है जबकि कथन (II) असत्य है। केंद्रीय कोयला मंत्रालय द्वारा नई दिल्ली में जारी 'आरोह' (AAROH: Annual Report on Mine Closure) देश में वैज्ञानिक खदान बंदी, पर्यावरण पुनरुद्धार और खदानों के पुनर्चक्रण/पुनरुद्देश्यीय उपयोग (Repurposing) पर भारत की प्रथम आधिकारिक वार्षिक रिपोर्ट है। कथन (II) इसलिए गलत है क्योंकि इस रिपोर्ट में 85 नहीं, बल्कि ठीक '42' वैज्ञानिक रूप से बंद की गई कोयला खदानों (जिनमें पिछले वर्ष बंद की गई 33 खदानें शामिल हैं) के पर्यावरण-अनुकूल कायाकल्प और सामुदायिक पुनर्वास की सफलता गाथा का दस्तावेजीकरण किया गया है। खदानों की संख्या 85 बताए जाने के कारण कथन (II) गलत है और केवल कथन (I) ही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8219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90/100</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जून 2026 में जर्मनी के सुहल (Suhl) में आयोजित आई.एस.एस.एफ. जूनियर विश्व चैम्पियनशिप (राइफल/पिस्टल/शॉटगन) में 25 मीटर रैपिड फायर पिस्टल पुरुष जूनियर स्पर्धा में निम्नलिखित में से किस खिलाड़ी ने स्वर्ण पदक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समीर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रोहित कान्यन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राज चन्द्र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प्रीतम केंद्रे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94216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91/100</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समीर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रोहित कान्यन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 चन्द्र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प्रीतम केंद्रे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क्योंकि 19 जून 2026 को जर्मनी के सुहल में आयोजित ISSF जूनियर विश्व निशानेबाजी चैंपियनशिप में भारत के प्रतिभाशाली युवा निशानेबाज 'समीर' (Sameer) ने 25 मीटर रैपिड फायर पिस्टल (पुरुष जूनियर) के बेहद रोमांचक फाइनल में असाधारण प्रदर्शन करते हुए 40 में से 28 के स्कोर के साथ स्वर्ण पदक (Gold Medal) जीता। इसी स्पर्धा में भारत के ही रोहित कान्यन ने कांस्य पदक प्राप्त किया था। भारत ने इस विश्व चैंपियनशिप में कुल 25 पदक (7 स्वर्ण, 8 रजत और 10 कांस्य) जीतकर पदक तालिका में शीर्ष स्थान हासिल किया। अतः 25 मीटर व्यक्तिगत रैपिड फायर पिस्टल का स्वर्ण पदक समीर ने जीता।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94216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91/100</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"RSS@100: A Century of Service, Unity &amp; Sacrifice" पुस्तक के संबंध में निम्नलिखित कथनों पर विचार कीजिए: (I) इस पुस्तक का विमोचन भारत के उपराष्ट्रपति सी.पी. राधाकृष्णन द्वारा 17 जुलाई 2026 को किया गया। (II) इस पुस्तक के लेखक श्याम जाजू एवं अनुपम त्रिवेदी हैं। उपर्युक्त में से कौनसा/से कथन सही है/हैं?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(I) सही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(II) सही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 तो (I) और ना ही (II) सही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(I) और (II) दोनों सही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0624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92/100</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(I) और (II) दोनों सही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(I) सही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(II) सही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 तो (I) और ना ही (II) सही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D है क्योंकि कथन (I) और (II) दोनों ऐतिहासिक एवं तथ्यात्मक रूप से पूर्णतः सही हैं। राष्ट्रीय स्वयंसेवक संघ (आरएसएस) के शताब्दी वर्ष के उपलक्ष्य में नई दिल्ली स्थित उप-राष्ट्रपति भवन में 17 जुलाई 2026 को भारत के उपराष्ट्रपति सी.पी. राधाकृष्णन ने इस बहुचर्चित पुस्तक "RSS@100: A Century of Service, Unity &amp; Sacrifice" का गरिमामय विमोचन किया। इस प्रामाणिक ग्रंथ के संयुक्त लेखक प्रख्यात राजनीतिक विश्लेषक व सामाजिक कार्यकर्ता श्याम जाजू तथा वरिष्ठ लेखक अनुपम त्रिवेदी हैं। प्रभात प्रकाशन द्वारा प्रकाशित इस पुस्तक में संघ की 1925 में स्थापना से लेकर 100 वर्षों की राष्ट्र सेवा, आपदा प्रबंधन, सामाजिक समरसता और राष्ट्रीय एकता के आंदोलनों का समग्र दस्तावेजीकरण किया गया है। अतः दोनों कथन शत-प्रतिशत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0624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92/100</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स्कूल शिक्षा विभाग एवं पीरामल फाउण्डेशन के मध्य हुए समझौता ज्ञापन (MoU) के संबंध में निम्नलिखित में से कौनसा कथन सही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पहल बालिका शिक्षा को बढ़ावा देने और छात्रवृत्ति योजनाओं को अधिक प्रभावी, पारदर्शी और सुलभ बनाने में मदद करेगी।</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उद्देश्य नई तकनीकों को एकीकृत करने और शिक्षा प्रणाली को भविष्योन्मुखी बनाने जैसे महत्वपूर्ण सुधार लाना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 समझौते के तहत पीरामल फाउंडेशन तकनीकी सहयोग इकाई (Technical Support Unit) के रूप में कार्य करेगा।</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 समझौता ज्ञापन (एम.ओ.यू.) पर 26 जुलाई 2026 को हस्ताक्षर किए गए थे।</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18265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93/100</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इस समझौता ज्ञापन (एम.ओ.यू.) पर 26 जुलाई 2026 को हस्ताक्षर किए गए थे।</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पहल बालिका शिक्षा को बढ़ावा देने और छात्रवृत्ति योजनाओं को अधिक प्रभावी, पारदर्शी और सुलभ बनाने में मदद करेगी।</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इसका उद्देश्य नई तकनीकों को एकीकृत करने और शिक्षा प्रणाली को भविष्योन्मुखी बनाने जैसे महत्वपूर्ण सुधार लाना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 समझौते के तहत पीरामल फाउंडेशन तकनीकी सहयोग इकाई (Technical Support Unit) के रूप में कार्य करेगा।</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D है क्योंकि राजस्थान के स्कूल शिक्षा विभाग और पीरामल फाउंडेशन के मध्य इस ऐतिहासिक समझौता ज्ञापन (MoU) पर 26 जुलाई 2026 को नहीं, बल्कि '16 जुलाई 2026' को जयपुर में हस्ताक्षर किए गए थे। समझौते के बाकी तीनों बिंदु पूर्णतः सही हैं: पीरामल फाउंडेशन राज्य में तकनीकी सहायता इकाई (TSU) के रूप में कार्य करते हुए डिजिटल शिक्षा प्लेटफॉर्म्स का सुदृढ़ीकरण करेगा; यह साझेदारी बालिकाओं के ड्रॉप-आउट को रोकने, कस्तूरबा गांधी बालिका विद्यालयों की निगरानी और छात्रवृत्ति योजनाओं की पारदर्शी डिजिटल डिलीवरी को सुनिश्चित करेगी; तथा शिक्षा में उभरती तकनीकों और भविष्योन्मुखी कौशलों को पाठ्यक्रम से जोड़ेगी। अतः गलत तिथि के कारण विकल्प D असत्य कथन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18265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93/100</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फीफा विश्व कप 2026 (FIFA World Cup 2026) के टूर्नामेंट पुरस्कार एवं संबंधित खिलाड़ी के संदर्भ में निम्नलिखित युग्मों में से कौनसा एक सही सुमेलित नहीं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गोल्डन बॉल - रोड्री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सर्वश्रेष्ठ युवा खिलाड़ी - पाउ कुबार्सी</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गोल्डन बूट - किलियन एम्बाप्पे</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गोल्डन ग्लव - एमिलियानो मार्टिनेज़</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3028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94/100</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गोल्डन ग्लव - एमिलियानो मार्टिनेज़</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गोल्डन बॉल - रोड्री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सर्वश्रेष्ठ युवा खिलाड़ी - पाउ कुबार्सी</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गोल्डन बूट - किलियन एम्बाप्पे</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D है क्योंकि टूर्नामेंट के सर्वश्रेष्ठ गोलकीपर को दिया जाने वाला 'गोल्डन ग्लव' (Golden Glove) पुरस्कार एमिलियानो मार्टिनेज को नहीं, बल्कि स्पेन के गोलकीपर 'उनाई सिमोन' (Unai Simón) को प्रदान किया गया। एमिलियानो मार्टिनेज ने यह पुरस्कार 2022 कतर विश्व कप में जीता था। फीफा द्वारा घोषित 2026 विश्व कप के आधिकारिक पुरस्कारों के अनुसार: टूर्नामेंट के सर्वश्रेष्ठ खिलाड़ी का 'गोल्डन बॉल' स्पेन के स्टार मिडफील्डर रोड्री (Rodri) को मिला; टूर्नामेंट में सर्वाधिक गोल करने वाले फ्रांस के स्ट्राइकर किलियन एम्बाप्पे को 'गोल्डन बूट' मिला; तथा स्पेन के 19-वर्षीय डिफेंडर पाउ कुबार्सी (Pau Cubarsí) को 'सर्वश्रेष्ठ युवा खिलाड़ी' (Best Young Player) का पुरस्कार प्रदान किया गया। अतः गोल्डन ग्लव का मिलान त्रुटिपूर्ण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3028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94/100</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58वें अंतर्राष्ट्रीय रसायन विज्ञान ओलम्पियाड (IChO 2026) के सम्बन्ध में निम्नलिखित कथनों पर विचार कीजिए: (i) इसका आयोजन पहली बार ताशकंद, उज़्बेकिस्तान में किया गया था। (ii) भारतीय टीम ने चार स्वर्ण पदक हासिल किए। (iii) कबीर छिल्लर ने व्यक्तिगत प्रतिभागी श्रेणी में रजत पदक हासिल किया। उपर्युक्त में से कौनसा/से कथन सही है/हैं?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(i) और (ii)</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(i), (ii) और (iii) सभी</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(i) और (iii)</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(ii)</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4231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95/100</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(i) और (ii)</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(i), (ii) और (iii) सभी</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(i) और (iii)</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(ii)</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क्योंकि कथन (i) और (ii) सही हैं, जबकि कथन (iii) असत्य है। 58वां अंतर्राष्ट्रीय रसायन विज्ञान ओलंपियाड (IChO 2026) 10 से 19 जुलाई 2026 के मध्य उज्बेकिस्तान की राजधानी ताशकंद में ऐतिहासिक रूप से पहली बार आयोजित किया गया था। इस वैश्विक प्रतियोगिता में भारतीय दल के सभी चारों छात्रों (कबीर छिल्लर, देबदत्त प्रियदर्शी, हर्ष सिंघल और संदीप कुची) ने शानदार प्रदर्शन करते हुए 'चार स्वर्ण पदक' जीतकर इतिहास रचा और भारत पदक तालिका में संयुक्त रूप से शीर्ष पर रहा। कथन (iii) इसलिए गलत है क्योंकि कबीर छिल्लर (जो जेईई एडवांस्ड टॉपर भी रहे) ने रजत पदक नहीं, बल्कि व्यक्तिगत रैंकिंग में शानदार प्रदर्शन करते हुए 'स्वर्ण पदक' (Gold Medal) जीता था। अतः केवल (i) और (ii) ही सही कथन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4231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95/100</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22वीं राष्ट्रमण्डल टेबल टेनिस चैम्पियनशिप 2026 के सम्बन्ध में निम्नलिखित कथनों पर विचार कीजिए: A. यह टूर्नामेंट 31 जुलाई 2026 से 4 अगस्त 2026 तक दिल्ली के इन्दिरा गाँधी इन्डोर स्टेडियम में आयोजित किया गया। B. दिल्ली सरकार और भारतीय टेबल टेनिस महासंघ (TTFI) ने संयुक्त रूप से इस चैम्पियनशिप का आयोजन किया। C. चैम्पियनशिप का आधिकारिक शुभंकर 'मयूर' था। उपर्युक्त कथनों में से कौनसे सही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एवं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एवं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एवं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एवं C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5433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96/100</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B एवं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एवं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एवं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एवं C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B है क्योंकि कथन B और C सही हैं, जबकि कथन A असत्य है। TTFI के आधिकारिक कार्यक्रम के अनुसार 22वीं राष्ट्रमंडल टेबल टेनिस चैंपियनशिप 2026 का आयोजन दिल्ली के 'त्यागराज इंडोर स्टेडियम' में 27 जुलाई से 2 अगस्त 2026 के मध्य किया गया था, न कि इंदिरा गांधी इंडोर स्टेडियम में (और न ही 31 जुलाई से 4 अगस्त तक); अतः कथन A आयोजन स्थल व तिथि दोनों आधारों पर गलत है। कथन B सही है क्योंकि दिल्ली सरकार के खेल विभाग और टेबल टेनिस फेडरेशन ऑफ इंडिया ने इसका संयुक्त सफल आयोजन किया। कथन C भी पूर्णतः सही है क्योंकि दिल्ली की मुख्यमंत्री द्वारा इस प्रतिष्ठित अंतरराष्ट्रीय प्रतियोगिता का आधिकारिक शुभंकर भारत के राष्ट्रीय पक्षी मोर से प्रेरित 'मयूर' (Mayur) अनावरित किया गया था। अतः केवल B और C ही सत्य कथन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5433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96/100</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97</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से संबंधित पर्वतारोही नीलिमा अरोड़ा के संदर्भ में निम्नलिखित कथनों पर विचार कीजिए: (i) जून 2026 में, वह थैलेसीमिया माइनर से पीड़ित दुनिया की पहली ऐसी महिला बन गईं, जिन्होंने माउंट एवरेस्ट पर सफलतापूर्वक चढ़ाई की है। (ii) वर्ष 2025 में, वह आमा डब्लम (नेपाल) पर सफलतापूर्वक चढ़ाई करने वाली 40 वर्ष से अधिक आयु की पहली भारतीय महिला बनीं। उपर्युक्त में से कौनसा/से कथन सही है/हैं?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(i) और (ii) दोनों सही हैं</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(ii) सही है</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 तो (i) और ना ही (ii) सही है</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(i) सही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66362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97/100</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(i) और (ii) दोनों सही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(ii) सही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 तो (i) और ना ही (ii) सही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(i) सही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क्योंकि जयपुर (राजस्थान) की बेटी नीलिमा अरोड़ा से संबंधित दोनों कथन (i) और (ii) सत्य हैं। नीलिमा अरोड़ा ने थैलेसीमिया माइनर जैसी रक्त संबंधी जन्मजात बीमारी और अभियान के दौरान तीन बार हाई-एल्टीट्यूड पल्मोनरी एडिमा (HAPE) का सामना करने के बावजूद 25 मई/जून 2026 को दुनिया की सर्वोच्च चोटी माउंट एवरेस्ट (8848.86 मीटर) पर तिरंगा फहराया और वह थैलेसीमिया माइनर से ग्रस्त विश्व की प्रथम महिला पर्वतारोही बनीं। इसके अतिरिक्त वर्ष 2025 में उन्होंने नेपाल की अत्यंत दुर्गम और तकनीकी रूप से सबसे कठिन मानी जाने वाली चोटी आमा डब्लम (Ama Dablam - 6812 मीटर) को फतह किया था और वे 40 वर्ष से अधिक उम्र में यह कारनामा करने वाली पहली भारतीय महिला बनी थीं। अतः उनके साहस और उपलब्धियों से जुड़े दोनों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66362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97/100</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26 से 31 जुलाई 2026 तक बैंकॉक (थाईलैंड) में आयोजित आई.के.एफ. अंडर-19 एशिया कोर्फबॉल-4 चैम्पियनशिप (IKF Under-19 Asia Korfball-4 Championship) में भारतीय टीम की कप्तान राजस्थान की निम्नलिखित खिलाड़ियों में से कौन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कोमल शेखावत</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कोमल शर्मा</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प्रेरणा शेखावत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क्षितिजा शर्मा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78387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98/100</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कोमल शेखावत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कोमल शर्मा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प्रेरणा शेखावत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क्षितिजा शर्मा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क्योंकि बैंकॉक, थाईलैंड में 26 से 31 जुलाई 2026 तक आयोजित अंतर्राष्ट्रीय कोर्फबॉल महासंघ (IKF) अंडर-19 एशिया कोर्फबॉल-4 चैंपियनशिप में भारतीय राष्ट्रीय टीम का नेतृत्व राजस्थान की प्रतिभाशाली खिलाड़ी 'कोमल शेखावत' (Komal Shekhawat) ने किया था। कोर्फबॉल एक विशिष्ट लैंगिक-समानता आधारित खेल है जिसमें पुरुष और महिला खिलाड़ी एक साथ एक ही टीम में खेलते हैं। कोमल शेखावत के उत्कृष्ट सामरिक नेतृत्व और आक्रामक खेल के दम पर भारतीय जूनियर टीम ने इस एशियाई चैंपियनशिप में शानदार प्रदर्शन करते हुए पदक अर्जित किया। राजस्थान कोर्फबॉल संघ और राष्ट्रीय महासंघ ने उनके अंतरराष्ट्रीय नेतृत्व की व्यापक सराहना की। अतः भारतीय टीम की कप्तान कोमल शेखावत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78387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98/100</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जुलाई 2026 में, नाटो शिखर सम्मेलन रक्षा उद्योग मंच (NATO Summit Defence Industry Forum) निम्नलिखित में से किस स्थान पर आयोजित हुआ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ब्रुसेल्स</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कोपेनहेगन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रोम</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अंकारा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9041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99/100</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अंकारा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ब्रुसेल्स</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कोपेनहेगन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D है क्योंकि 7 जुलाई 2026 को नाटो शिखर सम्मेलन रक्षा उद्योग मंच (NATO Summit Defence Industry Forum - NSDIF26) तुर्किये की राजधानी 'अंकारा' (Ankara) में आयोजित किया गया था। यह मंच नाटो के 36वें राष्ट्राध्यक्ष एवं शासनाध्यक्ष शिखर सम्मेलन का एक प्रमुख अंग था, जिसका उद्घाटन तुर्किये के रक्षा उद्योग सचिवालय और नाटो महासचिव की उपस्थिति में हुआ। इस ऐतिहासिक रक्षा मंच में ट्रांस-अटलांटिक रक्षा उत्पादन, गोला-बारूद आपूर्ति श्रृंखला सुदृढ़ीकरण, वायु व मिसाइल रक्षा प्रणालियों के संयुक्त उत्पादन तथा नाटो रक्षा कंपनियों के मध्य 50 बिलियन डॉलर से अधिक के नए रक्षा खरीद समझौतों की घोषणा की गई थी। अतः इसका आधिकारिक आयोजन स्थल अंकारा (तुर्किये)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9041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99/100</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कृषि अनुसंधान केन्द्र, फतेहपुर-शेखावाटी (सीकर), राजस्थान के वैज्ञानिकों द्वारा विकसित 'CS-68' के संबंध में निम्नलिखित कथनों पर विचार कीजिए: (i) यह भारतीय मक्का की एक नई किस्म है। (ii) इसे भारतीय कृषि अनुसंधान परिषद-केन्द्रीय मृदा लवणता अनुसंधान संस्थान, करनाल के सहयोग से विकसित किया गया है। (iii) यह किस्म देश भर के लवणीय-क्षारीय मृदा वाले क्षेत्रों के लिए अनुशंसित है। उपर्युक्त में से कौनसे कथन सही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(i) और (iii)</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(i), (ii) और (iii) सभी</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(i) और (ii)</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(ii) और (iii)</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100/100</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(ii) और (iii)</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(i) और (iii)</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(i), (ii) और (iii)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(i) और (ii)</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D है क्योंकि कथन (ii) और (iii) सही हैं, जबकि कथन (i) असत्य है। कृषि अनुसंधान केंद्र (ARS), फतेहपुर-शेखावाटी (श्री कर्ण नरेंद्र कृषि विश्वविद्यालय, जोबनेर) के वैज्ञानिकों ने ICAR-केंद्रीय मृदा लवणता अनुसंधान संस्थान (CSSRI), करनाल के सहयोग से सरसों (Indian Mustard - Brassica juncea) की नई उन्नत किस्म 'CS-68' विकसित की है। अतः कथन (i) में 'मक्का' लिखा होना पूर्णतः गलत है क्योंकि यह सरसों की किस्म है। कथन (ii) सही है क्योंकि इसे CSSRI करनाल और ARS फतेहपुर ने संयुक्त रूप से विकसित किया है। कथन (iii) भी सही है क्योंकि यह उच्च लवणता-सहनशील (Salinity Tolerant) किस्म है, जिसे राजस्थान, हरियाणा और पंजाब सहित देश के लवणीय मिट्टी, खारे भूजल और उच्च तापमान वाले सिंचित क्षेत्रों में बंपर पैदावार देने के लिए राष्ट्रीय स्तर पर अनुशंसित व विमोचित किया गया है। अतः केवल (ii) और (iii) ही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100/100</a:t>
            </a:r>
          </a:p>
        </p:txBody>
      </p:sp>
    </p:spTree>
  </p:cSld>
  <p:clrMapOvr>
    <a:masterClrMapping/>
  </p:clrMapOvr>
</p:sld>
</file>

<file path=ppt/theme/theme1.xml><?xml version="1.0" encoding="utf-8"?>
<a:theme xmlns:a="http://schemas.openxmlformats.org/drawingml/2006/main" name="NIEd">
  <a:themeElements>
    <a:clrScheme name="NIEd">
      <a:dk1>
        <a:srgbClr val="1A1A4A"/>
      </a:dk1>
      <a:lt1>
        <a:srgbClr val="F5F7FF"/>
      </a:lt1>
      <a:dk2>
        <a:srgbClr val="1B2A6B"/>
      </a:dk2>
      <a:lt2>
        <a:srgbClr val="E8EDFF"/>
      </a:lt2>
      <a:accent1>
        <a:srgbClr val="FF6B00"/>
      </a:accent1>
      <a:accent2>
        <a:srgbClr val="00AA44"/>
      </a:accent2>
      <a:accent3>
        <a:srgbClr val="4466CC"/>
      </a:accent3>
      <a:accent4>
        <a:srgbClr val="FF3B30"/>
      </a:accent4>
      <a:accent5>
        <a:srgbClr val="FFB830"/>
      </a:accent5>
      <a:accent6>
        <a:srgbClr val="7C3AED"/>
      </a:accent6>
      <a:hlink>
        <a:srgbClr val="FF6B00"/>
      </a:hlink>
      <a:folHlink>
        <a:srgbClr val="953734"/>
      </a:folHlink>
    </a:clrScheme>
    <a:fontScheme name="NIEd">
      <a:majorFont>
        <a:latin typeface="Calibri Light"/>
        <a:ea typeface=""/>
        <a:cs typeface="Mangal"/>
      </a:majorFont>
      <a:minorFont>
        <a:latin typeface="Calibri"/>
        <a:ea typeface=""/>
        <a:cs typeface="Mangal"/>
      </a:minorFont>
    </a:fontScheme>
    <a:fmtScheme name="NIEd">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