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कर्नल जेम्स टॉड द्वारा राजस्थान के इतिहास पर रचित प्रसिद्ध ग्रंथ 'Annals and Antiquities of Rajasthan' का प्रथम बार वर्ष 1829 में प्रकाशन कहाँ से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कलकत्ता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कर्नल जेम्स टॉड (1818-1821 ई.) मेवाड़ (उदयपुर) के पॉलिटिकल एजेंट थे। वे राजस्थान के विभिन्न क्षेत्रों में घूम-घूम कर घोड़े पर बैठकर इतिहास का संकलन करते थे, इसलिए राजस्थान में उन्हें 'घोड़े वाला बाबा' कहा गया। उन्होंने राजस्थान के इतिहास को पहली बार संगठित और प्रामाणिक रूप में प्रस्तुत किया। टॉड की प्रसिद्ध पुस्तक 'Annals and Antiquities of Rajasthan' वर्ष 1829 में लंदन से प्रकाशित हुई थी। टॉड ने स्थानीय शब्द 'रायथान' से प्रेरित होकर इस भू-भाग को 'राजस्थान' नाम दिया था। गौरीशंकर हीराचंद ओझा ने आगे चलकर कर्नल टॉड की इस ऐतिहासिक कृति का पहली बार हिंदी में अनुवाद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और राजपूताना नामकरण के संदर्भ में निम्नलिखित कथनों पर विचार कीजिए: A. जॉर्ज थॉमसन ने 1800 ई. में इस भौगोलिक भू-भाग के लिए सर्वप्रथम 'राजपूताना' शब्द का प्रयोग किया था। B. विलियम फ्रैंकलिन की 1805 ई. की पुस्तक 'Military Memoirs of Mr. George Thomas' से जॉर्ज थॉमस द्वारा राजपूताना शब्द के प्रयोग का लिखित प्रमाण मिलता है। C. सिरोही के बसंतगढ़ शिलालेख (वि. सं. 682) में सर्वप्रथम 'राजस्थानीयादित्य' शब्द उत्कीर्ण मिलता है। D. 26 जनवरी 1950 को भारत का संविधान लागू होने पर इस प्रदेश का नाम औपचारिक रूप से 'राजस्थान' स्वीकृत किया गया। उपर्युक्त में से कौन-से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कथन ऐतिहासिक तथ्यों के अनुसार पूर्णतः सत्य हैं। जॉर्ज थॉमस ने 1800 ई. में इस भू-भाग के लिए सर्वप्रथम 'राजपूताना' शब्द का मौखिक प्रयोग किया था, जिसकी पुष्टि 1805 ई. में विलियम फ्रैंकलिन की पुस्तक 'Military Memoirs of Mr. George Thomas' से होती है। प्राचीन काल में महर्षि वाल्मीकि ने इस मरुस्थलीय प्रदेश को 'मरुकान्तार' कहा था। सिरोही जिले में स्थित खिमल माता मंदिर के बसंतगढ़ शिलालेख (विक्रम संवत 682 / 625 ई.) में 'राजस्थानीयादित्य' शब्द पहली बार अंकित मिलता है। इसके पश्चात मुँहणौत नैणसी की ख्यात और करणीदान कृत राजरूपक में भी राजस्थान शब्द का उल्लेख मिलता है। अंततः 26 जनवरी 1950 को संविधान लागू होने के साथ इसका आधिकारिक नाम राजस्थान स्वीकार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शिलालेखों को उनके प्राप्ति स्थल से सुमेलित कीजिए: सूची-I (शिलालेख/प्रशस्ति): सूची-I: A. घोसुण्डी शिलालेख B. अपराजित शिलालेख C. कणसवा शिलालेख D. हर्षनाथ प्रशस्ति सूची-II: 1. कुंडेश्वर मंदिर, उदयपुर 2. नगरी, चित्तौड़गढ़ 3. शिवालय, कोटा 4. हर्षनाथ मंदिर, सीकर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घोसुण्डी शिलालेख चित्तौड़गढ़ के नगरी के समीप स्थित है जो राजस्थान में वैष्णव/भागवत धर्म का सबसे प्राचीन अभिलेखीय साक्ष्य है। अपराजित शिलालेख (661 ई.) उदयपुर के कुंडेश्वर मंदिर से मिला है, जो 7वीं सदी के मेवाड़ गुहिल शासक अपराजित का उल्लेख करता है। कणसवा शिलालेख (738 ई.) कोटा के कणसवा गाँव के शिवालय से प्राप्त हुआ है, जो राजस्थान में मौर्य शासक धवल का उल्लेख करता है और मौर्यों के प्रभाव का प्रमाण है। हर्षनाथ प्रशस्ति (973 ई.) सीकर में हर्षनाथ मंदिर से प्राप्त हुई है, जो चौहान वंश के शासकों अल्लट, सिंहराज और वागड़ क्षेत्र का वर्णन करती है। अतः सही सुमेल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वैष्णव (भागवत) संप्रदाय की स्थापना, संकर्षण और वासुदेव की पूजा तथा अश्वमेध यज्ञ का उल्लेख करने वाला सबसे प्राचीन अभिलेख (दूसरी शताब्दी ई.पू.) कौन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मानमोरी शिलालेख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घोसुण्डी शिलालेख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बिजौलिया शिलालेख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चीरवा शिलालेख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घोसुण्डी शिलालेख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मानमोरी शिलालेख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बिजौलिया शिलालेख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चीरवा शिलालेख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जिले से प्राप्त घोसुण्डी शिलालेख (200-150 ई. पूर्व) राजस्थान में वैष्णव (भागवत) संप्रदाय का सबसे प्राचीन अभिलेखीय प्रमाण है। यह ब्राह्मी लिपि और संस्कृत भाषा में उत्कीर्ण है। इसमें गजवंश के राजा सर्वतात द्वारा अश्वमेध यज्ञ संपन्न कराने तथा संकर्षण (बलराम) और वासुदेव (कृष्ण) की पूजा हेतु शिला प्राकार (चारदीवारी) बनवाए जाने का उल्लेख मिलता है। नगरी का शिलालेख इसका जुड़वा अभिलेख माना जाता है। मानमोरी शिलालेख चित्तौड़ से कर्नल टॉड को मिला था जिसमें अमृत मंथन का उल्लेख है, जबकि बिजौलिया शिलालेख 1170 ई. का चौहान कालीन अभिलेख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शिलालेखों और उनकी ऐतिहासिक सामग्री के संदर्भ में निम्नलिखित कथनों पर विचार कीजिए: A. बिजौलिया शिलालेख (1170 ई.) जैन श्रावक लोलाक द्वारा उत्कीर्ण करवाया गया था, जिसमें चौहानों को वत्स गोत्रीय ब्राह्मण बताया गया है। B. घटियाला शिलालेख (861 ई.) प्रतिहार शासक कक्कुक द्वारा उत्कीर्ण करवाया गया था, जिसमें मंडोर के प्रतिहारों की वंशावली और सती प्रथा का उल्लेख है। C. राज प्रशस्ति (1676 ई.) राजसमंद झील की नौचौकी पाल पर 25 काले संगमरमर के पत्थरों पर रणछोड़ भट्ट तैलंग द्वारा उत्कीर्ण विश्व की सबसे बड़ी प्रशस्ति है। D. कणसवा अभिलेख (738 ई.) से जानकारी मिलती है कि गुप्त शासक स्कंदगुप्त ने कोटा में शिव मंदिर बनवाया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पूरी तरह सत्य हैं, जबकि कथन D असत्य है। बिजौलिया शिलालेख (1170 ई.) भीलवाड़ा में पार्श्वनाथ मंदिर के पास जैन श्रावक लोलाक द्वारा उत्कीर्ण करवाया गया था, जिसमें वासुदेव चौहान द्वारा सांभर झील के निर्माण और चौहानों को वत्स गोत्रीय विप्र बताया गया है। घटियाला शिलालेख (861 ई.) जोधपुर में प्रतिहार शासक कक्कुक का है, जिसमें प्रतिहार हरिश्चंद्र से वंशावली और सेनापति राणुका की पत्नी संपलदेवी के सती होने का प्रमाण है। राज प्रशस्ति मेवाड़ महाराणा राजसिंह के समय राजसमंद झील की पाल पर संस्कृत महाकाव्य के रूप में उत्कीर्ण विश्व का सबसे बड़ा शिलालेख है। कथन D गलत है क्योंकि कणसवा शिलालेख (738 ई., कोटा) मौर्य राजा धवल से संबंधित है, स्कंदगुप्त से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प्राप्त कौन सा ताम्रपत्र राज्य का सबसे प्राचीन ज्ञात ताम्रपत्र (679 ई.) माना जाता है, जिसमें आश्वा भुज संवत् का उल्लेख 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खेरोदा ताम्रपत्र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धुलेव का दान पत्र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चीकली ताम्रपत्र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 ताम्रपत्र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धुलेव का दान पत्र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खेरोदा ताम्रपत्र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चीकली ताम्रपत्र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 ताम्रपत्र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धुलेव का दान पत्र (679 ई.) राजस्थान का सबसे प्राचीन ताम्रपत्र माना जाता है। इसके दाता राजा भेटी थे तथा प्राप्तकर्ता भट्टीनाग ब्राह्मण थे। इस ताम्रपत्र में उब्बरक गाँव के दान का विवरण तथा 'आश्वा भुज संवत्' का विशेष उल्लेख मिलता है। यह ताम्रपत्र प्राचीन सामंती व्यवस्था और धार्मिक अनुदान प्रणाली का अत्यंत प्रामाणिक साक्ष्य प्रस्तुत करता है। खेरोदा ताम्रपत्र 1437 ई. का महाराणा कुंभा का है जिसमें 400 टका दान का उल्लेख है, जबकि पुर ताम्रपत्र 1535 ई. का है जिसमें रानी कर्मावती के जौहर का उल्लेख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ताम्रपत्रों को उनके ऐतिहासिक संदर्भ से सुमेलित कीजिए: सूची-I (ताम्रपत्र): सूची-I: A. पुर ताम्रपत्र (1535 ई.) B. पारसोली ताम्रपत्र (1473 ई.) C. चीकली ताम्रपत्र (1483 ई.) D. बेडवास ताम्रपत्र (1559 ई.) सूची-II: 1. कृषि भूमि की विभिन्न किस्मों (पीवाल, गोरमो, माल, मगरा) का विवरण 2. रानी कर्मावती द्वारा जौहर और चित्तौड़ का दूसरा साका 3. उदयपुर नगर बसाने का प्रथम संदर्भ 4. किसानों से वसूल किए जाने वाले कर एवं पटेल, सुथार, ब्राह्मण जातियों का उल्लेख</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 ताम्रपत्र (1535 ई.) महाराणा विक्रमादित्य के समय चित्तौड़ के दूसरे साके और रानी कर्मावती द्वारा जौहर से पूर्व दिए गए भूमि दान का उल्लेख करता है। पारसोली ताम्रपत्र (1473 ई.) में मेवाड़ में कृषि भूमि के विभिन्न प्रकारों जैसे पीवाल (सिंचित भूमि), गोरमो (गाँव के निकट की भूमि), माल (काली उपजाऊ भूमि) और मगरा (पहाड़ी भूमि) का विवरण मिलता है। चीकली ताम्रपत्र (1483 ई.) में किसानों पर लगाए जाने वाले लाग-बाग करों तथा विभिन्न जातियों का वर्णन है। बेडवास ताम्रपत्र (संवत 1616 / 1559 ई.) महाराणा उदयसिंह द्वारा उदयपुर नगर की स्थापना से संबंधित पहला प्रामाणिक संदर्भ प्रदान करता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 में सिक्कों के संदर्भ में कौटिल्य के अर्थशास्त्र में प्रयुक्त 'पण' अथवा 'कार्षापण' शब्द किस प्रकार के सिक्कों के लिए प्रयुक्त हुआ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कुषाण कालीन स्वर्ण सिक्के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आहत / पंचमार्क चांदी के सिक्के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गुप्तकालीन दीनार सिक्के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इंडो-ग्रीक द्विभाषी सिक्के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आहत / पंचमार्क चांदी के सिक्के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 कालीन स्वर्ण सिक्के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गुप्तकालीन दीनार सिक्के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इंडो-ग्रीक द्विभाषी सिक्के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प्राचीनतम सिक्के 'आहत सिक्के' या 'पंचमार्क सिक्के' (Punched Coins) कहलाते हैं। इन सिक्कों पर ठप्पा मारकर पेड़, मछली, सूर्य, अर्धचंद्र आदि प्रतीक चिन्ह अंकित किए जाते थे। ये प्रायः चांदी के बने होते थे और आकार में वर्गाकार, आयताकार या वृत्ताकार होते थे। कौटिल्य के अर्थशास्त्र में इन आहत मुद्राओं को 'पण' या 'कार्षापण' कहा गया है। राजस्थान के टोंक जिले में स्थित रैढ़ नामक पुरातात्विक स्थल से 3075 चांदी की आहत मुद्राएं मिली हैं, जो भारत में एक ही स्थान से प्राप्त आहत सिक्कों का सबसे बड़ा भंडार है। इसी प्रचुरता के कारण रैढ़ को 'प्राचीन भारत का टाटानगर'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रियासतों को उनके प्रचलित सिक्कों से सुमेलित कीजिए: सूची-I (रियासत): सूची-I: A. जयपुर रियासत B. जोधपुर रियासत C. धौलपुर रियासत D. डूंगरपुर रियासत सूची-II: 1. विजयशाही और लल्लूलिया 2. झाड़शाही और हाली 3. उदयशाही और त्रिशूलिया 4. तमंचाशाही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रियासत के सिक्के 'झाड़शाही' कहलाते थे क्योंकि उनकी टकसाल की छाप में छह शाखाओं वाले झाड़ का चिन्ह होता था, साथ ही यहाँ हाली और मुहम्मदशाही सिक्के भी प्रचलित थे। जोधपुर (मारवाड़) रियासत में महाराजा विजयसिंह के समय 'विजयशाही' सिक्के तथा लल्लूलिया, भीमशाही और गजशाही सिक्के चलते थे। धौलपुर रियासत में तमंचे (पिस्तौल) के निशान वाले 'तमंचाशाही' सिक्के ढाले जाते थे। डूंगरपुर रियासत में उदयशाही, त्रिशूलिया और पत्रीसीरिया सिक्के प्रचलित थे। मेवाड़ में ढींगला, चित्तौड़ी, चांदौड़ी और एलची सिक्के प्रचलित थे।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 प्राप्त प्राचीन मुद्राओं और सिक्कों के संदर्भ में निम्नलिखित कथनों पर विचार कीजिए: A. भरतपुर के बयाना (नगला छैल) से गुप्तकालीन स्वर्ण सिक्कों (दीनार) का विशाल ढेर प्राप्त हुआ है, जिनमें सर्वाधिक सिक्के चंद्रगुप्त द्वितीय 'विक्रमादित्य' के हैं। B. बैराठ (विराटनगर) से सूती कपड़े में बंधी 36 मुद्राएँ मिली हैं, जिनमें 8 आहत मुद्राएँ और 28 इंडो-ग्रीक शासकों (16 मिनांडर) की हैं। C. आहड़ (उदयपुर) से ताँबे के 6 सिक्के प्राप्त हुए हैं, जिन पर यूनानी देवता अपोलो का चित्र अंकित है। D. राजस्थान में पहली बार लेख युक्त सिक्के नलियासर (सांभर) से प्राप्त हुए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सत्य हैं, जबकि कथन D असत्य है। बयाना (भरतपुर) से लगभग 1800 से अधिक गुप्तकालीन सोने के सिक्के मिले हैं, जो गुप्त मुद्राशास्त्र का सबसे बड़ा भंडार है। बैराठ से कपड़े में लिपटी 36 मुद्राएँ मिली हैं, जिनमें 8 चांदी की आहत और 28 हिंद-यूनानी सिक्के (विशेषकर राजा मिनांडर के) शामिल हैं। आहड़ के उत्खनन से 6 तांबे के सिक्कों पर यूनानी देवता अपोलो का चित्र और त्रिशूल अंकित मिला है, जो यूनान के साथ व्यापारिक संबंधों को दर्शाता है। कथन D गलत है क्योंकि राजस्थान में सर्वप्रथम लेख वाले सिक्के विराटनगर (कोटपूतली-बहरोड़) से मौर्यकालीन मिले थे, नलियासर से कुमारगुप्त के मयूर आकृति वाले सिक्के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भाषा के साहित्यिक रूपों के संदर्भ में 'डिंगल' और 'पिंगल' शैलियों में मूलभूत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पूर्वी राजस्थान की बोली है जबकि पिंगल पश्चिमी राजस्थान की बोली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मारवाड़ी मिश्रित राजस्थानी है जिसका विकास गुर्जरी अपभ्रंश से हुआ, जबकि पिंगल ब्रजभाषा मिश्रित पूर्वी राजस्थानी है जिसका विकास शौरसेनी अपभ्रंश से हुआ।</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का अधिकांश साहित्य भाट कवियों द्वारा लिखा गया, जबकि पिंगल का साहित्य चारण कवियों द्वारा रचा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केवल गद्य में लिखा जाता था जबकि पिंगल केवल पद्य में लिखा जाता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डिंगल मारवाड़ी मिश्रित राजस्थानी है जिसका विकास गुर्जरी अपभ्रंश से हुआ, जबकि पिंगल ब्रजभाषा मिश्रित पूर्वी राजस्थानी है जिसका विकास शौरसेनी अपभ्रंश से हुआ।</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डिंगल पूर्वी राजस्थान की बोली है जबकि पिंगल पश्चिमी राजस्थान की बोली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डिंगल का अधिकांश साहित्य भाट कवियों द्वारा लिखा गया, जबकि पिंगल का साहित्य चारण कवियों द्वारा रचा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डिंगल केवल गद्य में लिखा जाता था जबकि पिंगल केवल पद्य में लिखा जाता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(मारवाड़ी) का साहित्यिक रूप 'डिंगल' कहलाता है, जिसका विकास गुर्जरी अपभ्रंश से माना जाता है। डिंगल साहित्य का अधिकांश सृजन चारण जाति के कवियों द्वारा वीर रस प्रधान कृतियों में किया गया (जैसे राजरूपक, ढोला मारू रा दूहा, अचलदास खींची री वचनिका)। इसके विपरीत, पूर्वी राजस्थानी और ब्रजभाषा का मिश्रित साहित्यिक रूप 'पिंगल' कहलाता है, जिसका विकास शौरसेनी अपभ्रंश से हुआ है। पिंगल साहित्य का अधिकांश लेखन भाट जाति के कवियों द्वारा किया गया, जैसे चंदबरदाई कृत 'पृथ्वीराज रासो' और सूर्यमल्ल मीसण कृत 'वंश भास्कर'। अतः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साहित्य की प्रमुख ऐतिहासिक कृतियों को उनके रचनाकारों से सुमेलित कीजिए: सूची-I (साहित्यिक कृति): सूची-I: A. मारवाड़ रा परगना री विगत B. अचलदास खींची री वचनिका C. कान्हड़दे प्रबंध D. वेलि क्रिसन रुकमणी री सूची-II: 1. गाडण शिवदास 2. मुहणोत नैणसी 3. पृथ्वीराज राठौड़ 4. पद्मनाभ</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रा परगना री विगत मुहणोत नैणसी द्वारा 17वीं सदी में रचित ग्रंथ है जिसे राजस्थान का 'गजेटियर' कहा जाता है। अचलदास खींची री वचनिका गाडण शिवदास द्वारा डिंगल भाषा में रचित ऐतिहासिक गद्य-पद्य रचना है, जिसमें 1423 ई. के मांडू सुल्तान होशंगशाह और अचलदास खींची के बीच हुए युद्ध और गागरोन के पहले साके का वर्णन है। कान्हड़दे प्रबंध कवि पद्मनाभ द्वारा रचित वीर रस का महाकाव्य है, जिसमें जालौर के शासक कान्हड़देव और अलाउद्दीन खिलजी के युद्धों का सजीव वर्णन है। वेलि क्रिसन रुकमणी री बीकानेर के राजकुमार पृथ्वीराज राठौड़ द्वारा 1580 ई. में गागरोन दुर्ग में रचित डिंगल का उत्कृष्ट ग्रंथ है जिसे दुरसा आढ़ा ने 5वाँ वेद और 19वाँ पुराण कहा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1903 ई. में मेवाड़ के महाराणा फतेहसिंह को दिल्ली दरबार में लॉर्ड कर्जन से मिलने जाने से रोकने के लिए 13 सोरठों में 'चेतावणी रा चूँगट्या' की रचना किस क्रांतिकारी कवि 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सूर्यमल मीसण</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केसरी सिंह बारहठ</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कविराज श्यामलदास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बांकीदास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केसरी सिंह बारहठ</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सूर्यमल मीसण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कविराज श्यामलदास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बांकीदास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केसरी सिंह बारहठ ने 1903 ई. में 'चेतावणी रा चूँगट्या' शीर्षक से 13 सोरठों की रचना डिंगल भाषा में की थी। जब मेवाड़ के महाराणा फतेहसिंह ब्रिटिश वायसराय लॉर्ड कर्जन द्वारा आयोजित दिल्ली दरबार में सम्मिलित होने के लिए दिल्ली पहुँचे, तब केसरी सिंह बारहठ ने उन्हें ये सोरठे भेंट किए। इन सोरठों में मेवाड़ के महाराणाओं के पूर्व गौरव, स्वाभिमान और मुगलों-अंग्रेजों के आगे न झुकने की परंपरा का ओजस्वी स्मरण कराया गया था। इन्हें पढ़कर महाराणा फतेहसिंह का स्वाभिमान जाग उठा और वे दिल्ली पहुँचने के बावजूद कर्जन के दरबार में शामिल नहीं हुए और वापस लौट आए।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साहित्यकार सूर्यमल्ल मीसण के संदर्भ में निम्नलिखित कथनों पर विचार कीजिए: A. वे बूंदी के महाराव राजा रामसिंह के दरबारी कवि थे तथा उन्हें 'वीर रसावतार' के रूप में जाना जाता है। B. उनकी प्रसिद्ध रचना 'वंश भास्कर' एक चम्पू काव्य (गद्य-पद्य मिश्रित) है, जिसमें बूंदी राज्य के इतिहास के साथ-साथ राजस्थान और भारत का इतिहास वर्णित है। C. 1857 की क्रांति के समय उन्होंने निष्क्रिय राजपूत शासकों को ब्रिटिश सत्ता के विरुद्ध जाग्रत करने हेतु 'वीर सतसई' (288 दोहे) की रचना की थी। D. राजस्थान साहित्य अकादमी, बीकानेर द्वारा प्रतिवर्ष इनके नाम पर 'सूर्यमल्ल मीसण शिखर पुरस्कार' प्रदान किया जाता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सूर्यमल्ल मीसण (1815-1868 ई.) के संबंध में सभी कथन पूर्णतः सत्य हैं। वे बूंदी के हाड़ा शासक महाराव रामसिंह के दरबारी कवि थे। उन्होंने 'वंश भास्कर' की रचना आरंभ की जिसे उनके दत्तक पुत्र मुरारीदान ने पूरा किया था। 1857 के प्रथम स्वतंत्रता संग्राम के समय उन्होंने राजपूतों में स्वाभिमान और संघर्ष की भावना भरने के लिए 'वीर सतसई' लिखी, जिसकी प्रसिद्ध पंक्ति है- 'इला न देणी आपणी, हालरिया हुलराय। पूत सिखावै पालणै, मरण बड़ाई माय।' इसके अतिरिक्त उन्होंने धातु रूपावली, बलवंत विलास, राम रंजाट, छंद मयूख और सती रासो की रचना की। राजस्थानी भाषा, साहित्य एवं संस्कृति अकादमी, बीकानेर द्वारा सर्वोच्च सूर्यमल्ल मीसण पुरस्कार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जोधपुर महाराजा मानसिंह के दरबारी कवि बांकीदास द्वारा रचित वह प्रसिद्ध गीत कौन सा है, जिसमें अंग्रेजों द्वारा भारत पर आधिपत्य जमाने और देशी राजाओं की कायरता पर तीखा व्यंग्य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पंछीड़ा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 अंग्रेज मुलक रे ऊपर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धरती धोरां 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पाथल और पीथल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आयो अंग्रेज मुलक रे ऊपर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पंछीड़ा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धरती धोरां 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पाथल और पीथल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के महाराजा मानसिंह के राजकवि बांकीदास आशिया ने प्रसिद्ध गीत 'आयो अंग्रेज मुलक रे ऊपर' की रचना की थी। इस गीत में उन्होंने अंग्रेजों द्वारा भारत के राज्यों को हड़पने, उनकी कूटनीति और राजस्थान के राजाओं द्वारा बिना लड़े आत्मसमर्पण करने की प्रवृत्ति पर तीव्र प्रहार किया था। उन्होंने भरतपुर के जाट शासक रणजीत सिंह द्वारा 1805 ई. में अंग्रेजों को पराजित करने की वीरता की प्रशंसा भी की थी। बांकीदास की अन्य प्रमुख कृतियों में 'बांकीदास री ख्यात', 'दातार बावनी', 'कुकवि बत्तीसी' और 'मान जसो मंडन' शामिल हैं। 'पंछीड़ा' माणिक्यलाल वर्मा का गीत है और 'पाथल और पीथल' कन्हैयालाल सेठिया की रचना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साहित्यिक कृतियों को उनके रचयिताओं से सुमेलित कीजिए: सूची-I (कृति): सूची-I: A. वीर विनोद B. बुद्धिविलास C. छत्रपति रासो D. पृथ्वीराज रासो सूची-II: 1. बखत राम शाह 2. कविराज श्यामलदास 3. चंदबरदाई 4. काशी छंगाणी</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 विनोद कविराज श्यामलदास द्वारा रचित मेवाड़ और राजस्थान के इतिहास का प्रामाणिक ग्रंथ है, जिसके लिए ब्रिटिश सरकार ने उन्हें 'केसर-ए-हिंद' और महाराणा ने 'कविराज' की उपाधि दी थी। बुद्धिविलास बखत राम शाह द्वारा रचित कृति है जिससे 1727 ई. में जयपुर नगर की स्थापना और नगर निर्माण योजना की विस्तृत जानकारी मिलती है। छत्रपति रासो काशी छंगाणी द्वारा रचित ग्रंथ है जिसमें बीकानेर के राजा कर्णसिंह और नागौर के अमरसिंह के मध्य 1644 ई. में हुए प्रसिद्ध 'मतीरे की राड़' (जाखणियाँ गाँव का युद्ध) का वर्णन मिलता है। पृथ्वीराज रासो चंदबरदाई द्वारा पिंगल शैली में रचित महाकाव्य है जिसमें पृथ्वीराज चौहान तृतीय की वीरता का वर्णन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सर्वप्रथम 1870 ई. में सी. ए. हैकेट द्वारा जयपुर और इंद्रगढ़ (बूंदी) से पाषाण कालीन किस उपकरण की खोज की गई थी जो वर्तमान में कलकत्ता संग्रहालय में सुरक्षित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माइक्रोलिथ्स (सूक्ष्म औजार)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हस्त कुठार (Hand Axe) व क्लीवर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पॉलिशदार पाषाण कुल्हाड़ी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ताम्र निर्मित मछली पकड़ने का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हस्त कुठार (Hand Axe) व क्लीवर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माइक्रोलिथ्स (सूक्ष्म औजार)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पॉलिशदार पाषाण कुल्हाड़ी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ताम्र निर्मित मछली पकड़ने का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1870 ई. में सी. ए. हैकेट (C.A. Hacket) ने जयपुर और इंद्रगढ़ (बूंदी) से पूर्व पाषाण कालीन हस्त कुठार (Hand Axe) तथा क्लीवर (Cleaver) खोज निकाले थे। ये ऐतिहासिक उपकरण वर्तमान में भारतीय संग्रहालय, कलकत्ता में सुरक्षित हैं। इसके ठीक बाद 1871 ई. में ए. सी. एल. कार्लाइल ने राजस्थान में पुरातात्विक सर्वेक्षण का विधिवत कार्य प्रारंभ किया और दौसा क्षेत्र से पाषाण उपकरण खोजे। 1908 ई. में सेटन कार ने झालावाड़ से पाषाण उपकरण प्राप्त किए। 1953-54 में वीरेंद्र नाथ मिश्र और ASI ने चित्तौड़गढ़ में गंभीरी और बेड़च नदियों के पेटे से पाषाण युगीन औजार खोजे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बागौर पुरातात्विक स्थल (भीलवाड़ा) के संदर्भ में निम्नलिखित कथनों पर विचार कीजिए: A. यह स्थल कोठारी नदी के किनारे स्थित है और इसका उत्खनन 1967-70 के मध्य डॉ. वी. एन. मिश्र और डॉ. एल. एस. लेस्निक द्वारा किया गया। B. यहाँ से भारत में पशुपालन के प्राचीनतम साक्ष्य (लगभग 5000 ई.पू.) प्राप्त हुए हैं। C. इसे 'महासतियों का टीला' और 'आदिम संस्कृति का संग्रहालय' भी कहा जाता है। D. बागौर के उत्खनन में केवल नव पाषाण कालीन सांस्कृतिक चरण के अवशेष मिले हैं। उपर्युक्त कथनों में से कौन-से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सत्य हैं, जबकि कथन D असत्य है। भीलवाड़ा जिले में कोठारी नदी के तट पर स्थित बागौर मध्य पाषाण काल का एक प्रमुख स्थल है। वी. एन. मिश्र द्वारा किए गए उत्खनन में यहाँ से पशुपालन के भारत के प्राचीनतम साक्ष्य मिले हैं। इसे 'महासतियों का टीला' और 'आदिम संस्कृति का संग्रहालय' कहा जाता है। यहाँ से भारी मात्रा में पत्थर के सूक्ष्म औजार (Microliths) मिले हैं। कथन D गलत है क्योंकि बागौर के उत्खनन से तीन सांस्कृतिक चरण मिले हैं जिनमें मध्य पाषाण, ताम्र पाषाण और लौह युगीन चरण शामिल हैं, लेकिन यहाँ से नव पाषाण काल के कोई साक्ष्य प्राप्त नहीं हुए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लूनी नदी के किनारे स्थित मध्य पाषाण कालीन स्थल 'तिलवाड़ा' (वर्तमान बालोतरा/बाड़मेर) के संदर्भ में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 प्राचीनतम पशुपालन के साक्ष्य और गोलाकार अग्निकुंड प्राप्त हुए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 ताँबे की 6 यूनानी मुद्राएँ प्राप्त हुई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 मौर्य सम्राट अशोक का भाब्रू शिलालेख प्राप्त हुआ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 सिंधु सभ्यता की तरह पक्की ईंटों के दोहरे परकोटे मिले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से प्राचीनतम पशुपालन के साक्ष्य और गोलाकार अग्निकुंड प्राप्त हुए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से ताँबे की 6 यूनानी मुद्राएँ प्राप्त हुई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से मौर्य सम्राट अशोक का भाब्रू शिलालेख प्राप्त हुआ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से सिंधु सभ्यता की तरह पक्की ईंटों के दोहरे परकोटे मिले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तिलवाड़ा (बालोतरा/बाड़मेर) लूनी नदी के तट पर स्थित एक प्रसिद्ध मध्य पाषाण कालीन पुरातात्विक स्थल है। इसका उत्खनन 1967-68 ई. में वी. एन. मिश्र, विजय कुमार और एल. एस. लेस्निक के नेतृत्व में हुआ था। यहाँ से बागौर की भाँति प्राचीनतम पशुपालन के प्रमाण, मानव अस्थि भस्म, गोलाकार अग्निकुंड तथा पाँच आवास स्थलों के अवशेष मिले हैं। ताँबे की यूनानी मुद्राएँ आहड़ से मिली हैं, भाब्रू शिलालेख बैराठ से मिला है और सिंधु सभ्यता के दोहरे परकोटे कालीबंगा से प्राप्त हुए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सीकर जिले में कांतली नदी के तट पर स्थित 'गणेश्वर सभ्यता' को किस उपनाम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कालीबंगा प्रथम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प्राचीन भारत का टाटानगर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ताम्र संचय/ताम्र युगीन संस्कृतियों की जननी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आदिम संस्कृति का अजायबघर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ताम्र संचय/ताम्र युगीन संस्कृतियों की जननी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कालीबंगा प्रथम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प्राचीन भारत का टाटानगर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आदिम संस्कृति का अजायबघर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सीकर (नीम का थाना क्षेत्र) में कांतली नदी के तट पर स्थित गणेश्वर सभ्यता (2800 ई.पू.) को 'ताम्र संचय संस्कृति' तथा 'ताम्र युगीन संस्कृतियों की जननी' कहा जाता है। इसका उत्खनन 1972 ई. में आर. सी. अग्रवाल (रतनचंद्र अग्रवाल) और विजय कुमार द्वारा किया गया था। यहाँ से प्राप्त ताम्र उपकरणों (बाण, भाला, कुल्हाड़ी, मछली पकड़ने के कांटे आदि) में 99% तक शुद्ध ताँबा पाया गया है। यहाँ से पत्थर का बना हुआ बाँध मिला है, परंतु ताँबा गलाने की भट्ठियाँ नहीं मिली हैं। यहाँ से कपिशवर्णी मृद्भांड (काले व नीले रंग से अलंकृत) प्राप्त हुए हैं। यहाँ के निवासी हड़प्पा और मोहनजोदड़ो को ताँबा निर्यात करते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आहड़ सभ्यता (उदयपुर) के संदर्भ में निम्नलिखित कथनों पर विचार कीजिए: A. यह आयड़ (बेड़च) नदी के किनारे स्थित है और इसे बनास संस्कृति, ताम्रवती नगरी, आघाटपुर तथा धूलकोट भी कहा जाता है। B. यहाँ से पक्की ईंटों के विशाल प्रासादों के अवशेष मिले हैं तथा भवनों की नींव में काले शिष्ट पत्थरों का प्रयोग होता था। C. यहाँ से 'बनासियन बुल' (मिट्टी की बैल मूर्ति) तथा अनाज रखने के बड़े मृद्भांड (जिन्हें 'गोरे' या 'कोठे' कहा जाता था) मिले हैं। D. यहाँ से 6 यूनानी तांबे की मुद्राएँ मिली हैं जिन पर यूनानी देवता अपोलो का चित्र और त्रिशूल अंकित है।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C और D सही हैं, जबकि कथन B असत्य है। आहड़ सभ्यता (उदयपुर) की खोज 1953 में अक्षय कीर्ति व्यास ने की थी तथा बाद में आर. सी. अग्रवाल और एच. डी. सांकलिया ने उत्खनन किया। इसे 'धूलकोट', 'आघाटपुर' और 'ताम्रवती नगरी' कहते हैं। यहाँ से बनासियन बुल (टेराकोटा बुल), अनाज भंडारण के बड़े मटके (गोरे/कोठे), 6-7 चूल्हे (संयुक्त परिवार का साक्ष्य) और अपोलो अंकित यूनानी मुद्राएँ मिली हैं। कथन B गलत है क्योंकि आहड़ सभ्यता में मकानों के निर्माण में पक्की ईंटों का प्रयोग बिल्कुल नहीं हुआ था; यहाँ के लोग पत्थरों और धूप में सुखाई गई कच्ची ईंटों व गारे का प्रयोग करते थे। पक्की ईंटों का प्रचुर प्रयोग गिलूण्ड में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राजसमंद जिले में बनास नदी के तट पर स्थित वह कौन सा ताम्र पाषाणिक स्थल है जहाँ आहड़ के विपरीत भवन निर्माण में पक्की ईंटों का प्रचुर प्रयोग पाया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ओझियाना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गिलूण्ड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लाछुरा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गिलूण्ड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ओझियाना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लाछुरा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गिलूण्ड सभ्यता राजसमंद जिले में बनास नदी के तट पर स्थित है। इसका उत्खनन 1957-58 ई. में बी. बी. लाल के निर्देशन में तथा 1998-2003 में वी. एस. शिंदे और ग्रेगरी पोसेल (अमेरिका) द्वारा किया गया था। इस स्थल को स्थानीय रूप से 'मोडिया मगरी' कहा जाता है। गिलूण्ड आहड़ संस्कृति की ही एक प्रमुख शाखा है, लेकिन इसकी सबसे विशिष्ट भिन्नता यह है कि जहाँ आहड़ में पक्की ईंटों का अभाव था, वहीं गिलूण्ड में भवन निर्माण में पक्की ईंटों का प्रचुर मात्रा में प्रयोग हुआ है। यहाँ से पाँच प्रकार के मृद्भांड और एक मटके में प्राचीन गेहूँ के दाने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कालीबंगा सभ्यता (हनुमानगढ़) के संदर्भ में निम्नलिखित कथनों पर विचार कीजिए: A. इसकी खोज 1952 ई. में अमलानंद घोष ने की थी तथा उत्खनन 1961-69 के मध्य बी. बी. लाल और बी. के. थापर के निर्देशन में हुआ। B. इतिहासकार डॉ. दशरथ शर्मा ने कालीबंगा को 'सिंधु घाटी सभ्यता की तीसरी राजधानी' कहा है। C. यहाँ से एक साथ दो फसलें (चना और सरसों) उगाने वाले दोहरे जुते हुए खेत के विश्व के प्राचीनतम साक्ष्य मिले हैं। D. यहाँ से 7 आयताकार अग्नि वेदिकाएँ, भूकंप के प्राचीनतम प्रमाण तथा 6 छिद्रों वाली खोपड़ी (शल्य चिकित्सा/मस्तिष्क शोध का साक्ष्य) प्राप्त हुई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कालीबंगा सभ्यता के संबंध में सभी चारों कथन ऐतिहासिक रूप से शत-प्रतिशत सत्य हैं। कालीबंगा घग्घर नदी (प्राचीन सरस्वती नदी) के किनारे स्थित सिंधु-सरस्वती सभ्यता का एक प्रमुख स्थल है। शाब्दिक अर्थ 'काले रंग की चूड़ियाँ' है। यहाँ प्राक्-हड़प्पा और विकसित हड़प्पा के पाँच सांस्कृतिक स्तर मिले हैं। यहाँ से जूते हुए खेत के साक्ष्य, भूकंप के साक्ष्य, लकड़ी की नालियाँ, कच्ची ईंटों के मकान (जिस कारण इसे दीन-हीन बस्ती कहा गया), अलंकृत ईंटें, स्वास्तिक चिन्ह तथा मेसोपोटामियाई बेलनाकार मुहरें मिली हैं। अंत्येष्टि की तीनों विधियाँ (पूर्ण, आंशिक और दाह संस्कार) यहाँ प्रचलित थीं। 1983 में यहाँ पुरातात्विक संग्रहालय स्थापित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पुरातात्विक स्थलों को उनकी विशिष्ट खोजों/साक्ष्यों से सुमेलित कीजिए: सूची-I (स्थल): सूची-I: A. बरोर (श्रीगंगानगर/अनूपगढ़) B. सुनारी (झुंझुनू) C. रैढ़ (टोंक) D. नोह (भरतपुर) सूची-II: 1. लगभग 8000 सेलखड़ी के मनके व अफगानिस्तान से आयातित लाजवर्द मनके 2. भारत का प्राचीन टाटानगर, 3075 चांदी की आहत मुद्राएं 3. लौह गलाने की प्राचीनतम धौंकनीदार भट्ठियाँ व चावल के साक्ष्य 4. जाख बाबा (यक्ष) की विशाल पाषाण प्रतिमा व 16 चक्रकूप</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B-3,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बरोर पुरातात्विक स्थल (घग्घर नदी तट) से एक मिट्टी के पात्र में 8000 सेलखड़ी के मनके तथा अफगानिस्तान से मंगाए गए लाजवर्द (Lapis Lazuli) के मनके मिले हैं। सुनारी (झुंझुनू, कांतली नदी तट) से लौह धातु गलाने की प्राचीनतम भट्ठियाँ, भोजन में चावल के उपयोग और रथ में घोड़े जोतने के साक्ष्य मिले हैं। रैढ़ (टोंक, ढील नदी तट) से 3075 आहत मुद्राएँ मिलने से इसे 'प्राचीन भारत का टाटानगर' कहा जाता है। नोह (भरतपुर, रूपारेल नदी तट) से मौर्य, शुंग और कुषाण संस्कृति के अवशेष, 16 चक्रकूप तथा लोकदेवता 'जाख बाबा' की विशालकाय पाषाण प्रतिमा मिली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बैराठ (कोटपूतली-बहरोड़ / जयपुर) पुरातात्विक स्थल के संदर्भ में निम्नलिखित कथनों पर विचार कीजिए: A. 1837 ई. में कैप्टन बर्ट ने बीजक की पहाड़ी से मौर्य सम्राट अशोक का 'भाब्रू शिलालेख' खोजा था, जिसमें बुद्ध, धम्म और संघ का उल्लेख है। B. 1871-72 में कार्लाइल ने यहाँ से अशोक का दूसरा लघु शिलालेख खोजा था जिसकी लिपि ब्राह्मी है। C. चीनी यात्री ह्वेनसांग ने अपनी पुस्तक 'सी-यू-की' में बैराठ में 8 बौद्ध मठों के होने का उल्लेख किया था। D. यहाँ दयाराम साहनी को 1936 ई. में गोल बौद्ध मंदिर एवं चैत्य के अवशेष मिले, जो भारत में मंदिर वास्तुकला के प्राचीनतम प्रमाणों में गिने जाते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बैराठ (विराटनगर) मत्स्य महाजनपद की राजधानी था और बाणगंगा नदी के तट पर स्थित है। प्रस्तुत सभी चारों कथन सत्य हैं। कैप्टन बर्ट द्वारा 1837 में खोजा गया भाब्रू शिलालेख अशोक के बौद्ध होने का अकाट्य प्रमाण है (वर्तमान में यह एशियाटिक सोसाइटी, कलकत्ता संग्रहालय में है)। कार्लाइल ने 1871-72 में दूसरा शिलालेख खोजा। ह्वेनसांग ने बैराठ की यात्रा की और 8 बौद्ध मठों का वर्णन किया। दयाराम साहनी ने यहाँ उत्खनन कर गोल ईंटों से निर्मित बौद्ध मंदिर व मठ खोजे। बैराठ से एक स्वर्ण मंजूषा (भगवान बुद्ध के अस्थि अवशेष) तथा इंडो-ग्रीक सिक्के भी मिले हैं। बाद में हूण आक्रांता मिहिरकुल ने बैराठ के बौद्ध मठों का विध्वंस कर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जालौर जिले में स्थित प्राचीन पुरातात्विक स्थल 'भीनमाल'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 यात्री ह्वेनसांग ने भीनमाल की यात्रा कर इसे 'पीलोमोलो' कहा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यूनानी सुराही तथा रोमन एम्फोरा (सुरापात्र) प्राप्त हुए हैं जो विदेशी व्यापार के प्रमाण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प्रसिद्ध खगोलशास्त्री व गणितज्ञ ब्रह्मगुप्त तथा महाकवि माघ की जन्मस्थली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भारत में पहली बार सती प्रथा के पुरातात्विक साक्ष्य प्राप्त हुए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से भारत में पहली बार सती प्रथा के पुरातात्विक साक्ष्य प्राप्त हुए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 यात्री ह्वेनसांग ने भीनमाल की यात्रा कर इसे 'पीलोमोलो' कहा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यूनानी सुराही तथा रोमन एम्फोरा (सुरापात्र) प्राप्त हुए हैं जो विदेशी व्यापार के प्रमाण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प्रसिद्ध खगोलशास्त्री व गणितज्ञ ब्रह्मगुप्त तथा महाकवि माघ की जन्मस्थली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भीनमाल के संदर्भ में विकल्प D गलत है क्योंकि सती प्रथा का पहला अभिलेखीय साक्ष्य 510 ई. का गुप्तकालीन 'एरण अभिलेख' (मध्य प्रदेश) है तथा राजस्थान में इसका प्राचीन साक्ष्य घटियाला अभिलेख (861 ई.) है। भीनमाल का प्राचीन नाम 'श्रीमाल' था। चीनी यात्री ह्वेनसांग ने इसे 'पीलोमोलो' कहा और यह गुर्जर देश की प्राचीन राजधानी थी। यहाँ से रोमन सुरापात्र और यूनानी सुराही मिली है जो इसके अंतरराष्ट्रीय व्यापारिक महत्व को सिद्ध करती है। भीनमाल ब्रह्मस्फुट सिद्धांत के रचयिता ब्रह्मगुप्त तथा 'शिशुपालवध' महाकाव्य के रचयिता महाकवि माघ की जन्मस्थली 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उदयपुर जिले में वल्लभनगर तहसील में बेड़च नदी की घाटी में स्थित वह पुरातात्विक स्थल कौन सा है, जहाँ से 4000 वर्ष पुराना कुष्ठ रोग (Leprosy) से पीड़ित मानव कंकाल और 11 कमरों वाला विशाल भवन मिला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गिलूण्ड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बालाथल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ओझियाना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लाछुरा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बालाथल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गिलूण्ड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ओझियाना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लाछुरा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बालाथल (उदयपुर) एक महत्वपूर्ण ताम्र पाषाणिक एवं लौह युगीन पुरातात्विक स्थल है। इसका उत्खनन 1993 ई. में डॉ. वी. एन. मिश्र के नेतृत्व में डेक्कन कॉलेज पूना और राजस्थान पुरातत्व विभाग द्वारा किया गया था। यहाँ से 4000 ई.पूर्व का एक मानव कंकाल प्राप्त हुआ है, जिसे भारत में कुष्ठ रोग का सबसे प्राचीन प्रमाण माना जाता है। इसके अतिरिक्त यहाँ से 11 कमरों का एक विशाल भवन/दुर्ग जैसी संरचना, 5वीं सदी ई.पू. का बुना हुआ सूती कपड़ा, 5 लोहा गलाने की भट्ठियाँ, तांबे के सिक्के तथा सांड की अनेक मृण्मूर्तियाँ प्राप्त हुई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चित्तौड़गढ़ जिले में स्थित 'नगरी पुरातात्विक स्थल' (माध्यमिका) के संबंध में निम्नलिखित कथनों पर विचार कीजिए: A. इस स्थल की साम्यता महर्षि पाणिनि की अष्टाध्यायी में उल्लिखित 'माध्यमिका' नगरी से की जाती है। B. यहाँ से 'मझमिकाय शिबि जनपदस' लेख युक्त सिक्के प्राप्त हुए हैं जो शिबि जनपद की उपस्थिति प्रमाणित करते हैं। C. यहाँ से गुप्तकालीन मंदिर के अवशेष मिले हैं जिसमें शिवलिंग स्थापित है तथा ग्रीक-रोमन प्रभाव वाला पुरुष शीर्ष मिला है। D. इस स्थल की सर्वप्रथम खोज 1870 ई. में पुरातत्वविद कार्लाइल ने की थी तथा 1919-20 में डॉ. डी. आर. भंडारकर ने उत्खनन कराया।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 सभ्यता (चित्तौड़गढ़, बेड़च नदी तट) के संदर्भ में सभी चारों कथन सत्य हैं। पाणिनि की अष्टाध्यायी और पतंजलि के महाभाष्य में माध्यमिका पर यवन (यूनानी) आक्रमण का उल्लेख मिलता है। नगरी से शिबि जनपद के सिक्के मिले हैं जिन पर ब्राह्मी लिपि में 'मझमिकाय शिबि जनपदस' अंकित है। यहाँ से गुप्तकालीन शिव मंदिर, चार चक्रात्मक कूप (Ring Wells), लेख युक्त शिलाएँ तथा अलंकृत ईंटें मिली हैं। कार्लाइल ने 1870 में इसकी पहचान की और भंडारकर ने इसका उत्खनन कर इसके ऐतिहासिक महत्व को उजागर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टोंक जिले में स्थित किस पुरातात्विक स्थल से 6000 तांबे के मालव सिक्के मिले हैं, जिससे अनुमान लगाया जाता है कि यह मालव जनपद की राजधानी एवं मुख्य टकसाल रहा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रैढ़</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नगर (मालवनगर/कर्कोट नगर)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नैनवा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नगर (मालवनगर/कर्कोट 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नैनवा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टोंक जिले में स्थित 'नगर' पुरातात्विक स्थल (प्राचीन नाम मालवनगर या कर्कोट नगर) मालव जनपद का प्रमुख केंद्र था। 1871-72 ई. में ए. सी. एल. कार्लाइल ने यहाँ से लगभग 6000 तांबे के मालव सिक्के खोजे थे, जिनका विस्तृत अध्ययन विन्सेंट स्मिथ द्वारा किया गया। इन सिक्कों पर 'मालवानां जयः' अंकित मिलता है। यहाँ से शुंग कालीन इंद्र-इंद्राणी व कामदेव-रति की प्रतिमाएँ, गुप्तोत्तर कालीन महिषासुरमर्दिनी, एकमुखी शिवलिंग तथा कलात्मक अनाज भरने के मटके प्राप्त हुए हैं। रैढ़ भी टोंक में है लेकिन वह आहत मुद्राओं और लौह औजारों के लिए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पुरातात्विक संस्कृतियों को उनके कालक्रम और स्थलों से सुमेलित कीजिए: सूची-I (सांस्कृतिक काल): सूची-I: A. पुरा पाषाण काल B. मध्य पाषाण काल C. ताम्र पाषाण काल D. कांस्य युगीन सभ्यता सूची-II: 1. बागौर (भीलवाड़ा) व तिलवाड़ा (बालोतरा) 2. जायल (डीडवाना) व बूढ़ा पुष्कर (अजमेर) 3. कालीबंगा (हनुमानगढ़) व बरोर (अनूपगढ़) 4. गणेश्वर (नीम का थाना) व आहड़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जायल (डीडवाना), बूढ़ा पुष्कर (अजमेर), इंद्रगढ़ (बूंदी) और विराटनगर राजस्थान के प्रमुख पुरा पाषाण युगीन स्थल हैं जहाँ आदिमानव शिकारी व संग्राहक अवस्था में था। बागौर (भीलवाड़ा) और तिलवाड़ा (बालोतरा) मध्य पाषाण काल के प्रतिनिधि स्थल हैं जहाँ माइक्रोलिथ्स और पशुपालन के साक्ष्य मिले हैं। गणेश्वर और आहड़-गिलूण्ड ताम्र पाषाण काल के प्रमुख केंद्र हैं जहाँ ताँबे के उपकरण और धातु शोधन की तकनीक विकसित हुई। कालीबंगा, बरोर और सोथी कांस्य युगीन सिंधु घाटी सभ्यता के विकसित व सुव्यवस्थित नगर सभ्यता के स्थल हैं। अतः सही सुमेल विकल्प A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चंदबरदाई कृत 'पृथ्वीराज रासो' में वर्णित अग्निकुंड से राजपूतों की उत्पत्ति के पौराणिक सिद्धांत के अनुसार ऋषि वशिष्ठ के यज्ञ कुंड से उत्पन्न होने वाले चार योद्धाओं का सही क्रम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चौहान, परमार, प्रतिहार, चालुक्य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प्रतिहार, परमार, चालुक्य (सोलंकी), चौहान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परमार, चालुक्य, प्रतिहार, चौहान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चालुक्य, चौहान, प्रतिहार, परमार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प्रतिहार, परमार, चालुक्य (सोलंकी), चौहान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चौहान, परमार, प्रतिहार, चालुक्य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परमार, चालुक्य, प्रतिहार, चौहान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चालुक्य, चौहान, प्रतिहार, परमार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चंदबरदाई कृत 'पृथ्वीराज रासो' में राजपूतों की उत्पत्ति का प्रसिद्ध 'अग्निकुंड का सिद्धांत' मिलता है। इसके अनुसार जब आबू पर्वत पर ऋषि वशिष्ठ के यज्ञ को राक्षस अपवित्र करते थे, तब ऋषियों की रक्षा हेतु अग्निकुंड से सर्वप्रथम तीन योद्धा उत्पन्न हुए - प्रतिहार, परमार और चालुक्य (सोलंकी)। जब ये तीनों दुष्टों का पूर्ण संहार करने में सफल न हो सके, तब वशिष्ठ ने पुनः यज्ञ किया जिससे संपूर्ण अस्त्र-शस्त्रों से युक्त चौथा अत्यंत प्रतापी योद्धा 'चौहान' (चाहमान) उत्पन्न हुआ। इस पौराणिक मत का समर्थन आगे चलकर सूर्यमल्ल मीसण, मुहणोत नैणसी और जोधराज ने किया, यद्यपि आधुनिक इतिहासकार इसे लाक्षणिक मानते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राजपूतों की उत्पत्ति से संबंधित प्रमुख मतों को उनके समर्थक इतिहासकारों से सुमेलित कीजिए: सूची-I (उत्पत्ति संबंधी मत): सूची-I: A. प्राचीन वैदिक क्षत्रियों की संतान (सूर्यवंशी व चंद्रवंशी) B. विदेशी शक एवं सीथियन जातियों से उत्पत्ति C. नागर ब्राह्मण वंशीय उत्पत्ति D. गुर्जर एवं हूण जाति से उत्पत्ति सूची-II: 1. कर्नल जेम्स टॉड 2. डॉ. गौरीशंकर हीराचंद ओझा एवं सी. वी. वैद्य 3. वी. ए. स्मिथ 4. डॉ. डी. आर. भंडारकर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जी. एच. ओझा और सी. वी. वैद्य ने राजपूतों को प्राचीन वैदिक क्षत्रियों (सूर्यवंशी व चंद्रवंशी) की संतान सिद्ध किया है, जिसका समर्थन आबू, शृंगी ऋषि और आटपुर शिलालेख करते हैं। कर्नल जेम्स टॉड ने राजपूतों के रीति-रिवाजों (अश्व पूजा, शस्त्र पूजा, मद्यपान) की समानता के आधार पर उन्हें शक और सीथियन जातियों का वंशज माना है। डॉ. डी. आर. भंडारकर ने बिजौलिया अभिलेख के आधार पर गुहिलों और चौहानों को मूलतः नागर ब्राह्मणों की संतान बताया है। वी. ए. स्मिथ ने राजपूतों को हूण और गुर्जर जैसी विदेशी जातियों का वंशज माना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मेवाड़ गुहिल शासक के शिलालेखीय साक्ष्य से हूण राजकुमारी हरियादेवी के साथ विवाह का उल्लेख मिलता है, जिसे कुछ इतिहासकार राजपूतों की मिश्रित जातीय उत्पत्ति का प्रमाण मानते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बप्पा रावल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अल्लट (आलूरावल)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शक्तिकुमार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जैत्रसिंह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अल्लट (आलूरावल)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बप्पा रावल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शक्तिकुमार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जैत्रसिंह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के शासक शक्तिकुमार के आटपुर (आहड़) शिलालेख (977 ई.) से जानकारी मिलती है कि मेवाड़ के गुहिल शासक अल्लट (आलूरावल) ने हूण राजकुमारी 'हरियादेवी' से विवाह किया था। हरियादेवी ने 'हर्षपुर' नामक गाँव बसाया था। इतिहासकार देवीप्रसाद चट्टोपाध्याय और डॉ. दशरथ शर्मा जैसे विद्वानों ने इस वैवाहिक संबंध को भारतीय और विदेशी जातियों के रक्त मिश्रण एवं राजपूतों की मिश्रित जातीय उत्पत्ति का एक ऐतिहासिक प्रमाण माना है। अल्लट ने ही मेवाड़ में पहली बार प्रशासनिक नौकरशाही का गठन किया था तथा आहड़ को अपनी दूसरी राजधानी बनाया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ब्रिटिश पुरातत्वविद अलेक्जेंडर कनिंघम ने 'ब्रोच गुर्जर ताम्रपत्र' (978 ई.) के आधार पर राजपूतों को किस प्राचीन मध्य एशियाई जाति की संतान माना है? A. यू-ची (कुषाण) जाति B. हूण जाति C. पार्थियन (पहलव) जाति D. शक-सीथियन जाति उपर्युक्त के संदर्भ में सही उत्तर का चयन कीजिए: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पुरातत्व सर्वेक्षण (ASI) के जनक अलेक्जेंडर कनिंघम (Alexander Cunningham) ने 978 ई. के 'ब्रोच गुर्जर ताम्रपत्र' का अध्ययन करने के उपरांत राजपूतों को 'यू-ची' (Yuezhi) अथवा कुषाण जाति का वंशज माना है। कनिंघम का तर्क था कि मध्य एशिया से भारत आई यू-ची जाति कालांतर में भारतीय समाज में समाहित हो गई और उनकी योद्धा शाखा राजपूत कहलाई। इसके विपरीत कर्नल जेम्स टॉड ने शक-सीथियन और वी. ए. स्मिथ ने हूण जाति से उत्पत्ति का मत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राजस्थान की सामंती व्यवस्था में सामंतों की श्रेणियों को उनके स्वरूप से सुमेलित कीजिए: सूची-I (सामंत की श्रेणी): सूची-I: A. राजवी सामंत B. सरदार सामंत C. मुत्सद्दी सामंत D. भोमिया सामंत सूची-II: 1. राज्य प्रशासन में दीवान या सचिवीय सेवा के बदले जागीर प्राप्त अधिकारी 2. सीमांत सुरक्षा एवं सैनिक सेवा के बदले कर-मुक्त पैतृक भूमि रखने वाले 3. शासक के सगे छोटे भाई व निकटतम शाही रक्त संबंधी 4. राजवंश के दूरस्थ संबंधी जो सैनिक व प्रशासनिक दायित्व निभाते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मध्यकालीन सामंती व्यवस्था रक्त-संबंध और कुलीय बंधुत्व पर आधारित थी। 'राजवी सामंत' शासक के सगे भाई और निकटतम रक्त संबंधी होते थे, जिन्हें तीन पीढ़ियों तक रेख, हुक्मनामा और चाकरी से मुक्त रखा जाता था। 'सरदार सामंत' राजघराने के दूरस्थ वंशज होते थे जो राज्य की प्रशासनिक और सैन्य सेवा करते थे। 'मुत्सद्दी सामंत' वे अधिकारी होते थे जिन्हें प्रशासनिक, राजस्व या दीवानी कार्यों के एवज में जागीरें दी जाती थीं। 'भोमिया सामंत' वे स्थानीय राजपूत या योद्धा होते थे जिन्हें गाँव व सीमाओं की रक्षा के बदले कर-मुक्त भूमि (भोम) प्रदान की जाती थी।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राजस्थान के प्रशासनिक पदों और उनके दायित्वों के संदर्भ में निम्नलिखित कथनों पर विचार कीजिए: A. 'अक्षपटलिक' राज्य की आय-व्यय का ब्यौरा रखने तथा दान-अनुदानों का लेखा-जोखा रखने वाला मुख्य अधिकारी था। B. 'संधिविग्रहिक' युद्ध, शांति और विदेशी संधियों व राजकीय आदेशों का प्रारूप तैयार करने वाला मंत्री था। C. 'भाण्डारिक' राज्य के राजकोष और रसद व्यवस्था का प्रधान अधिकारी था, जो आगे चलकर 'भंडारी' कहलाया। D. 'मुशरिफ' राज्य में गुप्तचर और सूचना प्रसारण विभाग का सर्वोच्च प्रमुख होता था। उपर्युक्त में से कौन-से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पूरी तरह सही हैं, जबकि कथन D असत्य है। प्राचीन व मध्यकालीन राजपूत प्रशासन में अक्षपटलिक महालेखाकार (Accountant General) होता था जो आय-व्यय व ताम्रपत्रों का रिकॉर्ड रखता था। संधिविग्रहिक परराष्ट्र मंत्री था। भाण्डारिक राजकोष व अन्नागार का प्रमुख होता था। कथन D गलत है क्योंकि 'मुशरिफ' वित्त विभाग का सचिव या आय-व्यय की जाँच करने वाला अधिकारी होता था, जबकि सूचना प्रसारण और समाचार दर्ज करने का कार्य 'वाकिया-नवीस' करता था तथा गुप्तचर प्रमुख को हरकारा या जासूस कहा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मारवाड़ राज्य में दीवान द्वारा किसी जागीर की निर्धारित 'वार्षिक अनुमानित आय' को क्या कहा जाता था जिसके आधार पर सामंत से कर तय होता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 रेख</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पट्टा रेख</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तागीरात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बिघोड़ी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पट्टा रेख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रेख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तागीरात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बिघोड़ी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(जोधपुर) की सामंती कर प्रणाली में राज्य के दीवान द्वारा जागीर के पट्टे में दर्ज अनुमानित वार्षिक आय को 'पट्टा रेख' कहा जाता था। इसी पट्टा रेख के आधार पर सामंत की सैनिक सेवा (चाकरी) और कर दायित्व निर्धारित होते थे। इसके विपरीत, जागीर की वास्तविक उपज और आय के आधार पर राजकोष में सामंत द्वारा वास्तव में जमा कराई गई राशि को 'भरत रेख' कहा जाता था, जो प्रायः पट्टा रेख से कम होती थी। 'तागीरात' महाराजा अजीतसिंह द्वारा सामंतों पर लगाया गया एक विशेष अतिरिक्त कर था। 'बिघोड़ी' प्रति बीघा नकद लिया जाने वाला भू-राजस्व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राजस्थान में भू-राजस्व निर्धारण की पद्धतियों और करों को सुमेलित कीजिए: सूची-I (कर/पद्धति): सूची-I: A. लाटा (बटाई) B. कुंता विधि C. खम्स D. खिराज सूची-II: 1. खड़ी फसल को देखकर अनुमान के आधार पर राजस्व तय करना 2. फसल कटाई और गहाई के पश्चात अनाज के ढेर में से राज्य का हिस्सा लेना 3. गैर-मुस्लिम प्रजा अथवा पराजित सामंतों से लिया जाने वाला नियमित भू-राजस्व 4. युद्ध में लूटे गए माल अथवा संपत्ति पर राज्य का अंश (कर)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लाटा या बटाई व्यवस्था में फसल कटने के बाद खलिहान में अनाज का ढेर बनाकर वास्तविक उपज के आधार पर राज्य और किसान का हिस्सा बांटा जाता था। कुंता पद्धति में खड़ी फसल का केवल आँखों से अनुमान लगाकर राजस्व की मात्रा तय कर दी जाती थी, जिससे किसानों के साथ विवाद की संभावना अधिक रहती थी। खम्स इस्लामी युद्ध नियमों के तहत युद्ध में लूटी गई संपत्ति पर लिया जाने वाला कर था (सामान्यतः 1/5 राज्य का और 4/5 सैनिकों का)। खिराज गैर-मुस्लिम किसानों या अधीन देशी राज्यों से वसूला जाने वाला नियमित भूमि-कर था।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राजस्थान में भूमि के विभिन्न वर्गीकरण के संदर्भ में निम्नलिखित युग्मों पर विचार कीजिए: A. पीवल भूमि - तालाबों, कुओं और रहट से सिंचित भूमि B. गोरमो भूमि - गाँव की आबादी के बिल्कुल निकट स्थित उपजाऊ भूमि C. माल भूमि - काली और अत्यधिक उपजाऊ कृषि योग्य भूमि D. मगरा भूमि - नदियों के कछार में स्थित बाढ़ प्रभावित बालू भूमि उपर्युक्त में से कौन-से युग्म सही सुमेलित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युग्म A, B और C सही सुमेलित हैं, जबकि D गलत सुमेलित है। राजस्थान में सिंचित भूमि को 'पीवल' कहा जाता था। गाँव की सीमा और आबादी से सटी हुई खाद-युक्त भूमि को 'गोरमो' या 'गौंटिया' कहा जाता था। काली, भारी और अत्यधिक उर्वर भूमि को 'माल भूमि' कहते थे। युग्म D गलत है क्योंकि 'मगरा भूमि' पहाड़ी, पथरीली और ऊबड़-खाबड़ भूमि को कहा जाता था जहाँ खेती बहुत कठिन होती थी, जबकि नदियों के किनारे की भूमि को 'बीड़' या 'कछार' कहा जाता था। बिना सिंचाई सुविधा वाली वर्षा आधारित भूमि को 'बरनी' या 'बारानी' कहा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मेवाड़ रियासत में महाराणा अमरसिंह द्वितीय (1698-1710 ई.) द्वारा सामंतों के किए गए त्रिस्तरीय वर्गीकरण (अमरशाही रेख) में प्रथम श्रेणी के कितने सर्वोच्च सामंत सम्मिलित थे जिन्हें 'उमराव' कहा जाता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 उमराव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 उमराव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32 उमराव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84 उमराव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16 उमराव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उमराव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32 उमराव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84 उमराव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के महाराणा अमरसिंह द्वितीय ने सामंती व्यवस्था को सुव्यवस्थित करने हेतु 'अमरशाही रेख' प्रणाली लागू की और सामंतों को तीन प्रमुख श्रेणियों में विभाजित किया: 1. प्रथम श्रेणी के 16 बड़े सामंत, जिन्हें 'सोलह उमराव' कहा जाता था (जैसे सलूंबर, कोठारिया, बेदला, बिजौलिया, कानोड़ आदि); 2. द्वितीय श्रेणी के 32 सामंत ('बत्तीस'); 3. तृतीय श्रेणी के लगभग 330 छोटे जागीरदार जिन्हें 'गोल सामंत' कहा जाता था। प्रथम श्रेणी के 16 सामंतों में सलूंबर का चूंडावत रावत सर्वोच्च था, जिसे महाराणा की अनुपस्थिति में राजधानी संभालने, सेना की अग्रिम पंक्ति (हरावल) का नेतृत्व करने तथा नए महाराणा का राजतिलक करने का विशेषाधिकार प्राप्त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आमेर (जयपुर) की सामंती व्यवस्था में 'बारह कोटड़ी' व्यवस्था का संस्थापन किस शासक द्वारा अपने 12 पुत्रों के लिए जागीरें निश्चित करके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 भारमल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पृथ्वीराज कछवाहा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जयसिंह द्वितीय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मिर्जा राजा मानसिंह प्रथम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पृथ्वीराज कछवाहा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भारमल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जयसिंह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मिर्जा राजा मानसिंह प्रथम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आमेर के कछवाहा शासक पृथ्वीराज कछवाहा (1503-1527 ई.) ने अपने राज्य को गृहयुद्ध और उत्तराधिकार विवाद से बचाने के लिए अपने 12 पुत्रों और निकट संबंधियों के लिए 12 प्रमुख सामंती जागीरें निर्धारित की थीं, जिसे कछवाहा इतिहास में 'बारह कोटड़ी व्यवस्था' कहा जाता है। इन 12 कोटड़ियों में राजावत, नाथावत, खंगारोत, नरूका, बांकावत, चतुर्भुज आदि प्रमुख थे (12वीं कोटड़ी गुर्जरों की मानी गई थी)। यह व्यवस्था जयपुर राज्य के अंत तक वहाँ के सामंती प्रभुत्व का मुख्य ढाँचा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कोटा रियासत में मुगल दरबार और स्थानीय प्रशासनिक व्यवस्था के आधार पर सामंतों की दो प्रमुख श्रेणियाँ कौन सी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डावी और जीवणी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सोलह और बत्तीस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देशथी और हजुरथी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राजवी और सरदार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देशथी और हजुरथी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डावी और जीवणी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सोलह और बत्तीस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राजवी और सरदार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रियासत में मुगलों के अत्यधिक प्रभाव के कारण सामंतों को दो मुख्य श्रेणियों में बाँटा गया था: 1. 'देशथी सामंत' - वे सामंत जो कोटा राज्य में ही रहकर स्थानीय शासन, सुरक्षा और आंतरिक व्यवस्था संभालते थे; 2. 'हजुरथी सामंत' - वे सामंत जो मुगल बादशाह के दरबार में या मुगल अभियानों में कोटा कोटा शासक के साथ रहकर शाही सेवा में उपस्थित रहते थे। डावी और जीवणी जैसलमेर की सामंती श्रेणियाँ थीं, सोलह और बत्तीस मेवाड़ की श्रेणियाँ थीं, तथा राजवी और सरदार मारवाड़ की श्रेणियाँ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बिजौलिया शिलालेख (1170 ई.) के अनुसार सांभर (शाकम्भरी) के चौहान राजवंश की स्थापना 551 ईस्वी में किस शासक द्वारा की गई थी जिसने सांभर झील का निर्माण भी करवाया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सामन्तराज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वासुदेव चौहान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अजयराज प्रथम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विग्रहराज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वासुदेव चौहान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सामन्तराज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अजयराज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विग्रहराज द्वितीय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बिजौलिया शिलालेख (1170 ई.) के अनुसार चौहान वंश के आदिपुरुष वासुदेव चौहान ने 551 ई. में शाकम्भरी (सांभर) और सपादलक्ष क्षेत्र में चौहान राज्य की नींव रखी थी। उन्होंने अहिच्छत्रपुर (वर्तमान नागौर) को अपनी प्रारंभिक राजधानी बनाया था। इसी अभिलेख में यह ऐतिहासिक उल्लेख मिलता है कि सांभर में प्रसिद्ध प्राकृतिक खारे पानी की झील का निर्माण वासुदेव चौहान द्वारा करवाया गया था तथा उन्होंने अपनी कुलदेवी शाकम्भरी माता के मंदिर का निर्माण करवाया था। अभिलेख में वासुदेव को राजस्थान का प्रथम राजपूत शासक भी कहा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अजमेर के चौहान शासक अजयराज द्वितीय (1105-1133 ई.) के संदर्भ में निम्नलिखित कथनों पर विचार कीजिए: A. उन्होंने अजमेर नगर का व्यापक विस्तार किया तथा अपनी नई राजधानी बनाया। B. उन्होंने चाँदी और ताँबे के सिक्के जारी किए जिन्हें 'अजयप्रियद्रम' कहा जाता था। C. उनकी महारानी सोमलदेवी (सोमलेखा) ने भी अपने नाम से स्वतंत्र सिक्के चलवाए थे। D. उन्होंने जीवन के अंतिम समय में अपने पुत्र अर्णोराज को सिंहासन सौंपकर पुष्कर में वानप्रस्थ/संन्यास ग्रहण कर लिया था। उपर्युक्त में से कौन-से कथन सत्य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अजयराज द्वितीय के संदर्भ में सभी चारों कथन ऐतिहासिक रूप से सत्य हैं। अजयराज ने 1113 ई. के आसपास अजमेर नगर का विस्तार कर उसे चौहानों की राजनीतिक गतिविधियों का मुख्य केंद्र बनाया। उन्होंने अजमेर में बड़ी टकसाल स्थापित की और 'श्री अजयदेव' और 'अजयप्रियद्रम' नाम से चांदी व तांबे के सिक्के ढाले। राजस्थान के इतिहास में यह दुर्लभ उदाहरण है कि उनकी पटरानी सोमलदेवी (सोमलेखा) ने भी अपने नाम से स्वतंत्र सिक्के जारी किए थे। अजयराज ने मालवा के परमार शासक नरवर्मन के सेनापति को हराया था। शासन के अंतिम वर्षों में वे राजपाठ पुत्र अर्णोराज को सौंपकर पुष्कर चले गए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अजमेर में तुर्कों की सेना के नरसंहार के बाद रक्त-रंजित भूमि को शुद्ध करने हेतु 1137 ई. में चंद्रा नदी के जल को रोककर 'आनासागर झील' का निर्माण किस चौहान शासक ने करवाया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अजयराज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अर्णोराज (आनाजी)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विग्रहराज चतुर्थ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पृथ्वीराज तृतीय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अर्णोराज (आनाजी)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अजयराज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विग्रहराज चतुर्थ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पृथ्वीराज तृतीय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अर्णोराज (आनाजी चौहान, 1133-1153 ई.) ने 1137 ई. में अजमेर में आनासागर झील का निर्माण करवाया था। पृथ्वीराज विजय के अनुसार तुर्क आक्रांताओं के साथ हुए भीषण युद्ध में तुर्कों की भारी पराजय हुई और धरती उनके खून से लाल हो गई थी, जिसे पवित्र करने हेतु चंद्रा नदी का मार्ग मोड़कर इस विशाल झील का निर्माण कराया गया। अर्णोराज ने पुष्कर में प्रसिद्ध 'वराह मंदिर' का निर्माण भी करवाया था। देवबोध और धर्मघोष उनके प्रमुख दरबारी विद्वान थे। अर्णोराज की हत्या उनके ही ज्येष्ठ पुत्र जगदेव द्वारा कर दी गई थी, इसलिए जगदेव को चौहानों का पहला पितृहंता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चौहान शासक विग्रहराज चतुर्थ (बीसलदेव) के सांस्कृतिक एवं राजनीतिक योगदान के संदर्भ में निम्नलिखित कथनों पर विचार कीजिए: A. उन्होंने दिल्ली के तोमर (तंवर) शासकों को पराजित कर दिल्ली पर अधिकार किया और शिवालिक स्तंभ लेख उत्कीर्ण करवाया। B. वे स्वयं एक उच्च कोटि के विद्वान थे और उन्होंने संस्कृत भाषा में 'हरिकेली' नाटक की रचना की थी। C. उनके दरबारी विद्वान सोमदेव ने 'ललित विग्रहराज' तथा नरपति नाल्ह ने 'बीसलदेव रासो' की रचना की थी। D. उन्होंने अजमेर में 'सरस्वती कंठाभरण' नामक संस्कृत पाठशाला बनवाई, जिसे 1198 ई. में कुतुबुद्दीन ऐबक ने 'अढ़ाई दिन का झोपड़ा' मस्जिद में बदल दिया।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विग्रहराज चतुर्थ (बीसलदेव, 1158-1163 ई.) का काल चौहानों का स्वर्ण युग कहलाता है। उन्होंने दिल्ली पर अधिकार करने वाले पहले चौहान शासक का गौरव प्राप्त किया। जयानक ने उन्हें 'कविबांधव' की उपाधि दी और विद्वान कीलहॉर्न ने उनकी तुलना कालिदास और भवभूति से की। उनका नाटक 'हरिकेली' महाभारत के किरात-अर्जुन प्रसंग पर आधारित है (जिसकी पंक्तियाँ अढ़ाई दिन के झोपड़े और ब्रिस्टल में राजा राममोहन राय के स्मारक पर अंकित हैं)। अजमेर में उनकी संस्कृत पाठशाला को 1198 में कुतुबुद्दीन ऐबक ने मस्जिद का रूप दिया जहाँ पंजाब शाह का अढ़ाई दिन का उर्स भरता है। उन्होंने टोंक में बीसलपुर कस्बा और बाँध बनवाया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पृथ्वीराज चौहान तृतीय (रायपिथौरा) के विभिन्न सैन्य अभियानों के संदर्भ में निम्नलिखित कथनों पर विचार कीजिए: A. 1182 ई. में उन्होंने मथुरा-भरतपुर क्षेत्र के उपद्रवी 'भंडानकों' के विद्रोह का पूर्णतः दमन किया। B. 1182 ई. के महोबा (नारदपुर) के युद्ध में उन्होंने चंदेल शासक परमार्दिदेव को पराजित किया, जिसमें वीर सेनापति आल्हा और ऊदल वीरगति को प्राप्त हुए। C. 1191 ई. के तराइन के प्रथम युद्ध में पृथ्वीराज ने मुहम्मद गौरी को पराजित किया जिसमें दिल्ली के गोविंदराज ने गौरी को घायल किया था। D. 1192 ई. के तराइन के द्वितीय युद्ध में पृथ्वीराज पराजित हुए, जिसके पश्चात अजमेर और दिल्ली पर तुर्की सल्तनत का मार्ग प्रशस्त हुआ।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पृथ्वीराज तृतीय (1177-1192 ई., पिता सोमेश्वर, माता कर्पूरी देवी) चौहान वंश के अंतिम महान हिंदू सम्राट थे। उन्होंने अल्पायु में प्रधानमंत्री कदम्बवास (कैमास) की सहायता से नागार्जुन के विद्रोह को कुचला। 1182 में भंडानकों का दमन किया और महोबा के चंदेलों को हराया जहाँ लोकनायक आल्हा-ऊदल लड़े। 1191 में तराइन के प्रथम युद्ध में उन्होंने मुहम्मद गौरी को बुरी तरह खदेड़ दिया, किंतु गौरी का पीछा न करना भारी भूल साबित हुआ। 1192 में तराइन के दूसरे युद्ध में गौरी ने छल से प्रातःकाल आक्रमण कर राजपूत सेना को पराजित कर दिया। हसन निजामी के ताजुल-मासिर और चंदबरदाई के पृथ्वीराज रासो में इस युद्ध का विशद विवरण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1301 ई. में अलाउद्दीन खिलजी के रणथंभौर आक्रमण के समय हम्मीर देव चौहान के विरुद्ध विश्वासघात करने वाले दो प्रमुख सेनापति कौन थे, जिनके कारण दुर्ग का पतन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जैता और कूंपा</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रणमल और रतिपाल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 और बादल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जयमल और फत्ता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रणमल और रतिपाल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जैता और कूंपा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 और बादल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जयमल और फत्ता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1301 ई. में रणथंभौर के शासक हम्मीर देव चौहान ने अलाउद्दीन खिलजी के विद्रोही मंगोल सेनापति मीर मुहम्मद शाह को शरणागत मानकर प्राणपण से शरण दी थी। अलाउद्दीन ने जब रणथंभौर का दीर्घकालीन घेरा डाला, तब हम्मीर के दो विश्वासपात्र सेनापति 'रणमल' और 'रतिपाल' खिलजी के प्रलोभन में आकर गद्दार बन गए और उन्होंने दुर्ग के गुप्त रास्तों और जलस्रोतों की सूचना शत्रुओं को दे दी। दुर्ग में अन्न-जल का भयंकर संकट उत्पन्न होने पर महारानी रंगदेवी के नेतृत्व में राजस्थान का प्रथम ऐतिहासिक जल जौहर (पद्मला तालाब) हुआ और हम्मीर लड़ते हुए वीरगति को प्राप्त हुए। खिलजी ने जीत के बाद विश्वासघाती रणमल और रतिपाल की भी हत्या करवा 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जालौर के सोनगरा चौहान राजवंश की स्थापना 1181-82 ई. में नाडोल के किस राजकुमार द्वारा परमार राजा कुंतलपाल को पराजित करके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लक्ष्मण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कीर्तिपाल (कीतू)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कान्हड़देव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समरसिंह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कीर्तिपाल (कीतू)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लक्ष्मण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कान्हड़देव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समरसिंह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जालौर के सोनगरा चौहान वंश के संस्थापक कीर्तिपाल (कीतू चौहान) थे। वे नाडोल के चौहान शासक आल्हणदेव के सबसे छोटे पुत्र थे। उन्होंने पहले मेवाड़ के शासक सामंतसिंह को पराजित कर मेवाड़ पर अधिकार किया था, बाद में परमार राजा कुंतलपाल को पराजित कर जालौर और सिवाना पर अधिकार किया तथा 1181-82 ई. में जालौर में स्वतंत्र चौहान राज्य की स्थापना की। सुंधा पर्वत अभिलेख में कीर्तिपाल को 'एक महान पराक्रमी राजा' (राजेश्वर) कहा गया है। मुहणोत नैणसी ने उन्हें 'कीतू एक महान राजपूत' कहकर सम्मानित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अलाउद्दीन खिलजी के सिवाना और जालौर अभियानों के संदर्भ में निम्नलिखित कथनों पर विचार कीजिए: A. 1308 ई. में अलाउद्दीन खिलजी ने सिवाना दुर्ग पर आक्रमण किया, जहाँ शीतलदेव (सातलदेव) और सोम ने केसरिया किया और खिलजी ने सिवाना का नाम 'खैराबाद' रखा। B. 1311 ई. में अलाउद्दीन ने जालौर दुर्ग को घेरा, जहाँ दहिया राजपूत 'बीका' के विश्वासघात से तुर्की सेना दुर्ग में प्रविष्ट हुई। C. जालौर के अंतिम स्वतंत्र शासक कान्हड़देव और उनके वीर पुत्र वीरमदेव लड़ते हुए वीरगति को प्राप्त हुए। D. जालौर विजय के पश्चात अलाउद्दीन खिलजी ने जालौर दुर्ग का नाम बदलकर 'जलालाबाद' रख दिया।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कथन ऐतिहासिक साक्ष्यों के अनुसार शत-प्रतिशत सत्य हैं। 1308 ई. में खिलजी ने जालौर की कुंजी माने जाने वाले सिवाना दुर्ग पर हमला किया; भावला पंवार के विश्वासघात से जलस्रोत अपवित्र होने के बाद राजपूत स्त्रियों ने जौहर किया और सातलदेव वीरगति को प्राप्त हुए (नाम खैराबाद रखा गया)। इसके बाद 1311 ई. में खिलजी ने जालौर पर आक्रमण किया। कान्हड़देव के सेनापति बीका दहिया ने गद्दारी कर गुप्त मार्ग बताया (जिसकी सूचना बीका की पत्नी हीरा दे ने कान्हड़देव को दी और स्वयं बीका को मार डाला)। भीषण युद्ध में कान्हड़देव और वीरमदेव वीरगति को प्राप्त हुए तथा वीरांगनाओं ने जौहर किया। खिलजी ने जालौर का नाम 'जलालाबाद' रखा और वहाँ एक मस्जिद (तोपखाना) बनवाई।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बूंदी में स्थित प्रसिद्ध 'तारागढ़ दुर्ग' का निर्माण 1354 ई. में किस हाड़ा शासक द्वारा करवाया गया था जिसे दूर से देखने पर तारे के समान आकृति दिखाई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देवाजी हाड़ा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बरसिंह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सुरजन हाड़ा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बुद्धसिंह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 बरसिंह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देवाजी हाड़ा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सुरजन हाड़ा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बुद्धसिंह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 में तारागढ़ दुर्ग का निर्माण 1354 ई. में राव बरसिंह हाड़ा द्वारा करवाया गया था। यह दुर्ग अरावली की 1426 फीट ऊँची पहाड़ी पर तारे के आकार में बना होने के कारण 'तारागढ़' कहलाता है। इसमें गर्भ-गुंजन तोप, विशाल बुर्ज (भीम बुर्ज), चित्रशाला और विशाल जल कुंड स्थित हैं। रुडयार्ड किपलिंग ने इस दुर्ग के बारे में लिखा था कि 'यह मानव द्वारा नहीं बल्कि प्रेतों और भूतों द्वारा निर्मित लगता है।' बूंदी में हाड़ा वंश की नींव 1241 ई. में राव देवा (देवीसिंह) ने जेता मीणा को हराकर रखी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कोटा रियासत के इतिहास और उसके हाड़ा शासकों के संदर्भ में निम्नलिखित कथनों पर विचार कीजिए: A. 1631 ई. में मुगल बादशाह शाहजहाँ ने बूंदी से अलग कर माधोसिंह हाड़ा को कोटा का प्रथम स्वतंत्र शासक स्वीकार किया था। B. महाराव मुकुंदसिंह हाड़ा ने अपनी प्रेयसी अबली मीणी के लिए मुकुंदरा की पहाड़ियों में प्रसिद्ध महल बनवाया तथा धरमत के युद्ध (1658) में वीरगति पाई। C. 1761 ई. के भटवाड़ा के युद्ध में कोटा के प्रसिद्ध दीवान झाला जालिम सिंह के नेतृत्व में कोटा सेना ने जयपुर के सवाई माधोसिंह प्रथम को पराजित किया था। D. झाला जालिम सिंह को उनके अदम्य साहस और राजनीतिक दूरदर्शिता के कारण 'कोटा राज्य का दुर्गादास राठौड़' कहा जाता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रियासत के संबंध में सभी कथन ऐतिहासिक दृष्टि से सत्य हैं। राव रतन (बूंदी) के पुत्र माधोसिंह को शाहजहाँ ने खानेजहाँ लोदी के विद्रोह को दबाने में सहायता के बदले 1631 ई. में कोटा का स्वतंत्र राज्य दिया। मुकुंदसिंह ने अपनी प्रेमिका अबली मीणी हेतु मुकुंदरा में 'अबली मीणी का महल' (राजस्थान का छोटा/दूसरा ताजमहल) बनवाया। 1761 में रणथंभौर दुर्ग के अधिकार को लेकर भटवाड़ा का युद्ध हुआ जिसमें कोटा के दूरदर्शी दीवान झाला जालिम सिंह ने जयपुर की सेना को हराया। जालिम सिंह ने 1817 में अंग्रेजों के साथ सहायक संधि कर कोटा में अपना वंशानुगत फौजदार पद सुरक्षित करा लिया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अंग्रेजों द्वारा 1838 ई. में कोटा रियासत से 17 परगने अलग करके स्थापित की गई राजस्थान की सबसे अंतिम रियासत 'झालावाड़' का प्रथम शासक (राजराणा) किसे बनाया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 जालिम सिंह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 मदन 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 पृथ्वी 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 भवानी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झाला मदन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 जालिम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 पृथ्वी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 भवानी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झालावाड़ राजस्थान की सबसे अंतिम और अंग्रेजों द्वारा गठित रियासत (1838 ई.) थी। कोटा के दीवान झाला जालिम सिंह के पौत्र 'झाला मदन सिंह' को अंग्रेजों ने राजराणा की उपाधि देकर इसका प्रथम शासक बनाया। इसकी राजधानी झालरापाटन बनाई गई जिसे चंद्रभागा नदी के तट पर 'घंटियों का शहर' (City of Bells) कहा जाता है। मदनसिंह ने कंपनी को 80,000 रुपये वार्षिक खिराज देना स्वीकार किया था। 1899 में इसके 15 परगने पुनः कोटा को लौटा दिए गए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गुर्जर प्रतिहारों का प्रथम स्पष्ट अभिलेखीय उल्लेख 634 ई. के किस प्रसिद्ध दक्षिण भारतीय अभिलेख में मिलता है, जो चालुक्य नरेश पुलकेशिन द्वितीय के दरबारी कवि रविकीर्ति द्वारा रचित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ग्वालियर अभिलेख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ऐहोल अभिलेख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घटियाला अभिलेख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 अभिलेख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ऐहोल अभिलेख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ग्वालियर अभिलेख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घटियाला अभिलेख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 अभिलेख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गुर्जर प्रतिहारों का सर्वप्रथम प्रामाणिक और स्पष्ट अभिलेखीय उल्लेख 634 ई. के प्रसिद्ध 'ऐहोल अभिलेख' (कर्नाटक) में मिलता है। यह प्रशस्ति बादामी के चालुक्य सम्राट पुलकेशिन द्वितीय के दरबारी जैन कवि रविकीर्ति द्वारा संस्कृत भाषा में रची गई थी। इसमें पुलकेशिन द्वितीय द्वारा नर्मदा नदी के तट पर हर्षवर्धन को पराजित करने तथा लाट, मालव और 'गुर्जर' जातियों को अपने अधीन करने का वर्णन है। जोधपुर और घटियाला अभिलेख राजस्थान में प्रतिहारों के मूल निवास और वंशावली के स्रोत हैं तथा ग्वालियर प्रशस्ति मिहिरभोज की उपलब्धियों का वर्णन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मंडोर के गुर्जर प्रतिहार राजवंश के संदर्भ में निम्नलिखित कथनों पर विचार कीजिए: A. मंडोर शाखा के मूल संस्थापक हरिश्चंद्र (रोहिलासिद्ध) थे, जिनकी क्षत्रिय रानी भद्रा से उत्पन्न पुत्रों ने मंडोर जीतकर शासन स्थापित किया। B. हरिश्चंद्र के पौत्र नागभट्ट प्रथम ने मंडोर से अपनी राजधानी मेड़ता स्थानांतरित की थी। C. प्रतिहार शासक बाउक ने 837 ई. की जोधपुर प्रशस्ति तथा कक्कुक ने 861 ई. का घटियाला शिलालेख उत्कीर्ण करवाया था। D. 1395 ई. में मंडोर के इंदा प्रतिहारों ने तुर्कों के आक्रमण से तंग आकर मंडोर दुर्ग राव चूण्डा राठौड़ को दहेज में दे दिया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मंडोर के प्रतिहारों के संबंध में सभी चारों कथन सत्य हैं। हरिश्चंद्र इस शाखा के आदिपुरुष थे; उनकी ब्राह्मणी पत्नी से उत्पन्न संतान 'ब्राह्मण प्रतिहार' तथा रानी भद्रा से उत्पन्न संतान (भोगभट्ट, कद्दल, रज्जिल, दह) 'क्षत्रिय प्रतिहार' कहलाई। रज्जिल से इस वंश की मुख्य राजनीतिक सत्ता चली। नागभट्ट प्रथम ने मेड़ता को केंद्र बनाया। 9वीं सदी में बाउक और कक्कुक ने महत्वपूर्ण प्रशस्तियाँ खुदवाईं। 14वीं सदी के अंत (1395 ई.) में इंदा प्रतिहारों ने अपनी पुत्री का विवाह मारवाड़ के राठौड़ शासक राव चूण्डा से कर मंडोर दुर्ग दहेज में सौंप दिया, जिसके बाद मंडोर राठौड़ों की राजधानी बन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जालौर, उज्जैन और कन्नौज के गुर्जर प्रतिहार वंश का संस्थापक नागभट्ट प्रथम था। ग्वालियर प्रशस्ति में उसे किस उपाधि से विभूषित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आदिवराह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म्लेच्छों का नाशक (नारायण)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कविबांधव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सुरताण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म्लेच्छों का नाशक (नारायण)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आदिवराह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कविबांधव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सुरताण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नागभट्ट प्रथम (730-760 ई.) जालौर, अवंती (उज्जैन) और कन्नौज के प्रतिहार साम्राज्य का संस्थापक था। उसने सिंध के अरब गवर्नर जुनैद के आक्रमण को विफल कर अरबों को भारत से बाहर खदेड़ा, इसलिए मिहिरभोज की ग्वालियर प्रशस्ति में नागभट्ट प्रथम को 'म्लेच्छों (अरबों) का नाशक' तथा 'नारायण का अवतार' कहा गया है। उसका दरबार 'नागावलोक का दरबार' कहलाता था। राष्ट्रकूट शासक दंतिदुर्ग ने उज्जैन में हिरण्यगर्भ महादान यज्ञ किया था जिसमें नागभट्ट प्रथम ने प्रतिहार (द्वारपाल) की भूमिका निभाई थी। 'आदिवराह' मिहिरभोज की उपाधि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गुर्जर प्रतिहार शासक वत्सराज (783-795 ई.) के संदर्भ में निम्नलिखित कथनों पर विचार कीजिए: A. उनके शासनकाल में कन्नौज पर प्रभुत्व स्थापित करने हेतु प्रतिहार, पाल और राष्ट्रकूटों के मध्य प्रसिद्ध 'त्रिपक्षीय संघर्ष' आरंभ हुआ था। B. उन्होंने बंगाल के पाल शासक धर्मपाल को गंगा-यमुना दोआब के युद्ध में पराजित किया था, किंतु बाद में राष्ट्रकूट राजा ध्रुव से पराजित हुए। C. उनके समय प्रसिद्ध जैन आचार्य उद्योतनसूरि ने जालौर में 'कुवलयमाला' तथा जिनसेन ने 'हरिवंश पुराण' की रचना की थी। D. उन्होंने ओसियां (जोधपुर) में प्रसिद्ध महावीर स्वामी जैन मंदिर और सूर्य मंदिर का निर्माण करवाया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वत्सराज के संबंध में सभी कथन पूर्णतः सत्य हैं। वत्सराज को 'रणहस्तिन' (युद्ध का हाथी) की उपाधि प्राप्त थी। उन्हीं के समय उत्तर भारत के त्रिकोणीय संघर्ष की शुरुआत हुई। 778 ई. (संवत 835) में उद्योतनसूरि ने जालौर दुर्ग में प्राकृत भाषा के प्रसिद्ध ग्रंथ 'कुवलयमाला' की रचना की (जिसमें 18 देशी भाषाओं में मरुभाषा का उल्लेख मिलता है) तथा जिनसेन सूरी ने 'हरिवंश पुराण' की रचना पूर्ण की। ओसियां का महावीर जैन मंदिर पश्चिम भारत का सबसे प्राचीन ज्ञात महामारू शैली का जैन मंदिर है, जिसे वत्सराज ने बनवाया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अरब यात्री सुलेमान ने 851 ई. में किस प्रतिहार शासक के साम्राज्य की समृद्धि, सुदृढ़ घुड़सवार सेना और न्याय व्यवस्था की प्रशंसा करते हुए उसे 'इस्लाम का सबसे बड़ा शत्रु' कहा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नागभट्ट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मिहिरभोज (भोज प्रथम)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महेंद्रपाल प्रथम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महिपाल प्रथम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मिहिरभोज (भोज प्रथम)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नागभट्ट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महेंद्रपाल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महिपाल प्रथम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मिहिरभोज (836-885 ई.) गुर्जर प्रतिहार वंश का सर्वाधिक प्रतापी और शक्तिशाली सम्राट था। उसकी राजधानी कन्नौज थी। उसने 'आदिवराह' (ग्वालियर अभिलेख) और 'प्रभास' (दौलतपुर ताम्रपत्र) की उपाधियाँ धारण की थीं तथा आदिवराह शैली के चांदी व तांबे के सिक्के जारी किए थे। 851 ई. में भारत आए अरब यात्री सुलेमान ने अपने यात्रा वृतांत 'सिलसिलात-उत-तवारीख' में लिखा कि मिहिरभोज के पास भारत की सबसे विशाल और श्रेष्ठ अश्व सेना है, उसका राज्य चोर-डाकुओं से मुक्त है और वह अरबों तथा इस्लाम का सबसे बड़ा शत्रु (काफिरों का शासक)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गुर्जर प्रतिहार शासक महेंद्रपाल प्रथम (885-910 ई.) और उनके राजगुरु राजशेखर के संदर्भ में निम्नलिखित कथनों पर विचार कीजिए: A. राजशेखर ने महेंद्रपाल प्रथम को 'रघुकुलचूड़ामणि', 'निर्भयराज' और 'निर्भयनरेंद्र' की उपाधियाँ प्रदान की थीं। B. राजशेखर ने 'कर्पूरमंजरी', 'काव्यमीमांसा', 'बालभारत', 'बालरामायण', 'विद्धशालभंजिका' और 'हरविलास' जैसे अमर ग्रंथों की रचना की थी। C. कर्पूरमंजरी नाटक राजशेखर ने अपनी विदुषी पत्नी अवंतिसुंदरी के कहने पर प्राकृत भाषा (शौरसेनी) में रचा था। D. महेंद्रपाल के पुत्र महिपाल प्रथम के समय 915 ई. में बगदाद का यात्री अल-मसूदी भारत आया था जिसने प्रतिहार राजा को 'बऊरा' कहा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महेंद्रपाल प्रथम और राजशेखर से संबंधित सभी कथन ऐतिहासिक दृष्टि से सत्य हैं। महाकवि राजशेखर प्रतिहार राजदरबार के गौरव थे। उन्होंने अपने शिष्य महेंद्रपाल प्रथम को रघुकुलचूड़ामणि कहा तथा बाद में उनके पुत्र महिपाल प्रथम को 'आर्यावर्त का महाराजाधिराज' और 'रघुकुलमुकुटमणि' कहा। कर्पूरमंजरी प्राकृत की सट्टक श्रेणी का प्रसिद्ध नाटक है। महिपाल प्रथम के समय अरब यात्री अल-मसूदी भारत आया जिसने गुर्जर प्रतिहारों को 'अल-गुर्जर' और राजा को 'बऊरा' (आदिवराह का अपभ्रंश) कहा था। 1018 ई. में महमूद गजनवी के आक्रमण के समय राज्यपाल कन्नौज छोड़कर भाग गया था तथा 1093 में चंद्रदेव गहड़वाल ने प्रतिहारों से कन्नौज छीन 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मालवा और राजस्थान के परमार राजवंश के संदर्भ में निम्नलिखित कथनों पर विचार कीजिए: A. आबू के परमारों की राजधानी चंद्रावती थी और आबू के परमार शासक धारावर्ष ने 1178 ई. के कायंद्री युद्ध में मुहम्मद गौरी को पराजित करने में प्रमुख सेनापति की भूमिका निभाई थी। B. मालवा के परमार शासक वाक्पतिराज मुंज ने चित्तौड़ पर अधिकार किया तथा आहड़ को नष्ट किया था। C. प्रसिद्ध विद्वान राजा भोज परमार ने चित्तौड़ दुर्ग में 'त्रिभुवन नारायण मंदिर' (समिद्धेश्वर/मोकल मंदिर) तथा नागदा में 'भोजसर तालाब' बनवाया था। D. राजा भोज द्वारा धार में स्थापित 'सरस्वती कंठाभरण' पाठशाला में स्थापित वाग्देवी (सरस्वती) की कांस्य प्रतिमा वर्तमान में ज्ञानपीठ पुरस्कार का प्रतीक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परमार राजवंश के संबंध में सभी कथन पूर्णतः सत्य हैं। धारावर्ष परमार (1163-1219 ई.) आबू का सबसे शक्तिशाली शासक था; वह एक बाण से तीन भैंसों को भेदने के लिए विख्यात था और उसने 1178 में गुजरात की संरक्षिका नायिका देवी के साथ मिलकर कायंद्री में गौरी को परास्त किया था। मुंज परमार ने मेवाड़ के शक्तिकुमार को हराकर चित्तौड़ जीता था। राजा भोज (1010-1055 ई.) ने समरांगण सूत्रधार, सरस्वती कंठाभरण, सिद्धांत संग्रह आदि 84 ग्रंथों की रचना की थी। चित्तौड़ में उनका त्रिभुवन नारायण मंदिर आगे चलकर महाराणा मोकल द्वारा जीर्णोद्धार कराने पर 'मोकल जी का मंदिर' कहलाया। वाग्देवी की कांस्य प्रतिमा भारतीय ज्ञानपीठ पुरस्कार के स्मृति चिन्ह के रूप में प्रतिष्ठित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गुहिल राजवंश के वास्तविक संस्थापक बप्पा रावल (कालभोज) के संदर्भ में निम्नलिखित कथनों पर विचार कीजिए: A. वे हारीत ऋषि के परम शिष्य थे और हारीत ऋषि की कृपा से ही उन्हें मेवाड़ का राज्य प्राप्त हुआ था। B. 734 ई. में उन्होंने चित्तौड़ के अंतिम मौर्य शासक मानमोरी को पराजित कर चित्तौड़ पर अधिकार किया था। C. उन्होंने नागदा (उदयपुर) को अपनी राजधानी बनाया और कैलाशपुरी में एकलिंगजी (शिव) मंदिर का निर्माण करवाया। D. इतिहासकार सी. वी. वैद्य ने बप्पा रावल की सैन्य प्रतिभा की तुलना प्रसिद्ध फ्रांसीसी सेनापति 'चार्ल्स मार्टेल' से की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बप्पा रावल (734-753 ई.) के संदर्भ में सभी चारों कथन सत्य हैं। उनका मूल नाम कालभोज था तथा 'बप्पा' उनकी उपाधि थी। वे हारीत ऋषि की गायें चराते थे। 734 ई. में उन्होंने चित्तौड़ के मौर्य शासक मानमोरी को हराकर गुहिल वंश के स्वतंत्र राज्य की स्थापना की। उन्होंने नागदा को राजधानी बनाया तथा कैलाशपुरी में मेवाड़ के कुलदेवता एकलिंगजी (लकुलीश पाशुपत संप्रदाय) का मंदिर बनवाया। मेवाड़ के महाराणा स्वयं को एकलिंगजी का दीवान मानते हैं। बप्पा रावल ने अरब मुस्लिम आक्रमणकारियों को खदेड़ते हुए गजनी और मध्य एशिया तक सैन्य अभियान किए (रावलपिंडी शहर का नाम उन्हीं पर पड़ा)। सी. वी. वैद्य ने उनकी तुलना चार्ल्स मार्टेल से की है। उनका 115 ग्रेन का सोने का सिक्का भी प्राप्त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1227 ई. में मेवाड़ के शासक जैत्रसिंह और दिल्ली के गुलाम वंश के सुल्तान इल्तुतमिश के मध्य हुए किस ऐतिहासिक युद्ध में जैत्रसिंह ने इल्तुतमिश की सेना को बुरी तरह पराजित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मावली का युद्ध</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भूताला का युद्ध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सिंगोली का युद्ध</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खातोली का युद्ध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भूताला का युद्ध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मावली का युद्ध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सिंगोली का युद्ध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खातोली का युद्ध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1227 ई. में उदयपुर के पास भूताला का प्रसिद्ध युद्ध लड़ा गया, जिसमें मेवाड़ के पराक्रमी शासक जैत्रसिंह (1213-1253 ई.) ने दिल्ली के सुल्तान इल्तुतमिश की आक्रमणकारी सेना को करारी शिकस्त दी थी। इस युद्ध का सजीव विवरण जयसिंह सूरी द्वारा रचित ऐतिहासिक संस्कृत नाटक 'हम्मीरमदमर्दन' में मिलता है (जहाँ हम्मीर शब्द इल्तुतमिश/अमीर के लिए प्रयुक्त हुआ है)। युद्ध के दौरान भागती हुई तुर्क सेना ने नागदा नगर को तहस-नहस कर दिया, जिसके बाद जैत्रसिंह ने सामरिक दृष्टि से सुरक्षित 'चित्तौड़गढ़' को मेवाड़ की नई (तीसरी) राजधानी बनाया। डॉ. दशरथ शर्मा और जी. एच. ओझा ने जैत्रसिंह के काल को मध्यकालीन मेवाड़ का स्वर्ण काल माना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1303 ई. में अलाउद्दीन खिलजी के चित्तौड़ आक्रमण और चित्तौड़ के प्रथम साके के संदर्भ में निम्नलिखित कथनों पर विचार कीजिए: A. रावल रतनसिंह गुहिल वंश की रावल शाखा के अंतिम शासक थे। B. इस युद्ध में रावल रतनसिंह के दो वीर सेनापति गोरा और बादल अप्रतिम वीरता दिखाते हुए वीरगति को प्राप्त हुए। C. 26 अगस्त 1303 को रानी पद्मिनी के नेतृत्व में 1600 राजपूत वीरांगनाओं ने ऐतिहासिक जौहर किया। D. विजय के पश्चात अलाउद्दीन खिलजी ने चित्तौड़ का नाम बदलकर अपने पुत्र के नाम पर 'खिज्राबाद' रख दिया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के प्रथम साके (1303 ई.) के संबंध में सभी कथन पूर्णतः सत्य हैं। अलाउद्दीन खिलजी ने चित्तौड़ की सामरिक स्थिति (गुजरात व मालवा व्यापार मार्ग) और रानी पद्मिनी को प्राप्त करने की लालसा से आक्रमण किया था। अमीर खुसरो (खजाइन-उल-फुतूह) इस अभियान में खिलजी के साथ मौजूद था। रावल रतनसिंह ने वीरतापूर्वक प्रतिरोध किया और गोरा-बादल वीरगति को प्राप्त हुए। रानी पद्मिनी ने जौहर की ज्वाला में आत्मोत्सर्ग किया। अलाउद्दीन ने चित्तौड़ जीतकर लगभग 30,000 नागरिकों का कत्लेआम करवाया और दुर्ग का नाम 'खिज्राबाद' रखकर अपने पुत्र खिज्र खाँ को सौंप दिया। 1540 ई. में मलिक मुहम्मद जायसी ने अवधी भाषा में प्रसिद्ध महाकाव्य 'पद्मावत' लिखा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1326 ई. में चित्तौड़ को दिल्ली सल्तनत के अधीन मालदेव सोनगरा के प्रभाव से मुक्त कराकर मेवाड़ में सिसोदिया वंश की नींव रखने वाले राणा हम्मीर को कुंभलगढ़ प्रशस्ति में किस उपाधि से विभूषित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हिंदू सुरताण</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अभिनवभरताचार्य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विषमघाटी पंचानन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सैनिक भग्नावशेष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विषमघाटी पंचानन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सुरताण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अभिनवभरताचार्य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सैनिक भग्नावशेष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 हम्मीर (1326-1364 ई.) सिसोदा गाँव के जागीरदार लक्ष्मणसिंह के पौत्र और अरिसिंह के पुत्र थे। 1326 ई. में उन्होंने चित्तौड़ को जीतकर गुहिल वंश की 'राणा/सिसोदिया' शाखा का विधिवत शासन स्थापित किया, इसलिए उन्हें 'मेवाड़ का उद्धारक' कहा जाता है। 1460 ई. की कुंभलगढ़ प्रशस्ति में राणा हम्मीर को 'विषमघाटी पंचानन' (विकट युद्धों में सिंह के समान) की उपाधि दी गई है तथा महाराणा कुंभा की रसिकप्रिया टीका में उन्हें 'वीर राजा' कहा गया है। हम्मीर ने 1336 ई. में सिंगोली (बांसवाड़ा) के युद्ध में दिल्ली सुल्तान मुहम्मद बिन तुगलक की सेना को पराजित किया था। उन्होंने चित्तौड़ में अन्नपूर्णा माता (बरवड़ी माता) का मंदिर बनवाया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महाराणा लाखा (लक्षसिंह, 1382-1421 ई.) के शासनकाल की प्रमुख ऐतिहासिक घटनाओं के संदर्भ में निम्नलिखित कथनों पर विचार कीजिए: A. उनके शासनकाल में जावर (उदयपुर) में चांदी और सीसा-जस्ता की प्रसिद्ध खान निकली, जिससे मेवाड़ की आर्थिक समृद्धि बढ़ी। B. उनके समय एक बंजारे (छित्तर/पिच्छू) द्वारा अपने बैल की स्मृति में प्रसिद्ध 'पिछोला झील' का निर्माण करवाया गया। C. मारवाड़ के राव चूण्डा की पुत्री हंसाबाई का विवाह वृद्धावस्था में महाराणा लाखा से हुआ। D. लाखा के ज्येष्ठ पुत्र कुँवर चूण्डा ने अपने पिता के विवाह हेतु मेवाड़ के सिंहासन पर अपना अधिकार त्याग दिया, जिसके कारण उन्हें 'मेवाड़ का भीष्म पितामह' कहा जाता है।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लाखा के संदर्भ में सभी चारों कथन सत्य हैं। लाखा के समय जावर में चांदी निकलने से राजकोष अत्यंत समृद्ध हुआ। पिछोला झील का निर्माण एक बंजारे ने करवाया जिसके तट पर नटनी का चबूतरा स्थित है। हंसाबाई का विवाह शर्त के साथ लाखा से हुआ कि उससे उत्पन्न संतान ही मेवाड़ की महाराणा बनेगी। इस प्रतिज्ञा को पूरा करने हेतु ज्येष्ठ पुत्र कुँवर चूण्डा ने आजीवन राज्याधिकार त्याग दिया, इसलिए उन्हें 'राजस्थान/मेवाड़ का भीष्म पितामह' कहा जाता है। चूण्डा के वंशज 'चूंडावत' कहलाए और उन्हें मेवाड़ का प्रथम श्रेणी का सबसे बड़ा ठिकाना सलूंबर दिया गया। हंसाबाई से उत्पन्न पुत्र मोकल आगे चलकर मेवाड़ का शासक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महाराणा कुंभा ने 1437 ई. के प्रसिद्ध सारंगपुर के युद्ध में मालवा के किस सुल्तान को पराजित कर 6 माह तक चित्तौड़ में बंदी बनाकर रखा था, और इसी विजय के उपलक्ष्य में 'विजय स्तंभ' का निर्माण करवाया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महमूद खिलजी प्रथम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महमूद खिलजी द्वितीय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होशंगशाह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बहादुरशाह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महमूद खिलजी प्रथम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महमूद खिलजी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होशंगशाह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बहादुरशाह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1437 ई. में महाराणा कुंभा और मालवा के सुल्तान महमूद खिलजी प्रथम के बीच ऐतिहासिक 'सारंगपुर का युद्ध' हुआ था। युद्ध का मुख्य कारण मालवा के सुल्तान द्वारा महाराणा मोकल के हत्यारे महंपा पंवार और चाचा के पुत्रों को शरण देना था। कुंभा ने सुल्तान को बुरी तरह पराजित किया और उसे बंदी बनाकर चित्तौड़ ले आए। 6 माह की कैद के बाद कुंभा ने उदारतापूर्वक उसे बिना किसी फिरौती के मुक्त कर दिया। इस महान विजय की चिरस्थायी स्मृति में कुंभा ने 1440 से 1448 ई. के मध्य चित्तौड़ दुर्ग में 9 मंजिला भव्य 'विजय स्तंभ' (कीर्ति स्तंभ) का निर्माण करवाया था। महमूद खिलजी द्वितीय राणा सांगा के समकालीन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कुंभा द्वारा निर्मित 'कुम्भलगढ़ दुर्ग' के संबंध में निम्नलिखित कथनों पर विचार कीजिए: A. इस दुर्ग का निर्माण 1448 से 1458 ई. के मध्य प्रसिद्ध वास्तुकार मंडन की देखरेख में करवाया गया था। B. इस दुर्ग के चारों ओर 36 किलोमीटर लंबी विशाल प्राचीर बनी है, जिसे 'भारत की महान दीवार' (Great Wall of India) कहा जाता है। C. इस दुर्ग के सर्वोच्च शिखर पर अंतःदुर्ग 'कटारगढ़' स्थित है, जिसे 'मेवाड़ की आँख' कहा जाता है। D. कविराजा श्यामलदास के ग्रंथ 'वीर विनोद' के अनुसार मेवाड़ के कुल 84 दुर्गों में से 32 दुर्गों का निर्माण अकेले महाराणा कुंभा ने करवाया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कुंभा को 'राजस्थान की स्थापत्य कला का जनक' कहा जाता है। श्यामलदास कृत वीर विनोद के अनुसार मेवाड़ के 84 दुर्गों में से 32 दुर्ग कुंभा द्वारा निर्मित या पुनर्निर्मित हैं (जैसे कुम्भलगढ़, अचलगढ़, बसंतगढ़, मचानगढ़, भोमट दुर्ग)। कुम्भलगढ़ दुर्ग सादड़ी गाँव के पास जरगा पहाड़ी पर मंडन द्वारा डिजाइन किया गया था। इसकी 36 किमी लंबी दीवार यूनेस्को विश्व धरोहर सूची में शामिल है। कटारगढ़ कुंभा का निजी आवास था जहाँ से वे संपूर्ण मेवाड़ की निगरानी करते थे। कुम्भलगढ़ मेवाड़ के महाराणाओं की संकटकालीन राजधानी रहा, यहीं उदयसिंह का राज्याभिषेक हुआ और महाराणा प्रताप का जन्म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कुंभा के साहित्यिक एवं संगीत योगदान के संदर्भ में निम्नलिखित कथनों पर विचार कीजिए: A. महाराणा कुंभा स्वयं वीणा वादन में अत्यंत निपुण थे और उनके संगीत गुरु का नाम कान्ह व्यास था। B. कुंभा द्वारा रचित संगीत का सिरमौर ग्रंथ 'संगीतराज' है, जो पाँच भागों (रत्नकोशों) में विभक्त है। C. कुंभा ने जयदेव के 'गीत गोविंद' पर 'रसिकप्रिया' नामक प्रसिद्ध टीका तथा बाणभट्ट के 'चंडीशतक' पर टीका लिखी थी। D. कुंभा की विदुषी पुत्री रमाबाई भी संगीत शास्त्र की ज्ञाता थीं और उन्हें 'वागीश्वरी' की उपाधि प्राप्त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B, C और D सही हैं, जबकि कथन A असत्य है। महाराणा कुंभा उच्च कोटि के संगीतज्ञ थे और वीणा बजाने में सिद्धहस्त थे, किंतु उनके संगीत गुरु 'सारंग व्यास' थे (कान्ह व्यास उनके दरबारी कवि थे जिन्होंने एकलिंग माहात्म्य का प्रथम भाग राजवर्णन लिखा था)। संगीतराज के पाँच भाग हैं: पाठ्यरत्नकोश, गीतरत्नकोश, वाद्यरत्नकोश, नृत्यरत्नकोश और रसरत्नकोश। इसके अलावा कुंभा ने संगीतमीमांसा, सूडप्रबंध, सुधाप्रबंध और कामराज रतिसार लिखे। कुंभा को संगीत ग्रंथों की रचना के कारण 'अभिनवभरताचार्य' कहा गया। उनकी पुत्री रमाबाई को संगीत प्रतिभा के लिए 'वागीश्वरी' उपाधि मिली थी और उन्हें जावर का परगना दिया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महाराणा सांगा (संग्राम सिंह प्रथम) द्वारा लड़े गए प्रमुख ऐतिहासिक युद्धों को उनके वर्षों से सुमेलित कीजिए: सूची-I (युद्ध): सूची-I: A. खातोली का युद्ध (बूंदी/कोटा सीमा) B. बाड़ी का युद्ध (धौलपुर) C. गागरोन का युद्ध (झालावाड़) D. बयाना का युद्ध (भरतपुर) सूची-II: 1. 1518 ई. 2. 1517 ई. 3. 16 फरवरी 1527 ई. 4. 1519 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खातोली का युद्ध 1517 ई. में राणा सांगा और दिल्ली के सुल्तान इब्राहिम लोदी के बीच हुआ जिसमें सांगा विजयी हुए (इस युद्ध में सांगा ने बायाँ हाथ और एक पैर का उपयोग खो दिया था)। बाड़ी का युद्ध 1518 ई. में पुनः इब्राहिम लोदी के सेनापतियों (मियां माखन व हुसैन) और सांगा के मध्य हुआ जिसमें सांगा की शानदार विजय हुई। गागरोन का युद्ध 1519 ई. में मालवा के सुल्तान महमूद खिलजी द्वितीय और सांगा के बीच हुआ जिसमें खिलजी बंदी बना लिया गया और चंदेरी मेदिनीराय को सौंपी गई। बयाना का युद्ध 16 फरवरी 1527 ई. को सांगा और बाबर की सेना (मेहंदी ख्वाजा) के बीच हुआ जिसमें राजपूतों ने मुगल सेना को बुरी तरह पराजित कर खदेड़ दिया था।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17 मार्च 1527 ई. को लड़े गए ऐतिहासिक 'खानवा के युद्ध' के संदर्भ में निम्नलिखित कथनों पर विचार कीजिए: A. राणा सांगा ने राजपूताना के सभी राजाओं और सरदारों को मुगलों के विरुद्ध संगठित करने हेतु प्राचीन 'पाती परवन' प्रथा को पुनर्जीवित किया था। B. बाबर ने इस युद्ध में तुलुगमा युद्ध पद्धति और उस्मानी (रूमी) तोपखाने का प्रयोग किया तथा युद्ध को 'जिहाद' घोषित कर 'गाजी' की उपाधि धारण की। C. युद्ध में राणा सांगा के घायल और अचेत होने पर सादड़ी के झाला अज्जा ने मेवाड़ का राजमुकुट व छत्र धारण कर सेना का संचालन किया। D. रायसीन के सहलदी तंवर और नागौर के खानजादा के ऐन वक्त पर विश्वासघात करने से युद्ध का पलड़ा बाबर के पक्ष में झुक गया।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खानवा का युद्ध (रूपवास तहसील, भरतपुर) भारतीय इतिहास का अत्यंत युगांतरकारी युद्ध था। राणा सांगा के निमंत्रण (पाती परवन) पर मारवाड़ के मालदेव, आमेर के पृथ्वीराज, बीकानेर के कल्याणमल, सिरोही के अखैराज, मेवात के हसन खाँ मेवाती और महमूद लोदी सहित 7 राजा, 9 राव और 104 सरदार एकत्रित हुए थे। बाबर ने तोपों और तुलुगमा व्यूह रचना का प्रयोग किया और सैनिकों का मनोबल बढ़ाने हेतु तमगा कर समाप्त किया तथा शराब के प्याले तोड़कर जिहाद की घोषणा की। घायल सांगा को सुरक्षित बसवा (दौसा) लाया गया जहाँ उनका चबूतरा बना है। झाला अज्जा लड़ते हुए वीरगति को प्राप्त हुए। कर्नल टॉड ने सांगा को 80 घावों के कारण 'सैनिक भग्नावशेष' कहा था। 30 जनवरी 1528 को कालपी में सांगा का देहांत हुआ तथा मांडलगढ़ में उनकी छतरी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1534-35 ई. में गुजरात के सुल्तान बहादुर शाह के चित्तौड़ पर दूसरे आक्रमण के समय चित्तौड़ का दूसरा साका हुआ। इस साके में वीरों का केसरिया किसके नेतृत्व में और जौहर किसके नेतृत्व में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जयमल राठौड़ के नेतृत्व में केसरिया तथा फूलकंवर के नेतृत्व में जौहर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रावत बाघसिंह (देवलिया) के नेतृत्व में केसरिया तथा रानी कर्मावती के नेतृत्व में जौहर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गोरा-बादल के नेतृत्व में केसरिया तथा रानी पद्मिनी के नेतृत्व में जौहर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पत्ता सिसोदिया के नेतृत्व में केसरिया तथा अजबदे पंवार के नेतृत्व में जौहर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रावत बाघसिंह (देवलिया) के नेतृत्व में केसरिया तथा रानी कर्मावती के नेतृत्व में जौहर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जयमल राठौड़ के नेतृत्व में केसरिया तथा फूलकंवर के नेतृत्व में जौहर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गोरा-बादल के नेतृत्व में केसरिया तथा रानी पद्मिनी के नेतृत्व में जौहर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पत्ता सिसोदिया के नेतृत्व में केसरिया तथा अजबदे पंवार के नेतृत्व में जौहर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 सांगा की मृत्यु के बाद अल्पवयस्क विक्रमादित्य के समय 1534-35 ई. में गुजरात के सुल्तान बहादुर शाह ने चित्तौड़ पर तोपों सहित भीषण आक्रमण किया। संरक्षिका रानी कर्मावती ने संकट भांपकर मुगल बादशाह हुमायूँ को राखी भेजकर भाई बनाकर सहायता की याचना की, परंतु हुमायूँ समय पर चित्तौड़ नहीं पहुँचा। दुर्ग की रक्षा का भार देवलिया (प्रतापगढ़) के रावत बाघसिंह को सौंपा गया। बाघसिंह के नेतृत्व में राजपूतों ने केसरिया बाना पहनकर भीषण युद्ध किया और वीरगति पाई (चित्तौड़ के पांडन पोल पर बाघसिंह का स्मारक है)। रानी कर्मावती के नेतृत्व में सैकड़ों राजपूत वीरांगनाओं ने जौहर किया। यह चित्तौड़ का दूसरा साका कहलाता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दासी पुत्र बनवीर से महाराणा सांगा के सबसे छोटे पुत्र उदयसिंह के प्राणों की रक्षा करने हेतु अपने सगे पुत्र 'चंदन' का बलिदान देने वाली मेवाड़ की अमर वीरांगना पन्नाधाय किस जाति से संबंधित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गुर्जर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राजपूत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गुर्जर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पन्नाधाय गुर्जर जाति की एक असाधारण और निष्ठावान महिला थीं, जो कुँवर उदयसिंह की धाय माँ थीं। 1536 ई. में जब दासी पुत्र बनवीर ने महाराणा विक्रमादित्य की हत्या कर दी और नंगी तलवार लेकर सोए हुए बालक उदयसिंह की हत्या करने महल में आया, तब पन्नाधाय ने असीम त्याग का परिचय देते हुए उदयसिंह के स्थान पर अपने सगे पुत्र चंदन को सुला दिया। बनवीर ने चंदन को उदयसिंह समझकर टुकड़े-टुकड़े कर दिया। पन्नाधाय ने कीरत बारी की सहायता से उदयसिंह को पत्तलों की टोकरी में छिपाकर सुरक्षित बाहर निकाला और कुम्भलगढ़ के किलेदार आशा देवपुरा के पास पहुँचाया। 1540 में मावली के युद्ध में मालदेव की सहायता से बनवीर को मारकर उदयसिंह चित्तौड़ के शासक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1567-68 ई. में मुगल सम्राट अकबर द्वारा चित्तौड़गढ़ दुर्ग के घेराव और तीसरे साके के संदर्भ में निम्नलिखित कथनों पर विचार कीजिए: A. महाराणा उदयसिंह ने सरदारों की सलाह पर दुर्ग की रक्षा का भार जयमल मेड़तिया और पत्ता सिसोदिया (आमेट) को सौंपकर स्वयं गोगुंदा की पहाड़ियों में चले गए थे। B. वीर कल्लाजी राठौड़ ने घायल जयमल को अपने कंधों पर बैठाकर युद्ध लड़ा, जिसके कारण उन्हें 'चार हाथों वाले लोकदेवता' कहा जाता है। C. पत्ता सिसोदिया की पत्नी फूलकंवर के नेतृत्व में राजपूत स्त्रियों ने ऐतिहासिक जौहर किया। D. अकबर ने चित्तौड़ विजय के बाद लगभग 30,000 निर्दोष नगरवासियों के कत्लेआम का आदेश दिया, जो उसके जीवन पर एक अमिट कलंक माना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का तीसरा साका फरवरी 1568 ई. में हुआ। अकबर ने चित्तौड़ को चारों ओर से घेरकर साबात और सुरंगों का निर्माण कराया था। जयमल राठौड़ अकबर की संग्राम नामक बंदूक की गोली से पैर में घायल हो गए थे, तब उनके भतीजे कल्लाजी राठौड़ ने उन्हें अपने कंधों पर बैठाकर दोनों हाथों में तलवारें लेकर अद्भुत युद्ध लड़ा। जयमल और पत्ता लड़ते हुए वीरगति को प्राप्त हुए। फूलकंवर के नेतृत्व में जौहर हुआ। अकबर ने आवेश में आकर 30,000 नागरिकों का कत्लेआम कराया। हालाँकि अकबर जयमल और पत्ता की अप्रतिम वीरता से इतना प्रभावित हुआ कि उसने आगरा के किले के प्रवेश द्वार पर इन दोनों वीरों की हाथी पर सवार पाषाण प्रतिमाएं स्थापित करवाई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महाराणा प्रताप को अपनी अधीनता स्वीकार कराने हेतु 1572 से 1573 ई. के मध्य अकबर द्वारा भेजे गए चार शिष्टमंडलों (दूतों) का सही कालानुक्रम क्या है? सूची-I (शिष्टमंडल क्रम): सूची-I: A. प्रथम शिष्टमंडल (नवंबर 1572) B. द्वितीय शिष्टमंडल (जून 1573) C. तृतीय शिष्टमंडल (अक्टूबर 1573) D. चतुर्थ शिष्टमंडल (दिसंबर 1573) सूची-II: 1. कुँवर मानसिंह कछवाहा 2. जलाल खाँ कोरची 3. राजा टोडरमल 4. राजा भगवंतदास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अकबर ने गुजरात विजय के उपरांत महाराणा प्रताप (जन्म 9 मई 1540 कुम्भलगढ़, राज्याभिषेक 28 फरवरी 1572 गोगुंदा) को बिना युद्ध के अधीनता में लाने हेतु चार राजदूत भेजे थे। इसका सूत्र 'जमाभाटो' (J-M-Bh-T) है: 1. जलाल खाँ कोरची (नवंबर 1572); 2. आमेर के कुँवर मानसिंह (जून 1573, जिनकी प्रताप से उदयसागर झील की पाल पर मुलाकात हुई थी); 3. आमेर के राजा भगवंतदास (अक्टूबर 1573); 4. दीवान राजा टोडरमल (दिसंबर 1573)। जब चारों शिष्टमंडल प्रताप को स्वाभिमान और स्वतंत्रता का त्याग करने के लिए सहमत करने में पूरी तरह असफल रहे, तब अकबर ने मेवाड़ के विरुद्ध प्रत्यक्ष युद्ध की योजना अजमेर के किले (मैगजीन) में तैयार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 जून 1576 ई. को लड़े गए विश्वप्रसिद्ध 'हल्दीघाटी के युद्ध' के संदर्भ में निम्नलिखित कथनों पर विचार कीजिए: A. अबुल फजल ने इसे 'खमनौर का युद्ध' तथा अब्दुल कादिर बदायूनी ने इसे 'गोगुंदा का युद्ध' कहा है। B. महाराणा प्रताप की सेना की अग्रिम पंक्ति (हरावल) का नेतृत्व अफगान सेनापति हकीम खाँ सूर ने किया था। C. भील सेना का नेतृत्व पूंजा भील (पानरवा) ने किया तथा चंदावल (पिछली पंक्ति) में मोर्चा संभाला। D. जब प्रताप घायल हुए, तब सादड़ी के झाला बीदा (मन्ना) ने मेवाड़ का छत्र व मुकुट धारण कर युद्ध जारी रखा और वीरगति पाई।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हल्दीघाटी का युद्ध रक्ततलाई में लड़ा गया अद्वितीय स्वतंत्रता संग्राम था। कर्नल टॉड ने इसे 'मेवाड़ की थर्मोपल्ली' कहा है। बदायूनी इस युद्ध में उपस्थित था जिसने राजपूतों के खून से अपनी दाढ़ी रंगी थी। प्रताप के हरावल का नेतृत्व मुस्लिम पठान हकीम खाँ सूर ने किया (जिनका मकबरा खमनौर में है)। कृष्णदास चूंडावत, रामसिंह तंवर (ग्वालियर) और झाला मानसिंह लड़े। मुगल सेना का मुख्य सेनापति मानसिंह कछवाहा था तथा आसफ खाँ सहयोगी था। मिहत्तर खाँ ने अकबर के आने की झूठी अफवाह फैलाकर भागती मुगल सेना को रोका। प्रताप के प्रिय घोड़े चेतक ने मानसिंह के हाथी मर्दाना पर छलांग लगाई थी; घायल चेतक ने बलीचा गाँव में प्राण त्यागे जहाँ उसकी समाधि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अक्टूबर 1582 ई. में महाराणा प्रताप ने मुगलों की प्रमुख सैनिक छावनी पर आक्रमण कर अकबर के चाचा सुल्तान खाँ को पराजित किया और 36 मुगल चौकियाँ छीन लीं। कर्नल टॉड ने इस युद्ध को क्या संज्ञा दी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मेवाड़ की थर्मोपल्ली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मेवाड़ का मैराथन (दिवेर का युद्ध)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बादशाह बाग का युद्ध</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हाथियों का युद्ध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मेवाड़ का मैराथन (दिवेर का युद्ध)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मेवाड़ की थर्मोपल्ली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बादशाह बाग का युद्ध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हाथियों का युद्ध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अक्टूबर 1582 ई. में राजसमंद में स्थित दिवेर की घाटी में लड़ा गया 'दिवेर का युद्ध' महाराणा प्रताप की विजयों का गौरवपूर्ण प्रस्थान बिंदु था। इस युद्ध में कुँवर अमरसिंह प्रथम ने सुल्तान खाँ पर भाले का ऐसा भीषण प्रहार किया कि भाला सुल्तान खाँ के बख्तरबंद शरीर और उसके घोड़े को चीरता हुआ जमीन में धँस गया। मुगलों की भयानक पराजय हुई। कर्नल जेम्स टॉड ने इस युद्ध की तुलना यूनान के ऐतिहासिक मैराथन युद्ध से करते हुए इसे 'मेवाड़ का मैराथन' कहा। इसके बाद प्रताप ने कुम्भलगढ़ सहित 36 चौकियाँ जीत लीं और 1585 में लूणा चावंडिया को पराजित कर 'चावंड' को अपनी संकटकालीन राजधानी बनाया जो 1615 तक राजधानी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5 फरवरी 1615 ई. को संपन्न हुई ऐतिहासिक 'मुगल-मेवाड़ संधि' के संदर्भ में निम्नलिखित कथनों पर विचार कीजिए: A. यह संधि मेवाड़ के महाराणा अमरसिंह प्रथम और मुगल बादशाह जहाँगीर (शहजादा खुर्रम के माध्यम से) के मध्य संपन्न हुई थी। B. संधि की शर्तों के अनुसार मेवाड़ के महाराणा को मुगल दरबार में व्यक्तिगत रूप से उपस्थित होने से स्थायी छूट दी गई तथा कुँवर कर्णसिंह दरबार में उपस्थित हुए। C. मुगलों ने चित्तौड़गढ़ दुर्ग मेवाड़ को लौटा दिया, परंतु इस शर्त के साथ कि चित्तौड़ दुर्ग की मरम्मत या किलेबंदी नहीं की जाएगी। D. मेवाड़ किसी भी मुगल वैवाहिक संबंध के लिए बाध्य नहीं होगा तथा 1000 घुड़सवारों की सेना मुगल सेवा में रखेगा।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मुगल-मेवाड़ संधि (1615 ई.) के संबंध में सभी कथन पूर्णतः सत्य हैं। जहाँगीर द्वारा बार-बार भेजे गए अभियानों (परवेज, महावत खाँ, अब्दुल्ला खाँ) की विफलता के बाद शहजादा खुर्रम ने मेवाड़ में भीषण तबाही मचाई। सरदारों और कुँवर कर्णसिंह के आग्रह पर महाराणा अमरसिंह प्रथम ने संधि स्वीकार की, जिसके दूत शुभकर्ण और हरिदास झाला थे। जहाँगीर ने अत्यंत सम्मानजनक शर्तें रखीं: महाराणा व्यक्तिगत रूप से उपस्थित नहीं होंगे, चित्तौड़ वापस मिलेगा (बिना मरम्मत के), कोई वैवाहिक संबंध थोपा नहीं जाएगा और 1000 सवार शाही सेवा में रहेंगे। अमरसिंह इस पराधीनता से इतने व्यथित हुए कि उन्होंने राजकार्य कर्णसिंह को सौंप दिया और स्वयं नौचौकी पाल पर एकांतवास में चले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महाराणा राजसिंह प्रथम (1652-1680 ई., 'विजयकटकातु') के सांस्कृतिक एवं राजनीतिक कार्यों के संदर्भ में निम्नलिखित कथनों पर विचार कीजिए: A. उन्होंने किशनगढ़ की राजकुमारी चारुमति से औरंगजेब की इच्छा के विरुद्ध विवाह किया था। B. 1669 ई. में जब औरंगजेब ने हिंदू मंदिरों को तोड़ने का फरमान जारी किया, तब राजसिंह ने नाथद्वारा (सिहाड़) में 'श्रीनाथजी' तथा कांकरोली में 'द्वारकाधीश' मंदिर की स्थापना करवाई। C. 1662 से 1676 ई. के मध्य अकाल राहत कार्यों के तहत गोमती नदी के जल को रोककर भव्य 'राजसमंद झील' का निर्माण करवाया। D. उन्होंने मारवाड़ के शिशु शासक अजीतसिंह और वीर दुर्गादास राठौड़ को शरण देकर औरंगजेब के विरुद्ध 'राठौड़-सिसोदिया गठबंधन' का निर्माण किया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राजसिंह प्रथम मेवाड़ के अत्यंत साहसी शासक थे जिन्हें जल प्रबंधन कार्यों के कारण 'हाइड्रोलिक रूलर' भी कहा जाता है। उन्होंने औरंगजेब द्वारा 1679 में लगाए गए 'जजिया कर' का लिखित कड़ा विरोध किया था। ब्रज से लाई गई श्रीनाथजी की मूर्ति को सिहाड़ में स्थापित कराकर वल्लभ संप्रदाय की प्रधान पीठ बनाई। राजसमंद झील की नौचौकी पाल पर 25 शिलालेखों पर उत्कीर्ण 'राजप्रशस्ति' महाकाव्य के रचयिता उनके दरबारी कवि रणछोड़ भट्ट तैलंग थे। सलूँबर के रावत रतनसिंह चूंडावत की नवविवाहिता पत्नी हाड़ी रानी (सहल कँवर) ने इन्हीं के काल में पति को युद्ध में कर्तव्य निभाने हेतु अपना शीश काटकर 'सेनाणी' के रूप में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मराठों के राजस्थान में बढ़ते उपद्रव और चौथ वसूली को रोकने हेतु 17 जुलाई 1734 ई. को भीलवाड़ा के हुरड़ा नामक स्थान पर आयोजित ऐतिहासिक 'हुरड़ा सम्मेलन' की अध्यक्षता किस शासक 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जयसिंह द्वितीय (जयपुर)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जगतसिंह द्वितीय (मेवाड़)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अभयसिंह (जोधपुर)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महाराव दुर्जनशाल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महाराणा जगतसिंह द्वितीय (मेवाड़)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जयसिंह द्वितीय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अभयसिंह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 दुर्जनशाल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 जुलाई 1734 ई. को भीलवाड़ा के हुरड़ा नामक कस्बे में राजस्थान के प्रमुख राजपूत नरेशों का एक संयुक्त सम्मेलन आयोजित किया गया था। इस सम्मेलन की मूल योजना मेवाड़ के महाराणा संग्रामसिंह द्वितीय ने बनाई थी, किंतु सम्मेलन से पूर्व उनका देहांत हो जाने के कारण इसकी अध्यक्षता उनके उत्तराधिकारी महाराणा जगतसिंह द्वितीय (मेवाड़) ने की। इसके मुख्य आयोजक जयपुर के सवाई जयसिंह द्वितीय थे। इसमें मारवाड़ के अभयसिंह, बीकानेर के जोरावरसिंह, कोटा के दुर्जनशाल, बूंदी के दलेलसिंह, नागौर के बख्तसिंह और करौली के गोपालपाल सम्मिलित हुए थे। यद्यपि राजपूत राजाओं के आपसी अविश्वास और व्यक्तिगत स्वार्थों के कारण यह सम्मेलन असफल सिद्ध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1807 ई. के प्रसिद्ध 'गिंगोली के युद्ध' (परबतसर, नागौर) का मुख्य कारण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सांभर झील के नमक कर को लेकर जयपुर और जोधपुर का विवाद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मेवाड़ की राजकुमारी कृष्णा कुमारी से विवाह को लेकर जयपुर महाराजा जगतसिंह द्वितीय और जोधपुर महाराजा मानसिंह के मध्य विवाद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मराठा सरदार दौलतराव सिंधिया द्वारा खिराज की मांग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बीकानेर और जोधपुर के मध्य सीमा विवाद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मेवाड़ की राजकुमारी कृष्णा कुमारी से विवाह को लेकर जयपुर महाराजा जगतसिंह द्वितीय और जोधपुर महाराजा मानसिंह के मध्य विवाद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सांभर झील के नमक कर को लेकर जयपुर और जोधपुर का विवाद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मराठा सरदार दौलतराव सिंधिया द्वारा खिराज की मांग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बीकानेर और जोधपुर के मध्य सीमा विवाद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के महाराणा भीमसिंह की अत्यंत रूपवती राजकुमारी 'कृष्णा कुमारी' की सगाई पहले जोधपुर के महाराजा भीमसिंह से तय हुई थी। किंतु विवाह से पूर्व ही महाराजा भीमसिंह की मृत्यु हो गई। इसके बाद महाराणा ने कृष्णा कुमारी का संबंध जयपुर के महाराजा सवाई जगतसिंह द्वितीय से तय कर दिया। जोधपुर की गद्दी पर बैठे नए महाराजा मानसिंह राठौड़ ने इसे मारवाड़ का अपमान मानते हुए विरोध किया। इसके परिणामस्वरूप मार्च 1807 में गिंगोली (नागौर) का भीषण युद्ध हुआ जिसमें अमीर खाँ पिंडारी के सहयोग से जयपुर की सेना ने जोधपुर को पराजित किया। अंततः मेवाड़ और राजपूताना में शांति स्थापित करने हेतु अमीर खाँ पिंडारी और अजीतसिंह चूंडावत के दबाव में जुलाई 1810 में कृष्णा कुमारी को विष देकर आत्मबलिदान के लिए विवश कर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वागड़ (बांसवाड़ा) के किस अंतिम गुहिल शासक ने 1948 ई. में राजस्थान संघ के विलय पत्र (Instrument of Accession) पर हस्ताक्षर करते हुए यह मार्मिक कथन कहा था कि 'मैं अपने डेथ वारंट पर हस्ताक्षर कर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महारावल लक्ष्मणसिंह (डूंगरपुर)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महारावल चंद्रवीरसिंह (बांसवाड़ा)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महारावल उदयसिंह द्वितीय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महारावल दलपतसिंह (प्रतापगढ़)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महारावल चंद्रवीरसिंह (बांसवाड़ा)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महारावल लक्ष्मणसिंह (डूंगरपुर)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महारावल उदयसिंह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महारावल दलपतसिंह (प्रतापगढ़)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बांसवाड़ा रियासत के अंतिम महारावल चंद्रवीरसिंह (1944-1948 ई.) ने 25 मार्च 1948 को राजस्थान के एकीकरण के द्वितीय चरण (पूर्व राजस्थान संघ) के विलय पत्र पर हस्ताक्षर करते समय अपनी विवशता और रियासती स्वायत्तता खोने के दुःख में ऐतिहासिक टिप्पणी की थी: 'I am signing my Death Warrant' (मैं अपने मृत्यु पत्र/डेथ वारंट पर हस्ताक्षर कर रहा हूँ)। बांसवाड़ा में स्वतंत्र गुहिल शाखा की स्थापना महाराणा सांगा के सहयोगी डूंगरपुर के उदयसिंह के पुत्र जगमाल ने 16वीं शताब्दी में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के राठौड़ राजवंश के प्रारंभिक उद्भव और संस्थापकों के संदर्भ में निम्नलिखित कथनों पर विचार कीजिए: A. राठौड़ वंश के आदिपुरुष राव सीहा थे, जिन्होंने 13वीं सदी में पालीवाल ब्राह्मणों की रक्षा हेतु पाली को अपना प्रारंभिक केंद्र बनाया था। B. 1273 ई. के बीठू गाँव (पाली) के शिलालेख के अनुसार राव सीहा ने लाख झंवर के युद्ध में गायों की रक्षा करते हुए वीरगति प्राप्त की थी। C. राव धूहड़ (1291-1309 ई.) कर्नाटक से राठौड़ों की कुलदेवी चक्रेश्वरी (नागणेची माता) की 18 भुजाओं वाली काष्ठ प्रतिमा लाकर नागणा गाँव (बालोतरा) में स्थापित की थी। D. लोकदेवता रावल मल्लीनाथ ने महेवा क्षेत्र को तुर्कों से मुक्त कराया, जिनके नाम पर पश्चिमी मारवाड़ का क्षेत्र 'मालानी' कहलाया।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के राठौड़ों के संबंध में सभी कथन ऐतिहासिक रूप से सत्य हैं। राठौड़ों की उत्पत्ति संस्कृत के 'राष्ट्रकूट' शब्द से मानी जाती है। राव सीहा कन्नौज के जयचंद गहड़वाल के प्रपौत्र माने जाते हैं। उन्होंने पाली क्षेत्र में राठौड़ शक्ति की नींव रखी; बीठू अभिलेख उनकी छतरी पर उत्कीर्ण है जहाँ उनकी पत्नी पार्वती सोलंकी सती हुई थी। राव धूहड़ ने कुलदेवी नागणेची माता (पंछी रूप में बाज) का मूल मंदिर नागणा में बनवाया। रावल मल्लीनाथ (1358-1399 ई.) एक सिद्ध योद्धा और लोकदेवता थे जिन्होंने 1378 में मालवा के सूबेदार निजामुद्दीन की सेना को पराजित किया था तथा तिलवाड़ा में विशाल हरि कीर्तन करवाया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के शासक राव जोधा (1438-1489 ई.) के ऐतिहासिक कार्यों के संदर्भ में निम्नलिखित कथनों पर विचार कीजिए: A. 1453 ई. में उन्होंने महाराणा कुंभा के साथ सोजत को सीमा केंद्र मानकर 'आवल-बावल की संधि' की थी। B. उन्होंने मई 1459 ई. में जोधपुर नगर की स्थापना की तथा चिड़ियाटूक पहाड़ी पर 'मेहरानगढ़ दुर्ग' (मयूरध्वजगढ़) का निर्माण करवाया। C. मेहरानगढ़ दुर्ग की नींव लोकदेवी करणी माता (रिद्धू बाई) के कर-कमलों द्वारा रखी गई थी। D. जोधा की हाड़ी रानी जसमादे ने मेहरानगढ़ की तलहटी में प्रसिद्ध 'राणीसर तालाब' का निर्माण करवाया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जोधा रणमल के पुत्र थे। 1438 में रणमल की चित्तौड़ में हत्या के बाद जोधा ने कड़ा संघर्ष किया और 1453 में हंसाबाई की मध्यस्थता से कुंभा के साथ आवल-बावल की संधि कर मारवाड़ की सीमाएं तय कीं (अपनी पुत्री शृंगार देवी का विवाह कुंभा के पुत्र रायमल से किया, जिन्होंने घोसुण्डी बावड़ी बनवाई)। 1459 में जोधपुर को नई राजधानी बनाया और मेहरानगढ़ की नींव रखी जहाँ राजिया बाम्बी (राजाराम मेघवाल) को जीवित दफनाया गया था। इस दुर्ग को रुडयार्ड किपलिंग ने 'देवताओं, परियों और फरिश्तों द्वारा निर्मित' कहा था। दुर्ग में चामुंडा माता, नागणेची माता, शंभूबाण, किलकिला और गजनी खाँ तोपें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मारवाड़ में प्रतिवर्ष चैत्र कृष्ण अष्टमी से चैत्र शुक्ल तृतीया तक मनाया जाने वाला प्रसिद्ध 'घुड़ला उत्सव/नृत्य' राव जोधा के किस पुत्र के शासनकाल में अजमेर के सूबेदार मल्लू खाँ के सेनापति घुड़ले खाँ के वध की स्मृति में आरंभ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बीका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सातलदेव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सूजा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गांगा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 सातलदेव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बीका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सूजा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गांगा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सातलदेव (1489-1492 ई.) ने 1492 ई. में पीपाड़/कोसाणा (जोधपुर) के युद्ध में अजमेर के हाकिम मल्लू खाँ के सेनापति घुड़ले खाँ को पराजित कर मार डाला था, क्योंकि उसने तीजों की पूजा कर रही 140 कुँवारी कन्याओं का अपहरण कर लिया था। सातलदेव ने कन्याओं को मुक्त कराया और घुड़ले खाँ का सिर काटकर बालिकाओं को सौंप दिया। इसी विजय की स्मृति में मारवाड़ में 'घुड़ला नृत्य' (छिद्रित मटके में जलता दीपक रखकर महिलाओं द्वारा किया जाने वाला नृत्य) आरंभ हुआ। सातलदेव युद्ध में अत्यधिक घायल होने के कारण इसी दिन वीरगति को प्राप्त हुए थे। वर्तमान में बोरूंदा (जोधपुर) स्थित रूपायन संस्थान (कोमल कोठारी व विजयदान देथा) ने इसे अंतरराष्ट्रीय ख्याति दिलाई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के शासक राव मालदेव (1532-1562 ई.) के संदर्भ में निम्नलिखित कथनों पर विचार कीजिए: A. फारसी इतिहासकारों (निजामुद्दीन व अबुल फजल) ने मालदेव को 'हशमत वाला बादशाह' (प्रतापी व शक्तिशाली राजा) कहा है। B. मालदेव की रानी उमादे (जैसलमेर के राव लूणकरण की पुत्री) विवाह की पहली रात ही रूठ जाने के कारण इतिहास में 'रूठी रानी' के नाम से प्रसिद्ध हुईं। C. 1541-42 ई. के पाहेबा/साहेबा के युद्ध में मालदेव ने बीकानेर के राव जैतसी को पराजित कर मार डाला था। D. 5 जनवरी 1544 के गिरी-सुमेल (जैतारण) युद्ध में मालदेव के वीर सेनापति जैता और कूंपा की असाधारण वीरता देखकर शेरशाह सूरी ने कहा था कि 'एक मुट्ठी बाजरे के लिए मैं हिंदुस्तान की बादशाही खो देता'।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मालदेव के संबंध में सभी कथन पूर्णतः सत्य हैं। मालदेव ने 52 युद्धों और 58 परगनों की विजय से मारवाड़ का सर्वाधिक विस्तार किया। रूठी रानी उमादे ने अपना शेष जीवन अजमेर के तारागढ़ और अंत में केलवा में बिताया तथा मालदेव की मृत्यु पर उनकी पगड़ी के साथ सती हुईं। गिरी-सुमेल युद्ध में शेरशाह सूरी ने जाली पत्रों द्वारा मालदेव के मन में जैता-कूंपा के प्रति अविश्वास पैदा कर दिया जिससे मालदेव युद्ध भूमि से सिवाना चले गए। किंतु जैता और कूंपा ने मात्र 12,000 वीरों के साथ शेरशाह की 80,000 की सेना पर ऐसा भीषण प्रहार किया कि शेरशाह पराजय के कगार पर पहुँच गया था। जलाल खाँ जलवानी की ताजी कुमुक आने से शेरशाह बाल-बाल बचा और उसने उक्त प्रसिद्ध कथन कहा।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राव चंद्रसेन (1562-1581 ई.) के संदर्भ में निम्नलिखित कथनों पर विचार कीजिए: A. उन्हें 'मारवाड़ का प्रताप', 'प्रताप का अग्रगामी/पथ-प्रदर्शक' तथा 'भूला-बिसरा राजा' (The Forgotten Hero) कहा जाता है। B. नवंबर 1570 ई. के अकबर के नागौर दरबार में वे उपस्थित हुए, किंतु अकबर का पक्षपाती व्यवहार देखकर बिना अधीनता स्वीकार किए वापस लौट गए। C. वे राजस्थान के प्रथम शासक थे जिन्होंने दुर्गों में बंद रहकर युद्ध करने के स्थान पर अरावली के जंगलों और पहाड़ियों (भाद्राजूण, सिवाना) में छापामार युद्ध नीति को प्राथमिकता दी। D. 11 जनवरी 1581 को सारण (पाली) की पहाड़ियों में सिच्याप गाँव के निकट उनका निधन हुआ जहाँ उनकी समाधि व छतरी स्थित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चंद्रसेन मालदेव और रानी स्वरूप दे के तीसरे पुत्र थे। उन्होंने अपने बड़े भाइयों राम और उदयसिंह के विरोध तथा अकबर की संपूर्ण शक्ति का आजीवन सामना किया। नागौर दरबार (1570) में जब बीकानेर के कल्याणमल और जैसलमेर के हरराय ने मुगलों की अधीनता स्वीकार की, तब चंद्रसेन ने स्वाधीनता का मार्ग चुना। अकबर ने रायसिंह (बीकानेर) और शाहबाज खाँ को सेना देकर भेजा और जोधपुर को खालसा घोषित किया। चंद्रसेन ने भाद्राजूण और सिवाना से गुरिल्ला युद्ध लड़ा। इतिहासकार विश्वेश्वरनाथ रेऊ ने सर्वप्रथम चंद्रसेन के अप्रतिम स्वाधीनता संघर्ष को उजागर कर उनकी तुलना महाराणा प्रताप से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1644 ई. में बीकानेर के राजा कर्णसिंह और नागौर के राव अमरसिंह राठौड़ के मध्य सीमा विवाद और तरबूज की बेल को लेकर लड़े गए प्रसिद्ध युद्ध को किस नाम से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साहेबा का युद्ध</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मतीरे की राड़ (जाखणियाँ गाँव का युद्ध)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दत्ताणी का युद्ध</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हरमाड़ा का युद्ध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मतीरे की राड़ (जाखणियाँ गाँव का युद्ध)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साहेबा का युद्ध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दत्ताणी का युद्ध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हरमाड़ा का युद्ध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1644 ई. में बीकानेर रियासत के गाँव सीलवा और नागौर रियासत के गाँव जाखणियाँ की सीमा पर एक मतीरे (तरबूज) की बेल उग आई थी, जिसका फल सीमा पार चला गया था। फल के मालिकाना हक को लेकर दोनों गाँवों के किसानों में विवाद हुआ जो दोनों रियासतों के मध्य भीषण युद्ध में बदल गया, जिसे इतिहास में 'मतीरे की राड़' कहा जाता है। इस युद्ध में बीकानेर के महाराजा कर्णसिंह की सेना ने नागौर के अमरसिंह राठौड़ की सेना को पराजित किया था। अमरसिंह राठौड़ शाहजहाँ के दरबार में मीर बख्शी सलावत खाँ को भरी सभा में कटार से मारने के कारण 'कटार का धणी' कहलाए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के महाराजा जसवंतसिंह प्रथम (1638-1678 ई.) के संदर्भ में निम्नलिखित कथनों पर विचार कीजिए: A. 1658 ई. के धरमत के युद्ध में उन्होंने मुगल राजकुमार दारा शिकोह के पक्ष में औरंगजेब की शाही सेना के विरुद्ध युद्ध लड़ा था। B. वे स्वयं एक उच्च कोटि के विद्वान थे और उन्होंने 'भाषा भूषण', 'आनंद विलास', 'सिद्धांत बोध' और 'प्रबोध चंद्रोदय' जैसे ग्रंथों की रचना की थी। C. उनके प्रसिद्ध दीवान मुहणोत नैणसी ने 'नैणसी री ख्यात' तथा 'मारवाड़ रा परगना री विगत' (राजस्थान का गजेटियर) की रचना की थी। D. 28 नवंबर 1678 को जमरूद (अफगानिस्तान) में उनकी मृत्यु पर औरंगजेब ने कहा था कि 'आज कुफ्र (धर्म-विरोध) का दरवाजा टूट गया'।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जसवंतसिंह प्रथम मारवाड़ के अत्यंत प्रभावशाली शासक थे। शाहजहाँ ने उन्हें महाराजा की पदवी और 7000 का मनसब दिया था। धरमत के युद्ध में कासिम खाँ के विश्वासघात से पराजित होकर लौटने पर उनकी हाड़ी रानी (महामाया) ने किले के द्वार बंद कर दिए थे कि राजपूत या तो विजयी होकर लौटते हैं या वीरगति पाते हैं। उनके दीवान मुहणोत नैणसी को मुंशी देवीप्रसाद ने 'राजपूताने का अबुल फजल' कहा है। जसवंतसिंह की मृत्यु जमरूद में हुई। औरंगजेब उनके प्रबल विरोधी व्यक्तित्व से इतना आतंकित था कि उनकी मृत्यु की खबर सुनकर उसने कहा- 'आज कुफ्र का दरवाजा ढह गया' और तत्काल जोधपुर को खालसा घोषित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 शिरोमणि दुर्गादास राठौड़ के संबंध में निम्नलिखित कथनों पर विचार कीजिए: A. उन्होंने महाराजा जसवंतसिंह के मरणोपरांत उनके नवजात पुत्र अजीतसिंह को औरंगजेब के चंगुल से निकालने हेतु गौराधाय और मुकुंददास खींची के साथ मिलकर साहसिक अभियान चलाया। B. कर्नल जेम्स टॉड ने दुर्गादास राठौड़ को 'राठौड़ों का यूलीसेज' (Ulysses of Rathores) तथा इतिहास में उन्हें 'मारवाड़ का अणबिंधिया मोती' कहा गया है। C. उन्होंने अजीतसिंह को मारवाड़ की गद्दी दिलाने हेतु मुगलों से लगातार 30 वर्षों (1678-1708 ई.) तक स्वाधीनता संघर्ष किया। D. जीवन के अंतिम समय में अजीतसिंह द्वारा मारवाड़ से निष्कासित किए जाने पर वे उज्जैन चले गए जहाँ क्षिप्रा नदी के तट पर उनकी छतरी बनी हुई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दुर्गादास राठौड़ (पिता आसकरण, गाँव सालवा) मारवाड़ के इतिहास के सबसे निष्काम, स्वामिभक्त और वीर सेनानायक थे। उन्होंने औरंगजेब की कैद (किशनगढ़ की हवेली, दिल्ली) से बालक अजीतसिंह को छुड़ाकर सिरोही के कालिंद्री गाँव में जयदेव पुरोहित के संरक्षण में रखा और मेवाड़ महाराणा राजसिंह से केलवा की जागीर दिलवाई। दुर्गादास ने शहजादा अकबर को अपने पक्ष में कर औरंगजेब के विरुद्ध विद्रोह कराया तथा अकबर के बच्चों (बुलंद अख्तर व साफियतुन्निसा) को शुद्ध इस्लामी तालीम देकर औरंगजेब को सौंपकर उच्च चारित्रिक आदर्श प्रस्तुत किया। 1708 में देबारी समझौते से अजीतसिंह जोधपुर के राजा बने, किंतु कान के कच्चे अजीतसिंह ने बाद में दुर्गादास को देश निकाला दे दिया। 1718 में उज्जैन में दुर्गादास का निधन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जोधपुर महाराजा अभयसिंह के शासनकाल में 28 अगस्त 1730 (भाद्रपद शुक्ल दशमी) को खेजड़ली गाँव में पेड़ों की रक्षा हेतु अमृता देवी विश्नोई के नेतृत्व में 363 नर-नारियों ने बलिदान दिया था। उस समय लकड़ी काटने वाला गिरधरदास किस पद पर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दीवान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हाकिम (सेनापति/अधिकारी)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कोतवाल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खजांची</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हाकिम (सेनापति/अधिकारी)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खजांची</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के महाराजा अभयसिंह को अपने मेहरानगढ़ दुर्ग में नए फूल महल के निर्माण हेतु चूने की भट्टियों के लिए ईंधन की आवश्यकता थी। उनके आदेश पर हाकिम (दीवान/गिरधारी दास भंडारी) खेजड़ली गाँव में विश्नोई समाज के पवित्र हरे खेजड़ी के वृक्षों को काटने सैनिकों के साथ पहुँचा। अमृता देवी विश्नोई ने पेड़ों से लिपटकर कहा: 'सिर साठे रूँख रहे तो भी सस्तो जाण'। उनकी तीन पुत्रियों सहित गाँव के कुल 363 विश्नोई नर-नारियों ने पेड़ों से चिपककर अपने शीश कटवा दिए। राजा को जब यह समाचार मिला तो उन्होंने तुरंत कटाई रुकवाई और विश्नोई क्षेत्र में हरे पेड़ काटने व शिकार पर प्रतिबंध लगाया। यहाँ प्रतिवर्ष भाद्रपद शुक्ल दशमी को विश्व का एकमात्र 'वृक्ष मेला' भरता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राठौड़ राजवंश के प्रारंभिक शासकों के संदर्भ में निम्नलिखित कथनों पर विचार कीजिए: A. 1488 ई. में राव जोधा के पुत्र राव बीका ने करणी माता के आशीर्वाद से अक्षय तृतीया के दिन बीकानेर राज्य की स्थापना की थी। B. राव लूणकरण को उनकी अत्यधिक दानशीलता के कारण जयसोम कृत 'कर्मचंद्रवंशोत्कीर्तन काव्यम्' में 'कलयुग का कर्ण' कहा गया है। C. राव जैतसी ने 1534 ई. में काबुल के मुगल शासक कामरान (हुमायूँ के भाई) को पराजित किया था। D. बीठू सूजा ने डिंगल भाषा में 'राव जैतसी रो छंद' नामक ऐतिहासिक ग्रंथ की रचना की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के राठौड़ों के संदर्भ में सभी चारों कथन सत्य हैं। राव बीका ने 1488 ई. में आखा तीज के दिन बीकानेर नगर बसाया (आज भी बीकानेर में इस दिन पतंग उड़ाई जाती है)। उन्होंने देशनोक में करणी माता के मूल मंदिर और कोडमदेसर में भैरव मंदिर का निर्माण करवाया। राव लूणकरण (1505-1526 ई.) ने लूणकरणसर झील बनवाई और 1526 में ढोसी के युद्ध में नारनौल के नवाब से लड़ते हुए वीरगति पाई। राव जैतसी (1526-1541 ई.) ने बाबर के पुत्र कामरान को हराया, जिसका विशद वर्णन बीठू सूजा के ग्रंथ 'राव जैतसी रो छंद' में मिलता है। 1541 ई. के साहेबा/पाहेबा के युद्ध में राव जैतसी मालदेव से लड़ते हुए वीरगति को प्राप्त हुए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शासक महाराजा रायसिंह (1574-1612 ई.) और उनके भाई पृथ्वीराज राठौड़ के संदर्भ में निम्नलिखित कथनों पर विचार कीजिए: A. राव कल्याणमल 1570 ई. के नागौर दरबार में अकबर की अधीनता स्वीकार करने वाले प्रथम राठौड़ शासक थे। B. मुंशी देवीप्रसाद ने महाराजा रायसिंह की दानशीलता और उदारता के कारण उन्हें 'राजपूताने का कर्ण' कहा था। C. महाराजा रायसिंह ने अपने मंत्री कर्मचंद की देखरेख में बीकानेर में प्रसिद्ध 'जूनागढ़ दुर्ग' (जमीन का जेवर) का निर्माण करवाया था। D. पृथ्वीराज राठौड़ अकबर के दरबारी कवि थे और उन्होंने गागरोन दुर्ग में प्रसिद्ध ग्रंथ 'वेलि क्रिसन रुकमणी री' लिखा जिसे दुरसा आढ़ा ने 5वाँ वेद कहा।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कथन ऐतिहासिक साक्ष्यों के अनुसार शत-प्रतिशत सत्य हैं। कल्याणमल ने 1570 में अकबर की सेवा स्वीकार कर अपने दोनों पुत्रों रायसिंह और पृथ्वीराज को मुगल दरबार में भेजा। रायसिंह को अकबर और जहाँगीर का परम विश्वास प्राप्त था (उन्हें 5000 का मनसब मिला)। रायसिंह ने जूनागढ़ दुर्ग के मुख्य द्वार पर जयमल और पत्ता की हाथी पर सवार मूर्तियाँ स्थापित करवाई थीं। पृथ्वीराज राठौड़ को इटली के विद्वान एल. पी. टेस्सीटोरी ने 'डिंगल का हैरोस' कहा था। वे राजस्थानी साहित्य में 'पीथल' कहलाए (कन्हैयालाल सेठिया की प्रसिद्ध कविता 'पाथल और पीथल')।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आधुनिक इतिहास और महाराजा गंगासिंह (1887-1943 ई.) के संदर्भ में निम्नलिखित कथनों पर विचार कीजिए: A. 1900 ई. में चीन के बॉक्सर विद्रोह के दमन हेतु उन्होंने 'गंगा रिसाला' (ऊँटों की सेना) भेजी थी, जिसके लिए उन्हें 'केसर-ए-हिंद' व चीन युद्ध पदक मिला। B. वे 1921 में गठित 'नरेंद्र मंडल' (Chamber of Princes) के प्रथम अध्यक्ष (चांसलर) बने तथा उन्होंने तीनों गोलमेज सम्मेलनों में भाग लिया था। C. उन्होंने 1927 ई. में सतलुज नदी का पानी लाकर 'गंगनहर' का निर्माण करवाया, जिसके कारण उन्हें 'आधुनिक भारत का भागीरथ' कहा जाता है। D. बीकानेर के अंतिम महाराजा शार्दुलसिंह ने 7 अगस्त 1947 को भारत संघ के विलय पत्र (Instrument of Accession) पर सबसे पहले हस्ताक्षर किए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गंगासिंह आधुनिक बीकानेर और राजस्थान के निर्माता माने जाते हैं। उन्होंने 1899 के 'छप्पनिया अकाल' के बाद बीकानेर के विकास की योजना बनाई। गंगनहर का उद्घाटन 1927 में तत्कालीन वायसराय लॉर्ड इरविन ने किया था (इसके मुख्य अभियंता रायबहादुर कंवर सेन थे)। गंगासिंह ने बनारस हिंदू विश्वविद्यालय (BHU) की स्थापना हेतु मदन मोहन मालवीय को सर्वाधिक आर्थिक सहायता दी थी। 1913 में प्रजा प्रतिनिधि सभा की स्थापना की। 1947 में भारत की स्वतंत्रता के समय बीकानेर के महाराजा शार्दुलसिंह ने दूरदर्शिता दिखाते हुए सभी देशी रियासतों में सर्वप्रथम 7 अगस्त 1947 को भारत में विलय के प्रपत्र पर हस्ताक्षर किए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1137 ई. में दौसा के बड़गुर्जरों और मीणाओं को पराजित कर ढूँढाड़ क्षेत्र में कछवाहा राजवंश की स्वतंत्र नींव रखने वाले मूल पुरुष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कोकिलदेव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दूल्हेराय (धोलेराय/तेजकरण)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भारमल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पृथ्वीराज कछवाहा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दूल्हेराय (धोलेराय/तेजकरण)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कोकिलदेव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भारमल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पृथ्वीराज कछवाहा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कछवाहा राजवंश भगवान श्रीराम के ज्येष्ठ पुत्र 'कुश' के वंशज माने जाते हैं, जो पहले मध्य प्रदेश के नरवर और ग्वालियर में शासन करते थे। 1137 ई. में नरवर के राजकुमार दूल्हेराय (तेजकरण/धोलेराय) ने दौसा के बड़गुर्जरों को हराकर ढूँढाड़ राज्य की नींव रखी और दौसा को अपनी पहली राजधानी बनाया। इसके बाद उन्होंने माची में मीणाओं को पराजित कर उस स्थान का नाम 'जमुवारामगढ़' रखा और अपनी कुलदेवी 'जमुवाय माता' का भव्य मंदिर बनवाया। 1207 ई. में उनके वंशज कोकिलदेव ने आमेर के मीणा शासक को पराजित कर आमेर को कछवाहों की तीसरी स्थायी राजधानी बनाया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आमेर के शासक राजा भारमल (1547-1574 ई.) के संदर्भ में निम्नलिखित कथनों पर विचार कीजिए: A. वे राजस्थान के प्रथम राजपूत शासक थे जिन्होंने जनवरी 1562 में सांभर में मुगल सम्राट अकबर की अधीनता स्वीकार की थी। B. उन्होंने अपनी ज्येष्ठ पुत्री हरकू बाई (शाहीबाई/मरियम-उज-जमानी) का विवाह अकबर से किया, जिनसे शहजादे सलीम (जहाँगीर) का जन्म हुआ था। C. अकबर ने भारमल को 'अमीर-उल-उमरा राजा' की उपाधि तथा 5000 का मनसब प्रदान किया था। D. उनके पुत्र भगवंतदास ने अपनी पुत्री मानबाई का विवाह सलीम (जहाँगीर) से किया था, जिनसे खुसरो का जन्म हुआ था।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भारमल के संबंध में सभी कथन ऐतिहासिक दृष्टि से पूर्णतः सत्य हैं। भारमल ने चगताई खाँ और मजनूँ खाँ की मध्यस्थता से अकबर से मित्रता की और 1562 में सांभर में मुगलों से वैवाहिक संबंध स्थापित करने वाले पहले राजपूत राजा बने। भारमल के इस निर्णय ने कछवाहा वंश को मुगल साम्राज्य का सबसे शक्तिशाली और सम्मानित सहयोगी बना दिया। अकबर अपनी अनुपस्थिति में राजधानी आगरा का कार्यभार भारमल को सौंपता था। भारमल के पुत्र राजा भगवंतदास ने सरनाल के युद्ध (1573) में इब्राहिम मिर्जा के विरुद्ध अपूर्व वीरता दिखाई थी और वे पंजाब के सूबेदार भी रहे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आमेर के मिर्जा राजा मानसिंह प्रथम (1589-1614 ई.) के सांस्कृतिक एवं राजनीतिक योगदान के संदर्भ में निम्नलिखित कथनों पर विचार कीजिए: A. अकबर ने उन्हें 'फर्जंद' (पुत्र समान) व 'मिर्जा राजा' की उपाधि तथा अपने दरबार का सर्वोच्च 7000 का मनसब प्रदान किया था। B. वे 1576 के हल्दीघाटी युद्ध में मुगल सेना के मुख्य सेनापति थे तथा उन्होंने काबुल, बिहार और बंगाल की सूबेदारी संभाली थी। C. उन्होंने बंगाल के राजा केदार को पराजित कर जसोर से 'शिलादेवी' की मूर्ति लाकर आमेर दुर्ग में प्रतिष्ठित करवाई। D. उनकी रानी कनकावती ने अपने दिवंगत पुत्र जगतसिंह की स्मृति में आमेर में प्रसिद्ध 'जगत शिरोमणि मंदिर' का निर्माण करवाया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मिर्जा राजा मानसिंह प्रथम (जन्म 1550 मौजमाबाद) अकबर के नवरत्नों में सबसे प्रमुख सेनानायक थे। उन्होंने उड़ीसा और पूर्वी बंगाल को मुगल साम्राज्य का अंग बनाया तथा बिहार में मानपुर व बंगाल में राजमहल (अकबरपुर) नगर बसाए। काबुल में रोशनीया विद्रोहियों को दबाकर पाँच कबीलों को हराने की स्मृति में उन्होंने आमेर का पंचरंगा झंडा अपनाया। आमेर दुर्ग के महल, आमेर में शिलामाता का मंदिर, वृंदावन में गोविंददेव जी का 7-मंजिला मंदिर तथा पटना में भवानीशंकर मंदिर मानसिंह ने बनवाए थे। जगत शिरोमणि मंदिर में वही काले पत्थर की कृष्ण प्रतिमा स्थापित है जिसकी पूजा चित्तौड़ में मीराबाई करती थीं। वे लाहौर से मीनाकारी कला को जयपुर लाए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11 जून 1665 ई. को छत्रपति शिवाजी महाराज और मुगल साम्राज्य के मध्य ऐतिहासिक 'पुरंदर की संधि' करवाने वाले आमेर के प्रसिद्ध कूटनीतिज्ञ शासक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मिर्जा राजा मानसिंह प्रथम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मिर्जा राजा जयसिंह प्रथम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जयसिंह द्वितीय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प्रतापसिंह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मिर्जा राजा जयसिंह प्रथम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मिर्जा राजा मानसिंह प्रथम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जयसिंह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प्रतापसिंह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मिर्जा राजा जयसिंह प्रथम (1621-1667 ई.) ने 46 वर्षों तक आमेर पर शासन किया और तीन मुगल बादशाहों (जहाँगीर, शाहजहाँ और औरंगजेब) की सेवा की। शाहजहाँ ने 1637 में उन्हें 'मिर्जा राजा' की पदवी दी थी। औरंगजेब ने उन्हें दक्षिण में मराठों और शिवाजी को नियंत्रित करने भेजा। जयसिंह ने अपनी कूटनीति और तोपखाने से पुरंदर के किले को घेरकर 11 जून 1665 को शिवाजी को 'पुरंदर की संधि' करने पर विवश किया। संधि के तहत शिवाजी ने अपने 35 में से 23 किले मुगलों को सौंपे तथा शंभाजी को 5000 का मनसबदार बनाया। जयसिंह के दरबारी कवि बिहारी थे जिन्होंने 'बिहारी सतसई' (713 दोहे) की रचना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सवाई जयसिंह द्वितीय (1700-1743 ई.) के खगोलीय, सांस्कृतिक एवं नगर नियोजन कार्यों के संदर्भ में निम्नलिखित कथनों पर विचार कीजिए: A. उन्होंने 18 नवंबर 1727 को बंगाली वास्तुविद विद्याधर भट्टाचार्य के दिशा-निर्देशन में 9 वर्गों के सिद्धांत पर भारत के पहले आधुनिक नियोजित शहर 'जयपुर' की स्थापना की। B. उन्होंने खगोल विज्ञान के अध्ययन हेतु दिल्ली, जयपुर, उज्जैन, मथुरा और वाराणसी में पाँच खगोलीय वेधशालाओं (जंतर-मंतर) का निर्माण करवाया। C. उन्होंने नक्षत्रों की गति की गणना के लिए 'जीज मुहम्मदशाही' (1733 ई.) सारणी तथा 'जयसिंह कारिका' नामक ज्योतिष ग्रंथ की रचना की। D. वे 18वीं शताब्दी में अंतिम हिंदू शासक थे जिन्होंने अश्वमेध, राजसूय और वाजपेय यज्ञ संपन्न करवाए, जिनके मुख्य पुरोहित पुंडरीक रत्नाकर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सवाई जयसिंह द्वितीय को 'चाणक्य राजा' कहा जाता है। औरंगजेब ने उनकी वाक्पटुता देखकर उन्हें 'सवाई' की उपाधि दी थी। उन्होंने 7 मुगल बादशाहों का काल देखा। जयपुर जंतर-मंतर विश्व की सबसे बड़ी सौर घड़ी (सम्राट यंत्र) से युक्त है जिसे 2010 में यूनेस्को विश्व धरोहर का दर्जा मिला। उन्होंने नाहरगढ़ दुर्ग (सुदर्शनगढ़), जलमहल, जयबाण तोप (विश्व की पहियों पर रखी सबसे बड़ी तोप) तथा हरमाड़ा नहर का निर्माण कराया। 1714 में वृंदावन से गोविंददेव जी की मूर्ति लाकर जयपुर में प्रतिष्ठित करवाई जो जयपुर राजपरिवार के वास्तविक शासक माने जाते हैं। उन्होंने सती प्रथा पर रोक तथा विधवा पुनर्विवाह को प्रोत्साहन देने के सुधारवादी प्रयास भी किए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 मार्च 1747 ई. के राजमहल (टोंक) के युद्ध में अपने भाई माधोसिंह और मराठों की संयुक्त सेना पर विजय प्राप्त करने की स्मृति में सवाई ईश्वरीसिंह ने जयपुर में 7 मंजिला किस विजय मीनार का निर्माण करवाया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विजय स्तंभ</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ईसरलाट (सरगासूली)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हवामहल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अल्बर्ट हॉल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ईसरलाट (सरगासूली)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विजय स्तंभ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हवामहल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अल्बर्ट हॉल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सवाई जयसिंह की मृत्यु के बाद ईश्वरीसिंह और उनके सौतेले भाई माधोसिंह प्रथम (मेवाड़ राजकुमारी चंद्रकुंवरी के पुत्र) के बीच गद्दी के लिए भीषण उत्तराधिकार संघर्ष हुआ। 1 मार्च 1747 को राजमहल (टोंक) के युद्ध में ईश्वरीसिंह ने अपने सेनापति हरगोविंद नटाणी के नेतृत्व में माधोसिंह और मल्हारराव होल्कर की संयुक्त सेना को पराजित किया। इस विजय की स्मृति में ईश्वरीसिंह ने त्रिपोलिया बाजार (जयपुर) में 7 मंजिला अष्टकोणीय मीनार 'ईसरलाट' (सरगासूली) का निर्माण करवाया। किंतु बाद में 1748 के बगरू युद्ध में मराठों से पराजित होकर और मराठों की भारी धन मांग से व्यथित होकर 13 दिसंबर 1750 को ईश्वरीसिंह ने इसी ईसरलाट से कूदकर आत्महत्या कर 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सवाई प्रतापसिंह (1778-1803 ई.) और सवाई रामसिंह द्वितीय (1835-1880 ई.) के संदर्भ में निम्नलिखित कथनों पर विचार कीजिए: A. सवाई प्रतापसिंह ने 1799 ई. में वास्तुकार लालचंद उस्ता की देखरेख में बिना नींव की 5 मंजिला अनूठी इमारत 'हवामहल' का निर्माण करवाया। B. सवाई प्रतापसिंह 'बृजनिधि' उपनाम से कविताएँ लिखते थे और उनके दरबार में 22 विद्वानों, संगीतज्ञों व ज्योतिषियों की मंडली 'गंधर्व बाईसी' (प्रताप बाईसी) निवास करती थी। C. 1876 ई. में प्रिंस ऑफ वेल्स (एडवर्ड सप्तम) के जयपुर आगमन पर सवाई रामसिंह द्वितीय ने संपूर्ण जयपुर नगर को गुलाबी (गेरुआ) रंग से रंगवाया था। D. सवाई रामसिंह द्वितीय ने जयपुर में 'अल्बर्ट हॉल संग्रहालय', 'महाराजा कॉलेज', 'महारानी कॉलेज' तथा 'रामप्रकाश थिएटर' की स्थापना की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सवाई प्रतापसिंह और सवाई रामसिंह द्वितीय जयपुर के कला एवं स्थापत्य के महान पोषक थे। हवामहल में 953 झरोखे हैं ताकि राजपरिवार की महिलाएं बिना किसी के देखे तीज और गणगौर की सवारी देख सकें। प्रतापसिंह ने राधा-गोविंद संगीत सार ग्रंथ तैयार करवाया और तुंगा (1787) व पाटन (1790) के युद्ध लड़े। सवाई रामसिंह द्वितीय ने 1857 की क्रांति में अंग्रेजों की सहायता की जिससे उन्हें 'सितार-ए-हिंद' की उपाधि मिली। उन्होंने मदरसा-ए-हुनरी (राजस्थान स्कूल ऑफ आर्ट्स) तथा अल्बर्ट हॉल (वास्तुकार स्टीवन जैकब) बनवाया। स्टेनली रीड ने अपनी पुस्तक 'द रॉयल टाउन ऑफ इंडिया' में पहली बार जयपुर को 'Pink City' कहा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1902 ई. में ब्रिटिश सम्राट एडवर्ड सप्तम के राज्याभिषेक समारोह में भाग लेने लंदन जाते समय गंगाजल से भरे दुनिया के सबसे बड़े चांदी के दो विशाल पात्र (गिनीज बुक रिकॉर्ड) साथ ले जाने वाले जयपुर के महाराजा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रामसिंह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माधोसिंह द्वितीय (बब्बर शेर)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मानसिंह द्वितीय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जगतसिंह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सवाई माधोसिंह द्वितीय (बब्बर शेर)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रामसिंह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मानसिंह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जगतसिंह द्वितीय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सवाई माधोसिंह द्वितीय (1880-1922 ई., मूल नाम कायमसिंह) को उनकी दृढ़ता और व्यक्तित्व के कारण 'बब्बर शेर' कहा जाता था। वे कट्टर धार्मिक प्रवृत्ति के थे। जब वे 1902 में एडवर्ड सप्तम के राज्याभिषेक में भाग लेने इंग्लैंड गए, तो उन्होंने विदेश में म्लेच्छ जल न पीने के संकल्प के साथ चांदी के दो विशाल कलश बनवाए, जिनमें पवित्र गंगाजल भरा गया। ये कलश आज भी सिटी पैलेस, जयपुर के मुबारक महल में सुरक्षित प्रदर्शित हैं और विश्व के सबसे बड़े चांदी के पात्र माने जाते हैं। माधोसिंह द्वितीय ने नाहरगढ़ दुर्ग में अपनी 9 पासवानों हेतु एक जैसे 9 दुमंजिला महल बनवाए तथा 1904 में राज्य में आधुनिक डाक टिकट सेवा प्रारंभ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अलवर के कछवाहा (नरूका) राजवंश के संदर्भ में निम्नलिखित कथनों पर विचार कीजिए: A. 25 नवंबर 1775 को राव राजा प्रतापसिंह नरूका ने अलवर को कछवाहा वंश की एक स्वतंत्र रियासत के रूप में स्थापित किया था। B. महाराजा विनयसिंह (बन्नेसिंह) ने अपनी माता मूसी महारानी की स्मृति में 80 खंभों की भव्य संगमरमरी छतरी तथा रानी शीला हेतु 'सिलीसेढ़ झील' व महल बनवाया था। C. महाराजा जयसिंह (1892-1937 ई.) ने 'चेम्बर ऑफ प्रिंसेज' का भारतीय नाम 'नरेंद्र मंडल' सुझाया था तथा अलवर में हिंदी को राजभाषा घोषित किया था। D. तेजसिंह अलवर के अंतिम शासक थे और 18 मार्च 1948 को अलवर रियासत का विलय 'मत्स्य संघ' में हो गया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के नरूका राजवंश से संबंधित सभी कथन सत्य हैं। प्रतापसिंह नरूका ने मुगलों से राव राजा की उपाधि प्राप्त कर राजगढ़ दुर्ग और अलवर रियासत की नींव रखी। विनयसिंह ने 1845 में रूपारेल नदी के जल को रोककर सिलीसेढ़ झील (राजस्थान का नंदन-कानन) बनवाई। महाराजा जयसिंह ने प्रथम गोलमेज सम्मेलन (1930) में भाग लिया, बाल विवाह व अनमेल विवाह रोके और मृत्युभोज पर पाबंदी लगाई (1925 में नीमूचाणा कांड और 1933 के तिजारा दंगों के बाद अंग्रेजों ने उन्हें पदच्युत कर दिया और पेरिस में उनका निधन हुआ)। तेजसिंह के समय 1948 में अलवर का विलय मत्स्य संघ में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भरतपुर के जाट राजवंश के प्रारंभिक इतिहास और शासकों के संदर्भ में निम्नलिखित कथनों पर विचार कीजिए: A. औरंगजेब की नीतियों के विरुद्ध 1669 ई. में तिलपत के जमींदार गोकुल जाट के नेतृत्व में प्रथम संगठित जाट विद्रोह हुआ था। B. राजाराम जाट ने सिनसिनी को केंद्र बनाकर छापामार युद्ध किया और सिकंदरा (आगरा) में अकबर के मकबरे से अस्थियाँ निकाल कर जला दी थीं। C. चुण्डामन जाट ने थून को अपना सुदृढ़ दुर्ग बनाकर भरतपुर में स्वतंत्र जाट राज्य की वास्तविक नींव रखी थी। D. सवाई जयसिंह ने बदनसिंह को 'ब्रजराज' की उपाधि और डीग की जागीर दी, जहाँ बदनसिंह ने डीग के प्रसिद्ध जलमहलों का निर्माण आरंभ करवाया।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भरतपुर के जाट साम्राज्य के उत्थान के संबंध में सभी कथन ऐतिहासिक दृष्टि से सत्य हैं। मुगल अत्याचारों के विरुद्ध ब्रज क्षेत्र के कृषक जाटों ने गोकुल और राजाराम के नेतृत्व में विद्रोह का बिगुल फूंका। राजाराम ने अकबर की कब्र खोदकर अस्थियां जलाईं। चुण्डामन ने थून का किला बनाया जिसे 1721 में सवाई जयसिंह ने नष्ट किया (चुण्डामन ने आत्महत्या कर ली)। चुण्डामन के भतीजे बदनसिंह (1722-1756 ई.) ने सवाई जयसिंह से मित्रता कर 'ब्रजराज' की पदवी प्राप्त की और डीग, कुम्हेर, वैर और भरतपुर की गढ़ी की नींव रखी तथा डीग को अपनी राजधानी बनाकर सुंदर बगीचे और महल बनवाए।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भरतपुर के महाराजा सूरजमल (1756-1763 ई.) के संदर्भ में निम्नलिखित कथनों पर विचार कीजिए: A. इतिहासकार सैयद गुलाम अली नकवी ने अपनी पुस्तक में सूरजमल को 'जाट जाति का प्लेटो' (अफलातून) कहा है। B. उन्होंने 1733 ई. में अभेद्य 'लोहागढ़ दुर्ग' (मिट्टी का किला) का निर्माण करवाया, जिसके चारों ओर सुजानगंगा नहर स्थित है। C. 14 जनवरी 1761 के पानीपत के तीसरे युद्ध में उन्होंने मराठा सेनापति सदाशिवराव भाऊ को छापामार गुरिल्ला युद्ध पद्धति अपनाने की सलाह दी थी। D. 12 जून 1761 को महाराजा सूरजमल ने मुगलों की राजधानी आगरा के ऐतिहासिक लाल किले पर अधिकार कर लिया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सूरजमल जाट राजवंश के सबसे महान और दूरदर्शी शासक थे। कालिकारंजन कानूनगो ने उनकी बुद्धिमत्ता और अदम्य साहस की भूरि-भूरि प्रशंसा की है। लोहागढ़ दुर्ग राजस्थान का पूर्वी सीमांत प्रहरी और अजेय दुर्ग है। पानीपत के तीसरे युद्ध में मराठों की भीषण पराजय के बाद सूरजमल ने मानवता का परिचय देते हुए घायल और भागते हुए मराठा सैनिकों व महिलाओं को भरतपुर में शरण दी, भोजन कराया और सुरक्षित दक्षिण भिजवाया। 1761 में उन्होंने आगरा के किले पर अधिकार किया। 25 दिसंबर 1763 को हिंडन नदी के तट पर नजीबुद्दौला रुहेला के साथ हुए युद्ध में सूरजमल वीरगति को प्राप्त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1765 ई. में दिल्ली पर सफल आक्रमण कर लाल किले से ऐतिहासिक 'अष्टधातु के किवाड़' उखाड़कर भरतपुर के लोहागढ़ दुर्ग में लगवाने वाले जाट शासक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सूरजमल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जवाहरसिंह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रणजीतसिंह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नवलसिंह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महाराजा जवाहरसिंह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सूरजमल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रणजीतसिंह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नवलसिंह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सूरजमल के वीर पुत्र महाराजा जवाहरसिंह (1764-1768 ई.) ने अपने पिता की मृत्यु का प्रतिशोध लेने हेतु दिल्ली पर आक्रमण किया और रुहेला सरदार नजीबुद्दौला को पराजित किया। उन्होंने दिल्ली के लाल किले से ऐतिहासिक 'अष्टधातु के दरवाजे' (किवाड़) उतरवा लिए और उन्हें भरतपुर लाकर लोहागढ़ दुर्ग के उत्तरी द्वार पर स्थापित करवाया। इस महान विजय की स्मृति में उन्होंने लोहागढ़ दुर्ग में भव्य 'जवाहर बुर्ज' का निर्माण भी करवाया था जहाँ आगे चलकर भरतपुर के जाट राजाओं का राजतिलक होता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जैसलमेर के भाटी (यादव) राजवंश और दुर्ग के संदर्भ में निम्नलिखित कथनों पर विचार कीजिए: A. भाटी वंश स्वयं को भगवान श्रीकृष्ण और चंद्रवंशी यादवों का वंशज मानता है तथा प्रारंभिक राजधानी भटनेर व लोद्रवा रही थी। B. 1156 ई. में रावल जैसल ने त्रिकूट पहाड़ी पर पीले बलुआ पत्थरों से 'जैसलमेर दुर्ग' (सोनार किला) का निर्माण आरंभ करवाया था। C. जैसलमेर दुर्ग अपने 'ढाई साकों' के लिए विश्वप्रसिद्ध है, जिसमें तीसरा अर्ध-साका 1550 ई. में रावल लूणकरण के समय हुआ था। D. स्वतंत्रता सेनानी सागरमल गोपा ने जैसलमेर में सामंती अत्याचारों के विरुद्ध 'जैसलमेर में गुंडाराज' पुस्तक लिखी थी और 1946 में जेल में उन्हें जिंदा जला दिया गया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जैसलमेर के भाटी राजवंश से संबंधित सभी कथन सत्य हैं। भाटी वंश के संस्थापक भट्टी ने 285 ई. में भटनेर (हनुमानगढ़) बसाया था। रावल जैसल ने 1156 में जैसलमेर नगर और सोनार किले की नींव रखी। जैसलमेर के ढाई साके प्रसिद्ध हैं: प्रथम साका अलाउद्दीन खिलजी के समय (मूलराज प्रथम), दूसरा साका फिरोजशाह तुगलक के समय (दूदा), तथा तीसरा अर्ध-साका 1550 में कंधार के अमीर अली के विश्वासघात के समय हुआ जब वीरों ने केसरिया तो किया किंतु समय न मिलने के कारण रानियाँ जौहर नहीं कर सकीं। सागरमल गोपा ने 'जैसलमेर का गुंडाराज', 'रघुनाथ सिंह का मुकदमा' और 'आजादी के दीवाने' पुस्तकें लिखीं; 3 अप्रैल 1946 को जेलर गुमानसिंह ने जेल में मिट्टी का तेल डालकर उन्हें शहीद कर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1817-1818 ई. में लॉर्ड हेस्टिंग्स की 'अधीनस्थ पार्थक्य की नीति' (Subordinate Isolation) के तहत ईस्ट इंडिया कंपनी के साथ संधियाँ करने वाली राजस्थान की रियासतों के संदर्भ में निम्नलिखित कथनों पर विचार कीजिए: A. अधीनस्थ पार्थक्य नीति के अंतर्गत अंग्रेजों से संधि करने वाली राजस्थान की प्रथम रियासत 9/15 नवंबर 1817 को करौली (महाराजा हरबक्षपाल सिंह) थी। B. कोटा के शासक उम्मेदसिंह और दीवान झाला जालिम सिंह ने 26 दिसंबर 1817 को चार्ल्स मेटकॉफ के साथ संधि की थी। C. मेवाड़ के महाराणा भीमसिंह ने 23 जनवरी 1818 को अपनी कुल आय का 1/4 (25%) खिराज देना स्वीकार करते हुए संधि की थी। D. जोधपुर के दावे और सीमा विवाद के कारण राजस्थान में सबसे अंत में 11 सितंबर 1823 को सिरोही रियासत (महाराव शिवसिंह) ने संधि की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गवर्नर जनरल लॉर्ड हेस्टिंग्स द्वारा 1817-1818 में राजपूताना की रियासतों के साथ अधीनस्थ पार्थक्य की संधियाँ की गईं, जिनका मुख्य ब्रिटिश वार्ताकार दिल्ली का रेजिडेंट 'चार्ल्स मेटकॉफ' था। करौली पहली रियासत थी जिसने बिना कोई खिराज दिए संधि स्वीकार की। टोंक को 17 नवंबर 1817 को अमीर खाँ पिंडारी के अधीन स्वतंत्र रियासत माना गया। जोधपुर ने 6 जनवरी 1818, मेवाड़ ने 23 जनवरी 1818, बीकानेर ने 21 मार्च 1818 और जयपुर ने 2 अप्रैल 1818 को संधि की। सिरोही पर जोधपुर महाराजा मानसिंह अपना अधिकार जता रहे थे, इसलिए जब अंग्रेजों ने पाया कि सिरोही स्वतंत्र है, तब 11 सितंबर 1823 को सिरोही ने सबसे अंत में संधि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19वीं सदी में ब्रिटिश प्रभाव और समाज सुधारों के संदर्भ में निम्नलिखित कथनों पर विचार कीजिए: A. 2 जुलाई 1877 को उदयपुर में महाराणा सज्जनसिंह की अध्यक्षता में विवाह के फिजूलखर्च और बहुविवाह रोकने हेतु 'देश हितैषिणी सभा' की स्थापना हुई थी। B. जनवरी 1889 में अजमेर में कार्यवाहक AGG कर्नल वाल्टर के प्रयासों से राजपूतों में बाल विवाह रोकने हेतु 'वाल्टरकृत राजपूत हितकारिणी सभा' गठित हुई थी। C. अलवर रियासत ने 10 दिसंबर 1903 को राजस्थान में सर्वप्रथम बाल विवाह और अनमेल विवाह पर रोक लगाने का कानून बनाया था। D. अजमेर के प्रसिद्ध समाज सुधारक डॉ. हरविलास शारदा के प्रयासों से 1929 में राष्ट्रीय स्तर पर बाल विवाह निरोधक कानून (शारदा एक्ट) पारित हुआ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सामाजिक कुरीतियों के उन्मूलन के संबंध में सभी चारों कथन ऐतिहासिक रूप से सत्य हैं। 4 दिसंबर 1829 को लॉर्ड विलियम बेंटिक ने सती प्रथा निषेध कानून बनाया। राजस्थान में जयपुर ब्रिटिश संरक्षण समिति ने 1844 में सती प्रथा रोकने का पहला प्रयास किया तथा मेवाड़ में महाराणा स्वरूपसिंह ने 1861 में सती प्रथा को पूर्णतः प्रतिबंधित किया। कन्या वध को सर्वप्रथम कोटा (1831) और उदयपुर (1844) ने रोका। देश हितैषिणी सभा (1877) राजस्थान का पहला संस्थागत समाज सुधार मंच था। वाल्टर सभा (1889) ने विवाह योग्य आयु लड़के हेतु 18 वर्ष व लड़की हेतु 14 वर्ष निर्धारित करने का सुझाव दिया। 1929 का शारदा एक्ट 1 अप्रैल 1930 को पूरे भारत में लागू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क्रांति के समय राजस्थान में स्थित कुल 6 ब्रिटिश सैनिक छावनियों में से वे कौन सी दो छावनियाँ थीं, जिनके सैनिकों ने 1857 के विद्रोह में प्रत्यक्ष रूप से भाग नहीं लिया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नसीराबाद और नीमच</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देवली और एरिनपुरा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ब्यावर और खैरवाड़ा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एरिनपुरा और नीमच</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ब्यावर और खैरवाड़ा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नसीराबाद और नीमच</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देवली और एरिनपुरा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एरिनपुरा और नीमच</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क्रांति के समय राजपूताना में कुल 6 सैनिक छावनियाँ थीं: 1. नसीराबाद (अजमेर - 15वीं व 30वीं बंगाल नेटिव इन्फैंट्री); 2. नीमच (मध्य प्रदेश सीमा - फर्स्ट बंगाल कैवेलरी); 3. देवली (टोंक - कोटा कंटिंजेंट); 4. ब्यावर (अजमेर - मेर रेजिमेंट); 5. एरिनपुरा (पाली - जोधपुर लीजन); 6. खैरवाड़ा (उदयपुर - मेवाड़ भील कोर/MBC)। इन 6 छावनियों में लगभग 5000 भारतीय सैनिक थे और कोई भी अंग्रेज सैनिक नहीं था। इनमें से 'ब्यावर' (मेर बटालियन) और 'खैरवाड़ा' (भील सैनिक) छावनियों ने 1857 के विद्रोह में बिल्कुल भाग नहीं लिया और वे अंग्रेजों के प्रति शांत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क्रांति के समय राजस्थान की प्रमुख रियासतों के ब्रिटिश पॉलिटिकल एजेंटों (P.A.) को सुमेलित कीजिए: सूची-I (रियासत): सूची-I: A. कोटा रियासत B. जोधपुर (मारवाड़) C. मेवाड़ (उदयपुर) D. जयपुर रियासत सूची-II: 1. मेजर बर्टन 2. मॉक मेसन 3. कैप्टन शावर्स 4. कर्नल ईडन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क्रांति के समय राजपूताना का एजेंट टू गवर्नर जनरल (AGG) जॉर्ज पैट्रिक लॉरेंस था जिसका मुख्यालय अजमेर और ग्रीष्मकालीन मुख्यालय माउंट आबू में था। रियासतों में पॉलिटिकल एजेंट इस प्रकार थे: कोटा में मेजर बर्टन (शासक रामसिंह द्वितीय), जोधपुर में मॉक मेसन (शासक तख्तसिंह), मेवाड़ (उदयपुर) में कैप्टन शावर्स (महाराणा स्वरूपसिंह), जयपुर में कर्नल ईडन (सवाई रामसिंह द्वितीय), भरतपुर में कैप्टन मॉरीसन (शासक जसवंतसिंह), तथा सिरोही में जे. डी. हॉल (महाराव शिवसिंह) तैनात थे। अतः सही सुमेल विकल्प A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1857 की क्रांति के आरंभिक चरणों (नसीराबाद और नीमच) के संदर्भ में निम्नलिखित कथनों पर विचार कीजिए: A. राजस्थान में क्रांति का सर्वप्रथम सूत्रपात 28 मई 1857 को नसीराबाद छावनी से 15वीं बंगाल नेटिव इन्फैंट्री के सैनिकों द्वारा हुआ था। B. नसीराबाद में विद्रोही सैनिकों ने मेजर स्पॉटीसवुड और कर्नल न्यूबरी की हत्या कर दी तथा तोपखाने व शस्त्रागार को लूट लिया। C. 3 जून 1857 को नीमच छावनी में मोहम्मद अली बेग और हीरासिंह के नेतृत्व में सैनिकों ने अंग्रेजों की वफादारी की शपथ को नकारते हुए विद्रोह किया। D. नीमच से भागे 40 अंग्रेज अफसरों और उनके परिवारों को डूंगला (चित्तौड़) के किसान रूघाराम ने शरण दी, जिन्हें बाद में मेवाड़ महाराणा स्वरूपसिंह ने पिछोला झील के जगमंदिर में सुरक्षित ठहराया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नसीराबाद और नीमच के विद्रोह के संबंध में सभी कथन ऐतिहासिक दृष्टि से सत्य हैं। 28 मई को नसीराबाद के सैनिकों ने चर्बी वाले कारतूसों और अजमेर की सुरक्षा से हटाए जाने के अविश्वास के कारण विद्रोह किया और 18 जून को दिल्ली पहुँचकर बहादुरशाह जफर का साथ दिया। 3 जून को नीमच में कर्नल एबॉट जब सैनिकों को निष्ठा की शपथ दिला रहा था, तब सैनिक मोहम्मद अली बेग ने कहा था कि 'क्या अंग्रेजों ने अपनी शपथ निभाई? क्या अवध का विलय न्यायसंगत था?' नीमच से भागे 40 अंग्रेज शरणार्थियों को मेवाड़ महाराणा स्वरूपसिंह ने जगमंदिर महलों में ठहराया और गोकुलचंद मेहता को उनकी सुरक्षा का दायित्व सौंपा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21 अगस्त 1857 को पाली जिले की एरिनपुरा छावनी में जोधपुर लीजन के सैनिकों ने 'चलो दिल्ली, मारो फिरंगी' का ओजस्वी नारा लगाते हुए किसके नेतृत्व में विद्रोह का झंडा बुलंद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सूबेदार शीतल प्रसाद, मोती खाँ और तिलकराम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जयदयाल और मेहराब 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ठाकुर कुशालसिंह और जोधासिंह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डूंगजी और जवाहरजी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सूबेदार शीतल प्रसाद, मोती खाँ और तिलकराम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जयदयाल और मेहराब 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ठाकुर कुशालसिंह और जोधासिंह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डूंगजी और जवाहरजी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21 अगस्त 1857 को माउंट आबू में प्रशिक्षण ले रहे जोधपुर लीजन के पूर्विया सैनिकों ने सूबेदार शीतल प्रसाद, मोती खाँ और तिलकराम के नेतृत्व में विद्रोह कर दिया। वे आबू से एरिनपुरा छावनी पहुँचे और पूरी छावनी को लूटकर 'चलो दिल्ली, मारो फिरंगी' का ऐतिहासिक नारा देते हुए दिल्ली की ओर कूच किया। रास्ते में खेरवा (पाली) नामक स्थान पर आऊवा के स्वाभिमानी ठाकुर कुशालसिंह चंपावत ने इन विद्रोही सैनिकों को अपने नेतृत्व में ले लिया और ब्रिटिश सत्ता तथा जोधपुर महाराजा तख्तसिंह की सेना के विरुद्ध खुला युद्ध छेड़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आऊवा (पाली) के ठाकुर कुशालसिंह चंपावत के 1857 के ऐतिहासिक संघर्ष के संदर्भ में निम्नलिखित कथनों पर विचार कीजिए: A. 8 सितंबर 1857 को 'बिथोड़ा के युद्ध' में कुशालसिंह ने जोधपुर सेनापति ओनाड़सिंह और कैप्टन हीथकोट की संयुक्त सेना को बुरी तरह पराजित किया। B. 18 सितंबर 1857 को 'चेलावास के युद्ध' (काले और गोरे का युद्ध) में AGG जॉर्ज लॉरेंस पराजित हुआ तथा जोधपुर के पॉलिटिकल एजेंट मॉक मेसन का सिर काटकर आऊवा दुर्ग के मुख्य द्वार पर लटका दिया गया। C. 20 जनवरी 1858 को कर्नल होम्स के नेतृत्व में अंग्रेजी सेना ने आऊवा पर अधिकार कर लिया और क्रांतिकारियों की आराध्य देवी सुगाली माता (10 सिर व 54 भुजाओं वाली प्रतिमा) को अजमेर ले गए। D. 1860 में आत्मसमर्पण के बाद ब्रिटिश सरकार द्वारा गठित 'मेजर टेलर आयोग' ने ठाकुर कुशालसिंह को निर्दोष पाकर बाइज्जत बरी कर दिया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ठाकुर कुशालसिंह चंपावत का विद्रोह राजस्थान में 1857 के स्वाधीनता संग्राम का सबसे गौरवशाली अध्याय है। बिथोड़ा युद्ध में जोधपुर का सेनापति ओनाड़सिंह पंवार मारा गया। चेलावास युद्ध में राजस्थानियों ने अंग्रेजों को हराकर ऐसा आतंक फैलाया कि मॉक मेसन की हत्या कर उसका सिर आऊवा के परकोटे पर टांग दिया गया (लोकगीत बना- 'ढोल बाजे चंग बाजे भलो बाजे बांकियो, एजेंट ने मार'र आऊवे के माथे टांकियो')। कर्नल होम्स ने आऊवा को तोपों से उड़ा दिया। कुशालसिंह ने सलूंबर के केसरीसिंह और कोठारिया के जोधसिंह के यहाँ शरण ली। 1860 में नीमच में आत्मसमर्पण के बाद मेजर टेलर जांच आयोग ने उन्हें किसी भी अंग्रेज की व्यक्तिगत हत्या का दोषी न मानते हुए रिहा कर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कोटा में 1857 के महान जन-विद्रोह के संदर्भ में निम्नलिखित कथनों पर विचार कीजिए: A. कोटा का विद्रोह 15 अक्टूबर 1857 को लाला जयदयाल (भटनागर) और रिसालदार मेहराब खाँ के नेतृत्व में हुआ, जो राजस्थान का सबसे सुनियोजित और व्यापक जन-विद्रोह था। B. क्रांतिकारियों ने पॉलिटिकल एजेंट मेजर बर्टन, उसके दो पुत्रों और डॉक्टर सैडलर की हत्या कर दी तथा बर्टन का सिर पूरे कोटा शहर में घुमाया। C. विद्रोही जनता ने महाराव रामसिंह द्वितीय को राजमहल में नजरबंद कर दिया और लगभग 6 महीने तक कोटा प्रशासन पर जनता का स्वतंत्र नियंत्रण रहा। D. मार्च 1858 में जनरल रॉबर्ट्स के नेतृत्व में अंग्रेजी सेना और करौली के महाराजा मदनपाल की सेना ने मिलकर कोटा को क्रांतिकारियों से मुक्त कराया।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का विद्रोह एक वास्तविक जन-क्रांति थी जिसमें सेना के साथ-साथ आम जनता, वकीलों और कर्मचारियों ने भाग लिया। क्रांतिकारियों ने महाराव रामसिंह द्वितीय से जबरन एक संधि पत्र पर हस्ताक्षर करवाए जिसमें मेजर बर्टन की हत्या का दायित्व महाराव पर स्वीकार कराया गया था। 6 माह तक लाला जयदयाल और मेहराब खाँ ने समानांतर सरकार चलाई। मार्च 1858 में जनरल रॉबर्ट्स ने करौली के मदनपाल के सहयोग से कोटा पर पुनः अधिकार किया। लाला जयदयाल और मेहराब खाँ को कोटा में सरेआम तोप से उड़ाकर/फाँसी देकर शहीद किया गया। अंग्रेजों की रक्षा न कर पाने के कारण कोटा महाराव की तोपों की सलामी 17 से घटाकर 13 कर दी गई, जबकि सहायता करने वाले करौली के मदनपाल की सलामी बढ़ाकर 17 कर दी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ग्वालियर के विद्रोही नेता तात्या टोपे के राजस्थान में अभियानों और अमरचंद बांठिया के संदर्भ में निम्नलिखित कथनों पर विचार कीजिए: A. तात्या टोपे ने राजस्थान में दो बार प्रवेश किया और झालावाड़ के शासक पृथ्वीसिंह तथा बांसवाड़ा के लक्ष्मणसिंह को पराजित कर इन नगरों पर अधिकार कर लिया था। B. नरवर के जागीरदार मानसिंह नरूका के विश्वासघात के कारण तात्या टोपे को सोते हुए पकड़वा दिया गया और 18 अप्रैल 1859 को शिवपुरी (म.प्र.) में फाँसी दे दी गई। C. बीकानेर के मूल निवासी अमरचंद बांठिया ने ग्वालियर का शाही खजाना रानी लक्ष्मीबाई और तात्या टोपे को सौंप दिया था, जिसके कारण उन्हें 'राजस्थान का मंगल पांडे' और '1857 का भामाशाह' कहा जाता है। D. बीकानेर के महाराजा सरदार सिंह राजस्थान के एकमात्र ऐसे शासक थे, जो 1857 की क्रांति में अपनी सेना लेकर राज्य की सीमाओं से बाहर (पंजाब-हरियाणा) अंग्रेजों की सहायता हेतु गए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तात्या टोपे राजस्थान में क्रांति की ज्वाला जगाने वाले प्रमुख सेनानायक थे। उन्होंने जैसलमेर को छोड़कर राजस्थान की लगभग सभी रियासतों का भ्रमण किया। 22 जून 1858 को अमरचंद बांठिया को ग्वालियर में नीम के पेड़ पर फाँसी दी गई, वे राजस्थान के 1857 के प्रथम शहीद थे। तात्या टोपे को मानसिंह नरूका की गद्दारी से पकड़ा गया; सीकर में आज भी तात्या टोपे की छतरी बनी हुई है। बीकानेर के महाराजा सरदार सिंह ने राज्य से बाहर बाढलू, हांसी और सिरसा तक जाकर विद्रोहियों का दमन किया, जिसके पुरस्कार स्वरूप अंग्रेजों ने उन्हें टिब्बी परगने के 41 गाँव उपहार में दिए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राष्ट्रीय चेतना और जनजागृति फैलाने वाली प्रमुख संस्थाओं को उनके संस्थापकों से सुमेलित कीजिए: सूची-I (संस्था): सूची-I: A. वर्धमान विद्यालय (1907, जयपुर) B. वीर भारत सभा (1910, अजमेर) C. राजस्थान सेवा संघ (1919, वर्धा) D. सर्वहितकारिणी सभा (1907, चूरू) सूची-II: 1. विजयसिंह पथिक, रामनारायण चौधरी, हरिभाई किंकर 2. अर्जुनलाल सेठी 3. केसरी सिंह बारहठ, गोपालसिंह खरवा, विजयसिंह पथिक 4. स्वामी गोपालदास एवं कन्हैयालाल ढूँढ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वर्धमान विद्यालय जयपुर में क्रांतिकारी अर्जुनलाल सेठी द्वारा स्थापित देश का प्रथम राष्ट्रीय क्रांतिकारी प्रशिक्षण स्कूल था। वीर भारत सभा 1910 में केसरी सिंह बारहठ, राव गोपालसिंह खरवा और पथिक द्वारा सशस्त्र क्रांति के प्रसार हेतु बनाई गई थी। राजस्थान सेवा संघ 1919 में वर्धा (महाराष्ट्र) में विजयसिंह पथिक, रामनारायण चौधरी और हरिभाई किंकर द्वारा स्थापित हुआ (1920 में इसका मुख्यालय अजमेर स्थानांतरित हुआ)। सर्वहितकारिणी सभा 1907 में चूरू में स्वामी गोपालदास द्वारा स्थापित की गई जिसने दलितों और कन्याओं हेतु कबीर पाठशाला और पुत्री पाठशाला की स्थापना की तथा 26 जनवरी 1930 को चूरू के धर्म स्तूप पर पहली बार तिरंगा फहराया था।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प्रजामंडलों की स्थापना और उनकी ऐतिहासिक घटनाओं के संदर्भ में निम्नलिखित कथनों पर विचार कीजिए: A. 1931 ई. में स्थापित जयपुर प्रजामंडल राजस्थान का प्रथम प्रजामंडल था, जिसका 1936-37 में जमनालाल बजाज और हीरालाल शास्त्री द्वारा पुनर्गठन किया गया। B. सितंबर 1942 में जयपुर के प्रधानमंत्री मिर्जा इस्माइल और प्रजामंडल अध्यक्ष हीरालाल शास्त्री के मध्य 'जेंटलमैन एग्रीमेंट' हुआ, जिसके तहत प्रजामंडल ने भारत छोड़ो आंदोलन से अलग रहने का निर्णय लिया। C. जेंटलमैन एग्रीमेंट के विरोध में बाबा हरिश्चंद्र, रामकरण जोशी और दौलतमल भंडारी ने 'आजाद मोर्चा' का गठन कर भारत छोड़ो आंदोलन में सक्रिय भाग लिया। D. 1934 में स्थापित मारवाड़ प्रजामंडल (जोधपुर) के अध्यक्ष भंवरलाल सराफ थे तथा जयनारायण व्यास ने यहाँ तौल आंदोलन और जनजागृति का नेतृत्व किया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प्रजामंडल आंदोलनों का मुख्य उद्देश्य देशी रियासतों में राजा के संरक्षण में 'उत्तरदायी शासन' (Responsible Government) की स्थापना और सामंती शोषण से मुक्ति था। 1938 के कांग्रेस के हरिपुरा अधिवेशन (सुभाषचंद्र बोस अध्यक्ष) में प्रजामंडलों को कांग्रेस का औपचारिक समर्थन मिला। जयपुर में आजाद मोर्चे ने भारत छोड़ो आंदोलन चलाया जिसे 1945 में पं. नेहरू की मध्यस्थता से पुनः प्रजामंडल में मिला लिया गया। मारवाड़ में जयनारायण व्यास ने 1920 में मारवाड़ सेवा संघ और 1929 में मारवाड़ देशी राज्य लोक परिषद बनाई तथा 'पोपाबाई की पोल' व 'मारवाड़ की अवस्था' पंपलेट बांटे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प्रजामंडलों को उनके संस्थापकों से सुमेलित कीजिए: सूची-I (प्रजामंडल): सूची-I: A. मेवाड़ प्रजामंडल (1938) B. शाहपुरा प्रजामंडल (1938) C. सिरोही प्रजामंडल (1939) D. डूंगरपुर प्रजामंडल (1944) सूची-II: 1. लादूराम व्यास और रमेशचंद्र ओझा (गोकुललाल असावा) 2. बलवंतसिंह मेहता (अध्यक्ष) एवं माणिक्यलाल वर्मा (महामंत्री) 3. भोगीलाल पांड्या (वागड़ का गांधी) 4. गोकुलभाई भट्ट (राजस्थान का गांधी)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प्रजामंडल की स्थापना 24 अप्रैल 1938 को बलवंतसिंह मेहता के घर (साहित्य कुटीर, उदयपुर) में हुई जिसके महामंत्री माणिक्यलाल वर्मा थे; उपाध्यक्ष भूरेलाल बयां को सराड़ा दुर्ग में कैद किया गया था जिसे मेवाड़ का कालापानी कहते हैं। शाहपुरा प्रजामंडल की स्थापना रमेशचंद्र ओझा ने की जहाँ राजा सुदर्शन देव ने राजस्थान में सबसे पहले पूर्ण उत्तरदायी शासन स्थापित किया और गोकुललाल असावा प्रधानमंत्री बने। सिरोही प्रजामंडल की स्थापना 1939 में बंबई में गोकुलभाई भट्ट ने की। डूंगरपुर प्रजामंडल 1944 में भोगीलाल पांड्या और हरिदेव जोशी ने बनाया।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एकीकरण के प्रारंभिक चार चरणों के संदर्भ में निम्नलिखित कथनों पर विचार कीजिए: A. प्रथम चरण (18 मार्च 1948) - अलवर, भरतपुर, धौलपुर, करौली तथा नीमराणा ठिकाने को मिलाकर के. एम. मुंशी की सिफारिश पर 'मत्स्य संघ' बनाया गया जिसकी राजधानी अलवर तथा शोभाराम कुमावत प्रधानमंत्री बने। B. द्वितीय चरण (25 मार्च 1948) - 9 रियासतों (कोटा, बूंदी, झालावाड़, डूंगरपुर, बांसवाड़ा, प्रतापगढ़, टोंक, किशनगढ़, शाहपुरा) व कुशलगढ़ को मिलाकर 'पूर्व राजस्थान संघ' बना जिसके राजप्रमुख कोटा के महाराव भीमसिंह बने। C. तृतीय चरण (18 अप्रैल 1948) - पूर्व राजस्थान संघ में उदयपुर (मेवाड़) के विलय से 'संयुक्त राजस्थान' बना जिसका उद्घाटन पं. जवाहरलाल नेहरू ने किया और माणिक्यलाल वर्मा प्रधानमंत्री बने। D. चतुर्थ चरण (30 मार्च 1949) - संयुक्त राजस्थान में 4 बड़ी रियासतों (जयपुर, जोधपुर, बीकानेर, जैसलमेर) के विलय से 'वृहत् राजस्थान' बना जिसका उद्घाटन सरदार पटेल ने किया और इसी दिन 'राजस्थान दिवस' मनाया जाता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एकीकरण कुल 7 चरणों में (18 मार्च 1948 से 1 नवंबर 1956) पूर्ण हुआ। चतुर्थ चरण (30 मार्च 1949) में सवाई मानसिंह द्वितीय राजप्रमुख, महाराणा भूपालसिंह महाराजप्रमुख, हीरालाल शास्त्री प्रथम प्रधानमंत्री (मुख्यमंत्री) बने। बी. आर. पटेल समिति की सिफारिश पर जयपुर को राजधानी तथा जोधपुर में उच्च न्यायालय स्थापित किया गया। रियासती विभाग (5 जुलाई 1947, अध्यक्ष सरदार पटेल, सचिव वी. पी. मेनन) की शर्त थी कि 10 लाख जनसंख्या और 1 करोड़ वार्षिक आय वाली रियासतें ही स्वतंत्र रह सकती हैं, जिसके तहत राजस्थान में केवल 4 रियासतें (मेवाड़, जयपुर, जोधपुर, बीकानेर) ही योग्य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एकीकरण के 5वें, 6वें और 7वें चरण के संदर्भ में निम्नलिखित कथनों पर विचार कीजिए: A. 15 मई 1949 को डॉ. शंकरराव देव समिति की सिफारिश पर मत्स्य संघ का वृहत् राजस्थान में विलय कर 'संयुक्त वृहत् राजस्थान' (पंचम चरण) बनाया गया। B. 26 जनवरी 1950 को 6वें चरण में आबू और देलवाड़ा को छोड़कर शेष सिरोही (गोकुलभाई भट्ट के गाँव हाथल सहित) का राजस्थान में विलय हुआ तथा विधिवत 'राजस्थान' नाम स्वीकृत हुआ। C. 1 नवंबर 1956 को राज्य पुनर्गठन आयोग (फजल अली, पणिक्कर व कुंजरू) की सिफारिश पर अजमेर-मेरवाड़ा, आबू-देलवाड़ा तथा मध्य प्रदेश का सुनेल-टप्पा राजस्थान में मिलाए गए जबकि सिरोंज मध्य प्रदेश को दिया गया। D. 7वें संविधान संशोधन (1956) द्वारा राजप्रमुख का पद समाप्त कर राज्यपाल का पद सृजित हुआ और सरदार गुरुमुख निहालसिंह राजस्थान के प्रथम राज्यपाल बने।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एकीकरण के अंतिम तीन चरणों के संबंध में सभी कथन ऐतिहासिक रूप से सत्य हैं। शंकरराव देव समिति (सदस्य: प्रभुदयाल व आर. के. सिद्धावा) ने धौलपुर व भरतपुर की जनता की राय जानकर मत्स्य संघ का राजस्थान में विलय कराया। सिरोही के विभाजन पर पटेल ने कहा था कि 'राजस्थान वालों को गोकुलभाई भट्ट चाहिए था, वह हमने दे दिया।' 1 नवंबर 1956 को 8 वर्ष 7 माह 14 दिन में एकीकरण पूरा हुआ और मोहनलाल सुखाड़िया मुख्यमंत्री थे। सत्यनारायण राव समिति की सिफारिश पर अजमेर को राजस्व विभाग, बीकानेर को शिक्षा, जोधपुर को हाईकोर्ट, कोटा को वन व सहकारी तथा उदयपुर को खनिज विभाग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किसान आंदोलनों से जुड़ी कर शब्दावली के संदर्भ में निम्नलिखित युग्मों पर विचार कीजिए: A. चंवरी कर - 1903 ई. में बिजौलिया के राव कृष्णसिंह द्वारा लड़की के विवाह पर लगाया गया 5 रुपये का कर। B. तलवार बंधाई कर - 1906 ई. में नए जागीरदार पृथ्वीसिंह द्वारा प्रजा पर थोपा गया उत्तराधिकार शुल्क। C. कूंता - खड़ी फसल को देखकर अनुमान के आधार पर लगाया जाने वाला कर। D. लाटा - फसल काटने के बाद अनाज की ढेरी (उपज) के आधार पर वसूला जाने वाला कर। उपर्युक्त में से कौन-से युग्म सही सुमेलित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युग्म पूर्णतः सत्य हैं। बिजौलिया के किसानों पर 84 प्रकार की विभिन्न लाग-बागें (कर) लागू थीं। 1903 में राव कृष्णसिंह ने प्रत्येक किसान पर अपनी पुत्री के विवाह पर 5 रुपये (या 13 रुपये) का 'चंवरी कर' लगा दिया, जिसके विरोध में किसानों ने दो वर्षों तक कन्याओं का विवाह रोक दिया। 1906 में नए सामंत पृथ्वीसिंह ने तलवार बंधाई कर (उत्तराधिकार शुल्क) का भार भी जनता पर डाल दिया। लाटा और कूंता फसल मूल्यांकन की पारंपारिक विधियाँ थीं। इसके अतिरिक्त मवेशी चराने पर शुंगा कर, पशु बिक्री पर सिंगोटी तथा सेना रुकने पर खिचड़ी लाग वसूली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बिजौलिया किसान आंदोलन (1897-1941 ई.) के प्रथम चरण (1897-1914 ई.) के संदर्भ में निम्नलिखित कथनों पर विचार कीजिए: A. इस आंदोलन की शुरुआत 1897 ई. में गिरधरपुरा गाँव में गंगाराम धाकड़ के पिता के मृत्युभोज के अवसर पर एकत्र किसानों की सभा से हुई थी। B. किसानों के आग्रह पर नानजी पटेल और ठाकरी पटेल मेवाड़ के महाराणा फतेहसिंह से जागीरदार के अत्याचारों की शिकायत करने उदयपुर गए थे। C. महाराणा फतेहसिंह ने किसानों की शिकायतों की जाँच हेतु राजस्व अधिकारी हामिद हुसैन को बिजौलिया भेजा था। D. प्रथम चरण का स्थानीय नेतृत्व मुख्य रूप से साधु सीताराम दास, फतेहकरण चारण और ब्रह्मदेव ने किया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बिजौलिया किसान आंदोलन भारत का सबसे लंबा (44 वर्ष) चलने वाला पूर्णतः अहिंसक किसान आंदोलन था। बिजौलिया मेवाड़ रियासत का प्रथम श्रेणी का ठिकाना था जिसके संस्थापक खानवा युद्ध में सांगा की सहायता करने वाले अशोक परमार थे। यहाँ की 60% से अधिक जनसंख्या धाकड़ जाति के किसानों की थी। 1897 में नानजी और ठाकरी पटेल की शिकायत पर हामिद हुसैन ने जांच कर जागीरदार के विरुद्ध रिपोर्ट दी, किंतु महाराणा ने कोई ठोस कार्रवाई नहीं की, उल्टे राव कृष्णसिंह ने नानजी व ठाकरी पटेल को बिजौलिया से निष्कासित कर दिया। साधु सीताराम दास (पुस्तकालयाध्यक्ष) ने किसानों को संगठित कर आंदोलन का प्रारंभिक नेतृत्व संभाला।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बिजौलिया किसान आंदोलन के द्वितीय चरण (1914-1923 ई.) और विजयसिंह पथिक की भूमिका के संदर्भ में निम्नलिखित कथनों पर विचार कीजिए: A. 1916 ई. में साधु सीताराम दास के आग्रह पर विजयसिंह पथिक (मूल नाम भूपसिंह गुर्जर) बिजौलिया आंदोलन से जुड़े। B. पथिक जी ने 1917 ई. में हरियाली अमावस्या के दिन बैरीसाल गाँव में 'ऊपरमाल पंच बोर्ड' (किसान पंचायत) की स्थापना की, जिसके प्रथम सरपंच मन्ना पटेल बने। C. गणेश शंकर विद्यार्थी ने अपने कानपुर से प्रकाशित प्रसिद्ध समाचार पत्र 'प्रताप' के माध्यम से बिजौलिया आंदोलन को पूरे देश में राष्ट्रीय ख्याति दिलाई। D. अप्रैल 1919 में मेवाड़ रियासत ने किसानों की समस्याओं की जाँच हेतु 'मांडलगढ़ हाकिम बिंदुलाल भट्टाचार्य जांच आयोग' गठित किया था।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चरण बिजौलिया आंदोलन का चरमोत्कर्ष काल था। पथिक जी ने ऊपरमाल सेवा समिति और विद्या प्रचारिणी सभा की स्थापना की। उन्होंने किसानों में चेतना जगाने हेतु 'ऊपरमाल का डंका' नामक हस्तलिखित पत्र निकाला। पथिक जी ने गणेश शंकर विद्यार्थी को चांदी की राखी भेजी, जिन्होंने 'प्रताप' अखबार में बिजौलिया के किसानों के संघर्ष को प्रमुखता से छापा। बाल गंगाधर तिलक ने 'मराठा' में बिजौलिया पर संपादकीय लिखा। महात्मा गांधी ने पथिक जी को मुंबई बुलाकर आंदोलन की जानकारी ली और अपने निजी सचिव महादेव भाई को बिजौलिया भेजा तथा पथिक जी को 'राष्ट्रीय पथिक' की उपाधि दी। बिंदुलाल भट्टाचार्य आयोग ने लाग-बाग हटाने की सिफारिश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बिजौलिया किसान आंदोलन के समझौतों और तृतीय चरण (1923-1941 ई.) के संदर्भ में निम्नलिखित कथनों पर विचार कीजिए: A. 11 फरवरी 1922 को ए. जी. जी. रॉबर्ट हॉलैंड की अध्यक्षता में किसानों और ठिकाने के मध्य समझौता हुआ, जिसके तहत 84 में से 35 लागें समाप्त कर दी गईं। B. 1923 के बाद भूमि बंदोबस्त अधिकारी ट्रेंच द्वारा असिंचित भूमि पर कर बढ़ाने के विरोध में किसानों ने जमीनें छोड़ दीं, जिससे आंदोलन का तीसरा चरण शुरू हुआ। C. इस चरण का नेतृत्व माणिक्यलाल वर्मा, रामनारायण चौधरी और हरिभाऊ उपाध्याय ने संभाला। D. 1941 ई. में मेवाड़ के प्रधानमंत्री सर टी. विजयराघवाचारी और राजस्व मंत्री डॉ. मोहनसिंह मेहता के प्रयासों से किसानों की जब्त जमीनें वापस लौटाकर आंदोलन समाप्त हुआ।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1922 का हॉलैंड समझौता सामंत के अड़ियल रुख के कारण पूरी तरह लागू नहीं हो सका। 1927 में पथिक जी के सुझाव पर किसानों ने सामूहिक रूप से अपनी जमीनें छोड़ दीं, किंतु ठिकाने ने उन जमीनों को दूसरे किसानों को नीलाम कर दिया, जिसके बाद पथिक जी आंदोलन से अलग हो गए। इसके बाद माणिक्यलाल वर्मा ने आंदोलन का संचालन किया और किसानों में उत्साह भरने हेतु 'पंछीड़ा' गीत की रचना की। इस आंदोलन में नारायणी देवी वर्मा, अंजना देवी चौधरी और रमा देवी जैसी महिलाओं ने गिरफ्तारियां दीं। अंततः 1941 में मेवाड़ सरकार और किसानों के बीच सम्मानजनक समझौता हुआ और किसानों को उनकी पैतृक भूमि वापस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 किसान आंदोलन (1921-1923 ई., चित्तौड़गढ़) के संदर्भ में निम्नलिखित कथनों पर विचार कीजिए: A. यह आंदोलन 1921 ई. में मेनाल (भीलवाड़ा) के निकट 'भैरूकुंड' नामक स्थान से धाकड़ किसानों द्वारा शुरू किया गया था। B. राजस्थान सेवा संघ के मंत्री रामनारायण चौधरी ने इस आंदोलन का प्रारंभिक नेतृत्व किया था। C. बेगूँ के जागीरदार अनूपसिंह और किसानों के मध्य हुए समझौते को मेवाड़ सरकार और अंग्रेजों ने मानने से इनकार कर इसे 'बोल्शेविक फैसला' की संज्ञा दी। D. 13 जुलाई 1923 को गोविंदपुरा गाँव में मिस्टर ट्रेंच के आदेश पर हुई पुलिस गोलीबारी में रूपाजी धाकड़ और कृपाजी धाकड़ शहीद हो गए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 मेवाड़ का प्रथम श्रेणी का ठिकाना था जहाँ किसानों से 53 प्रकार की लाग-बागें और बेगार ली जाती थी। रामनारायण चौधरी और उनकी पत्नी अंजना देवी ने किसानों को लामबंद किया। जब राव अनूपसिंह ने किसानों की मांगें मान लीं, तो मेवाड़ महाराणा ने इसे रूस की साम्यवादी क्रांति जैसा 'बोल्शेविक समझौता' बताकर खारिज कर दिया और अनूपसिंह को उदयपुर में नजरबंद कर दिया। बंदोबस्त आयुक्त ट्रेंच की अध्यक्षता में आयोग बना। 13 जुलाई 1923 को गोविंदपुरा में किसानों के शांतिपूर्ण सम्मेलन पर ट्रेंच ने गोलियां चलवा दीं जिसमें रूपाजी और कृपाजी धाकड़ मौके पर शहीद हो गए। बाद में विजयसिंह पथिक ने गुप्त रूप से बेगूँ पहुँचकर नेतृत्व किया जहाँ उन्हें 5 वर्ष की सजा हुई। 1925 में अधिकांश लागें समाप्त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बूंदी (बरड़) किसान आंदोलन और 2 अप्रैल 1923 के प्रसिद्ध 'डाबी हत्याकांड' के संदर्भ में निम्नलिखित कथनों पर विचार कीजिए: A. बरड़ क्षेत्र के गुर्जर व अन्य किसानों का यह आंदोलन स्थानीय जागीरदारों के साथ-साथ सीधे बूंदी राज्य प्रशासन के दमन और बेगार के विरुद्ध था। B. इस आंदोलन का प्रमुख नेतृत्व राजस्थान सेवा संघ के कर्मठ कार्यकर्ता पं. नयनूराम शर्मा और हरप्रसाद शर्मा ने किया था। C. 2 अप्रैल 1923 को डाबी गाँव में किसानों की शांतिपूर्ण सभा पर पुलिस अधीक्षक इकराम हुसैन ने गोलीबारी करवाई। D. इस गोलीबारी में झंडा गीत गाते हुए नानक जी भील तथा देवीलाल गुर्जर शहीद हो गए, जिनकी स्मृति में माणिक्यलाल वर्मा ने 'अर्जी' गीत लिखा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 के बरड़ (पथरीले) क्षेत्र में महिलाओं से भी अमानवीय बेगार ली जाती थी और लाग-बागों की भरमार थी। पं. नयनूराम शर्मा ने हाड़ौती में जनजागृति की अलख जगाई। 2 अप्रैल 1923 को डाबी की किसान सभा में जब नानक जी भील हाथ में तिरंगा थामे राष्ट्रीय झंडा गीत गा रहे थे, तभी निरंकुश पुलिस अधिकारी इकराम हुसैन ने सीने पर गोलियां दाग दीं। नानक भील और देवीलाल गुर्जर मौके पर शहीद हो गए। देवगढ़ में उनका अंतिम संस्कार किया गया। इस दमन की खबर 'तरुण राजस्थान', 'नवीन राजस्थान' और 'प्रताप' में छपी। 1936 में बरड़ में नुक्ता प्रथा और करों के विरोध में 90 गाँवों के गुर्जर किसानों ने पुनः व्यापक आंदोलन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13-14 मई 1925 को अलवर रियासत में घटित 'नीमूचाणा हत्याकांड' के संदर्भ में निम्नलिखित कथनों पर विचार कीजिए: A. इस आंदोलन का मुख्य कारण राज्य में फसलों को बर्बाद करने वाले जंगली सूअरों को मारने पर पाबंदी तथा लगान दरों में 40% की भारी वृद्धि थी। B. बानसूर तहसील के नीमूचाणा गाँव में एकत्रित निहत्थे किसानों पर कमांडर छज्जू सिंह के आदेश पर अंधाधुंध गोलीबारी की गई और घरों को जला दिया गया। C. महात्मा गांधी ने अपने समाचार पत्र 'यंग इंडिया' में इस वीभत्स हत्याकांड को 'जलियाँवाला बाग हत्याकांड से भी अधिक भयानक' तथा 'दोहरी डायरशाही' (Dyerism Double Distilled) कहा था। D. 'रियासत' नामक समाचार पत्र ने इस नरसंहार की सचित्र तुलना जलियाँवाला बाग हत्याकांड से की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का नीमूचाणा हत्याकांड राजस्थान के किसान इतिहास की सबसे दर्दनाक घटना है। अलवर में 80% भूमि खालसा (सीधे राज्य के नियंत्रण में) थी। महाराजा जयसिंह ने नई भू-राजस्व नीति और इजारा व्यवस्था लागू कर राजपूत किसानों के विशेषाधिकार समाप्त कर दिए और कर 40% बढ़ा दिया। 14 मई 1925 को लगभग 2500 किसान नीमूचाणा में शांतिपूर्ण सभा कर रहे थे, तभी जनरल छज्जू सिंह (जिन्हें 'राजस्थान का जनरल डायर' कहा जाता है) ने मशीनगनों से फायरिंग कराई। सरकारी रिपोर्ट में कम संख्या बताई गई किंतु वास्तव में 156 से अधिक किसान और 160 मवेशी मारे गए तथा 144 मकान जला दिए गए। रामनारायण चौधरी ने इसे 'नीमूचाणा हत्याकांड' नाम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1932-1934 ई. में अलवर और भरतपुर के मेवात क्षेत्र में हुए 'मेव किसान आंदोलन' का नेतृत्व करने वाली प्रमुख धार्मिक-सामाजिक संस्था 'अंजुमन खादिम-उल-इस्लाम' की स्थापना किसके द्वारा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चौधरी यासीन खान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मोहम्मद हादी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गुलाम भीक नारंग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सैयद अहमद 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 मोहम्मद हादी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चौधरी यासीन 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गुलाम भीक नारंग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सैयद अहमद 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मेवात क्षेत्र (अलवर व भरतपुर) में मेव किसानों ने 1932 में नए भूमि बंदोबस्त, चराई कर और बेगार के विरोध में उग्र आंदोलन किया। 1932 ई. में डॉ. मोहम्मद हादी ने 'अंजुमन खादिम-उल-इस्लाम' नामक संस्था की स्थापना कर मेव आंदोलन को संगठित नेतृत्व प्रदान किया। इस आंदोलन को गुड़गाँव के चौधरी यासीन खान और अंबाला के गुलाम भीक नारंग का भी सक्रिय मार्गदर्शन प्राप्त था। मेवों ने तिजारा, रामगढ़, लक्ष्मणगढ़ और किशनगढ़ में कर देने से इनकार कर दिया। स्थिति बिगड़ने पर ब्रिटिश सेना बुलाई गई और 12 दिसंबर 1932 को महाराजा ने राजा दुर्जन सिंह की अध्यक्षता में जांच समिति गठित की, जिसके बाद किसानों की मांगें मानकर 1934 में आंदोलन शांत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25 अप्रैल 1934 को सीकर के कटराथल नामक स्थान पर आयोजित ऐतिहासिक महिला सम्मेलन के संदर्भ में निम्नलिखित कथनों पर विचार कीजिए: A. यह सम्मेलन सिहोट के सामंत मानसिंह द्वारा सोतिया का बास गाँव की जाट महिलाओं के साथ किए गए अभद्र व्यवहार के विरोध में आयोजित हुआ था। B. इस सम्मेलन की अध्यक्षता प्रसिद्ध स्वतंत्रता सेनानी सरदार हरलाल सिंह की धर्मपत्नी श्रीमती किशोरी देवी ने की थी। C. इस सम्मेलन की मुख्य ओजस्वी वक्ता भरतपुर के ठाकुर देशराज की धर्मपत्नी श्रीमती उत्तमा देवी थीं। D. इस सम्मेलन में तत्कालीन सामंती प्रतिबंधों और धारा 144 को तोड़कर 10,000 से अधिक किसान महिलाओं ने भाग लिया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कटराथल महिला सम्मेलन राजस्थान के नारी जागरण और किसान आंदोलन के इतिहास में मील का पत्थर है। सिहोट के जागीरदार द्वारा किसान महिलाओं के अपमान की घटना पर रोष जताने हेतु किशोरी देवी के आह्वान पर 25 अप्रैल 1934 को सीकर के कटराथल में विशाल सभा बुलाई गई। जयपुर रियासत और सीकर ठिकाने द्वारा रास्ते रोके जाने और धमकी दिए जाने के बावजूद 10,000 से अधिक ग्रामीण महिलाएं पहुँचीं। मुख्य वक्ता उत्तमा देवी ने अपने भाषण में महिलाओं को सामंती बेड़ियों को तोड़ने और स्वाभिमान से जीने की प्रेरणा दी। इस सम्मेलन में दुर्गादेवी शर्मा, फूला देवी, रमा देवी आदि ने भी सक्रिय भूमिका निभाई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25 अप्रैल 1935 को सीकर के 'कूँदन गाँव हत्याकांड' के संदर्भ में निम्नलिखित कथनों पर विचार कीजिए: A. कूँदन गाँव की वृद्ध किसान महिला 'धापी दादी' (धापी देवी) के आह्वान पर किसानों ने ठिकाने को लगान देने से साफ इनकार कर दिया था। B. ब्रिटिश पुलिस अधिकारी कैप्टन वेब के आदेश पर पुलिस ने किसानों पर अंधाधुंध गोलियां चलाईं, जिसमें चेतराम, टीकूराम, तुलछाराम और आसाराम शहीद हो गए। C. सीकर किसान आंदोलन और कूँदन हत्याकांड की गूँज ब्रिटिश संसद (हाउस ऑफ कॉमन्स) में सर पैट्रिक लॉरेंस द्वारा उठाई गई थी। D. लंदन के विख्यात दैनिक समाचार पत्र 'डेली हेराल्ड' में सीकर के किसानों पर सामंती अत्याचारों की खबरें लगातार प्रकाशित की गई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सीकर किसान आंदोलन (1922-1935 ई.) राजस्थान का एकमात्र ऐसा किसान आंदोलन था जिसकी गूँज सीधे ब्रिटेन की संसद और अंतरराष्ट्रीय प्रेस तक पहुँची थी। रावराजा कल्याणसिंह द्वारा 1922 में कर वृद्धि के बाद रामनारायण चौधरी ने 'तरुण राजस्थान' के माध्यम से प्रचार किया। 1935 में कूँदन गाँव में धापी दादी के कहने पर जब कर नहीं दिया गया, तब कैप्टन वेब ने भीषण लाठीचार्ज और फायरिंग कराई जिसमें चेतराम और टीकूराम सहित कई किसान शहीद हुए और 175 गिरफ्तार हुए। ब्रिटिश सांसद पैट्रिक लॉरेंस ने हाउस ऑफ कॉमन्स में इस बर्बरता पर भारत सरकार से तीखे सवाल पूछे थे तथा 'डेली हेराल्ड' ने ब्रिटिश हुकूमत के दमन को उजागर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13 मार्च 1947 को डीडवाना (नागौर) के डाबड़ा गाँव में मारवाड़ लोक परिषद और किसान सभा के संयुक्त सम्मेलन पर जागीरदारों द्वारा किए गए खूनी हमले (डाबड़ा कांड) में कौन से प्रमुख किसान नेता शहीद हुए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रूपाजी और कृपाजी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नानक जी भील और देवीलाल गुर्जर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चुन्नीलाल शर्मा और मोतीराम चौधरी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छत्तरसिंह और पंचमसिंह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चुन्नीलाल शर्मा और मोतीराम चौधरी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रूपाजी और कृपाजी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नानक जी भील और देवीलाल गुर्जर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छत्तरसिंह और पंचमसिंह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मार्च 1947 को डीडवाना परगने के डाबड़ा गाँव में स्थानीय मोतीराम चौधरी के घर मारवाड़ लोक परिषद और किसान सभा का सम्मेलन चल रहा था, जिसमें मथुरादास माथुर, द्वारकादास पुरोहित, सी. आर. किसन आदि उपस्थित थे। स्थानीय जागीरदार के हथियारबंद गुंडों ने घर को घेरकर गोलियां चलाईं, तलवारों से वार किए और माथुर सहित कई नेताओं को लहूलुहान कर दिया। इस बर्बर हमले में किसान नेता चुन्नीलाल शर्मा, मोतीराम, जग्गू जाट, रूघाराम आदि शहीद हो गए। यह आजादी से ठीक पहले राजस्थान का अंतिम भीषण जागीरदारी हत्याकांड था। छत्तरसिंह और पंचमसिंह धौलपुर के तसीमो कांड (11 अप्रैल 1947) में तिरंगे की रक्षा करते हुए शहीद हुए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जनजातीय आंदोलनों की पृष्ठभूमि और जनजातीय करों के संदर्भ में निम्नलिखित कथनों पर विचार कीजिए: A. 'बोलाई कर' भीलों द्वारा अपने पर्वतीय क्षेत्रों से गुजरने वाले व्यापारियों और यात्रियों से मार्ग सुरक्षा के एवज में वसूला जाने वाला पारंपारिक कर था। B. 'रखवाली कर' गाँव और फसलों की सुरक्षा एवं पहरेदारी के बदले स्थानीय जागीरदारों व प्रजा से भील मुखियाओं द्वारा लिया जाने वाला कर था। C. अंग्रेजों ने 1822 ई. में ब्यावर में 'मेरवाड़ा बटालियन' तथा 1841 ई. में खैरवाड़ा (उदयपुर) में 'मेवाड़ भील कोर' (MBC) की स्थापना की थी। D. 1853 ई. में मेवाड़ के महाराणा स्वरूपसिंह द्वारा डाकन प्रथा पर प्रतिबंध लगाना तथा महुआ की शराब पर आबकारी कर लगाना भी भील असंतोष का प्रमुख कारण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भील, मीणा और गरासिया जनजातियों का विद्रोह उनके पारंपारिक स्वायत्त अधिकारों, वनों के उपयोग तथा आत्मसम्मान पर औपनिवेशिक चोट के कारण हुआ। अंग्रेजों ने भीलों के आय के प्रमुख साधन बोलाई और रखवाली करों को समाप्त कर दिया। जंगलों की कटाई और महुआ से शराब बनाने पर रोक लगा दी। 1881 की जनगणना को भीलों ने फौज में जबरन भर्ती और नए कर लगाने का षड्यंत्र समझा जिसके कारण उदयपुर में बारपाल और कोटड़ा में भील विद्रोह भड़का। अंग्रेजों ने जनजातियों के सैन्य दमन और नियंत्रण हेतु मेरवाड़ा बटालियन और मेवाड़ भील कोर जैसी स्थानीय सेनाएं गठित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राज्य में मीणा जनजाति के ऐतिहासिक आंदोलन और 'जरायम पेशा कानून' के संदर्भ में निम्नलिखित कथनों पर विचार कीजिए: A. 1924 में भारत सरकार ने 'क्रिमिनल ट्राइब्स एक्ट' लागू किया तथा 1930 में जयपुर रियासत ने मीणाओं पर 'जरायम पेशा कानून' लागू किया। B. इस कानून के तहत 12 वर्ष से अधिक उम्र के प्रत्येक मीणा पुरुष, स्त्री और बच्चे को प्रतिदिन निकटतम पुलिस थाने में हाजिरी देना अनिवार्य था। C. 1944 में नीम का थाना (सीकर) में जैन मुनि मगन सागर की अध्यक्षता में मीणा सम्मेलन हुआ जहाँ मुनि जी ने 'मीन पुराण' की रचना की। D. 28 अक्टूबर 1946 को बागावास (जयपुर) में 26,000 चौकीदार मीणाओं ने सामूहिक रूप से चौकीदारी से इस्तीफा देकर 'मुक्ति दिवस' मनाया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मीणा जनजाति आंदोलन एक अपमानजनक कानून के विरुद्ध नागरिक अधिकारों का महान संघर्ष था। पूर्व में आमेर के शासकों द्वारा मीणाओं को चौकीदार मीणा (किले व राज्य की सुरक्षा) और जमींदार मीणा में बांटा गया था। ब्रिटिश काल में चोरी की घटनाओं के आधार पर पूरे समुदाय को जन्मजात अपराधी मानकर जरायम पेशा कानून थोप दिया गया। 1933 में मीणा क्षेत्रीय महासभा बनी। 1944 के नीम का थाना सम्मेलन में बंशीधर शर्मा और लक्ष्मीनारायण झरवाल ने चेतना जगाई। बागावास में 26,000 चौकीदारों के इस्तीफे के बाद महिलाओं और बच्चों को थाने में हाजिरी से छूट मिली। अंततः स्वतंत्रता के बाद 1952 में टीकाराम पालीवाल और हीरालाल शास्त्री के प्रयासों से जरायम पेशा कानून पूर्णतः समाप्त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1883 ई. में सिरोही में भीलों, गरासियों और आदिवासियों में सामाजिक, धार्मिक और नैतिक चेतना जाग्रत करने तथा उनमें एकता स्थापित करने हेतु 'सम्प सभा' (प्रेम सभा) की स्थापना किसने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मोतीलाल तेजावत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गोविंद गुरु (गोविंद 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सुरजी भगत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भोगीलाल पांड्या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गोविंद गुरु (गोविंद 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मोतीलाल तेजावत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सुरजी भगत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भोगीलाल पांड्या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गोविंद गुरु (जन्म 1858 ई., बेड़सा/बांसीया गाँव, डूंगरपुर) बंजारा परिवार से संबंधित थे। वे स्वामी दयानंद सरस्वती के विचारों और आर्य समाज से अत्यधिक प्रभावित थे तथा कोटा-बूंदी अखाड़े के साधु राजगिरि के शिष्य थे। उन्होंने आदिवासियों को चोरी, शराब, मांस, ढोंग-पाखंड और अंधविश्वास छोड़ने तथा ईश्वर भक्ति और स्वावलंबन अपनाने का उपदेश देकर 'भगत आंदोलन' चलाया। 1883 ई. में उन्होंने सिरोही में 'सम्प सभा' की स्थापना की (सम्प का अर्थ राजस्थानी में प्रेम, सौहार्द और एकता होता है)। सम्प सभा के 10 नियम थे। 1903 से प्रतिवर्ष अश्विन शुक्ल पूर्णिमा को मानगढ़ पहाड़ी पर इसका वार्षिक मेला व अधिवेशन आयोजित होने लगा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17 नवंबर 1913 को बांसवाड़ा जिले में स्थित मानगढ़ पहाड़ी पर घटित ऐतिहासिक नरसंहार के संदर्भ में निम्नलिखित कथनों पर विचार कीजिए: A. अश्विन शुक्ल पूर्णिमा को संप सभा के वार्षिक सम्मेलन में भाग लेने हेतु मानगढ़ पहाड़ी पर हजारों निहत्थे भील एकत्र हुए थे। B. मेवाड़ भील कोर (MBC), 104वीं वेलेजली राइफल्स और 7वीं राजपूत रेजिमेंट ने कर्नल शटन और मेजर बेली के आदेश पर पहाड़ी को घेरकर गोलियां चलाईं। C. इस भीषण हत्याकांड में 1500 से अधिक निर्दोष भील स्त्री-पुरुष शहीद हो गए, जिसके कारण मानगढ़ को 'राजस्थान का जलियाँवाला बाग' कहा जाता है। D. गोविंद गुरु को गिरफ्तार कर आजीवन कारावास दिया गया, और रिहाई के बाद उन्होंने अपना शेष जीवन गुजरात के कंबोई गाँव में बिताया।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मानगढ़ नरसंहार (17 नवंबर 1913) भारत के जलियाँवाला बाग हत्याकांड (1919) से 6 वर्ष पूर्व घटित हुआ उससे भी बड़ा क्रूरतम नरसंहार था। गोविंद गुरु ने ब्रिटिश सरकार और देशी रियासतों के समक्ष भीलों के शोषण, बेगार और शराब नीतियों के विरुद्ध 33 सूत्रीय मांग पत्र रखा था। रियासतों ने भयभीत होकर अंग्रेजों से झूठी शिकायत की कि गोविंद गुरु भील राज्य स्थापित करना चाहते हैं। मानगढ़ पहाड़ी पर तीन ओर से मशीनगनों से तोप के गोले और गोलियां दागी गईं। गोविंद गुरु के पैर में गोली लगी और उनके सहयोगी पूंजा धीरजी पकड़े गए। गोविंद गुरु की सजा बाद में घटाकर 10 वर्ष कर दी गई थी। कंबोई (पंचमहल, गुजरात) में 1931 में उनका समाधि स्थल बना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मोतीलाल तेजावत द्वारा 1921 ई. में प्रारंभ किए गए प्रसिद्ध 'एकी आंदोलन' (भोमट भील आंदोलन) के संदर्भ में निम्नलिखित कथनों पर विचार कीजिए: A. मोतीलाल तेजावत (जन्म कोलियारी, उदयपुर, ओसवाल जैन परिवार) को आदिवासी श्रद्धा से 'बावजी' तथा 'आदिवासियों का मसीहा' कहते हैं। B. इस आंदोलन की औपचारिक शुरुआत 1921 में चित्तौड़गढ़ के 'मातृकुंडिया' (राशमी) नामक पवित्र तीर्थ स्थल (राजस्थान का हरिद्वार) से वैशाख पूर्णिमा को हुई थी। C. तेजावत जी ने सामंती शोषण और बेगार के विरुद्ध किसानों और भीलों को 'ना हाकिम, ना हुकुम' (न कोई शासक मानेंगे, न उसका आदेश) का क्रांतिकारी नारा दिया। D. उन्होंने मेवाड़ महाराणा के समक्ष किसानों की 21 सूत्रीय मांगों का एक मांग पत्र प्रस्तुत किया था, जिसे इतिहास में 'मेवाड़ की पुकार' कहा जाता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आंदोलन भीलों और गरासियों की एकता का ऐतिहासिक जन-आंदोलन था। मोतीलाल तेजावत झाड़ोल ठिकाने में कामदार थे जहाँ उन्होंने आदिवासियों पर होने वाले अमानवीय अत्याचार देखे और नौकरी त्यागकर जनसेवा का व्रत लिया। मातृकुंडिया मेले में हजारों आदिवासियों ने हाथ में तलवार लेकर शपथ ली कि जब तक लाग-बाग समाप्त नहीं होगी, कर नहीं देंगे। 'मेवाड़ की पुकार' के 21 में से 18 मुद्दों को महाराणा ने मान लिया था, किंतु बेगार, वन अधिकार और सूअर मारने की तीन मुख्य मांगें नहीं मानी गईं, जिसके बाद आंदोलन सिरोही और गुजरात की ईडर रियासतों तक फैल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6-7 मार्च 1922 को विजयनगर राज्य (वर्तमान साबरकांठा सीमा) के 'नीमड़ा गाँव' में एकी आंदोलन के सम्मेलन पर मेजर सटन के नेतृत्व में मेवाड़ भील कोर की गोलीबारी में 1200 से अधिक भील शहीद हुए थे। इस घटना को किस नाम से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डाबी हत्याकांड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नीमड़ा हत्याकांड (मेवाड़ का दूसरा जलियाँवाला बाग)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मानगढ़ हत्याकांड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गोविंदपुरा हत्याकांड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नीमड़ा हत्याकांड (मेवाड़ का दूसरा जलियाँवाला बाग)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डाबी हत्याकांड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मानगढ़ हत्याकांड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गोविंदपुरा हत्याकांड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6-7 मार्च 1922 को नीमड़ा गाँव में मोतीलाल तेजावत के नेतृत्व में एकी आंदोलन की महापंचायत चल रही थी। ब्रिटिश अधिकारी मेजर सटन के नेतृत्व में मेवाड़ भील कोर ने निहत्थे आदिवासियों पर गोलियों की बौछार कर दी जिसमें 1200 से अधिक भील स्त्री-पुरुष शहीद हो गए। तेजावत जी के पैर में गोली लगी किंतु साथी उन्हें सुरक्षित निकाल ले गए। गांधीजी के कहने पर तेजावत जी ने 1929 में खेड़ब्रह्मा में आत्मसमर्पण किया। 1936 में रिहा होने के बाद उन्होंने 'वनवासी संघ' की स्थापना की। सिरोही में भी 1922 में सियावा और भूला-बालोलिया गाँवों में अंग्रेजों ने अंधाधुंध आगजनी और गोलीबारी कर कई गरासियों की हत्या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पत्रकारिता के उद्भव और प्रारंभिक समाचार पत्रों के संदर्भ में निम्नलिखित कथनों पर विचार कीजिए: A. 1849 ई. में भरतपुर से प्रकाशित 'मजहरूल सरूर' राजस्थान (राजपूताना) का पहला समाचार पत्र माना जाता है जो उर्दू और हिंदी में द्विभाषी था। B. 1876/1879 ई. में मेवाड़ महाराणा सज्जनसिंह के संरक्षण में उदयपुर से साप्ताहिक पत्र 'सज्जन कीर्ति सुधारक' प्रकाशित हुआ था। C. 1889 ई. में ब्यावर (अजमेर) से मुंशी समर्थदान चारण के संपादन में 'राजस्थान समाचार' प्रकाशित हुआ, जो राजस्थान का प्रथम हिंदी दैनिक पत्र था। D. पं. झाबरमल शर्मा को राजस्थान में निष्पक्ष और निर्भीक पत्रकारिता की नींव रखने के कारण 'राजस्थान पत्रकारिता के भीष्म पितामह' कहा जाता 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पत्रकारिता जन-जागृति और स्वाधीनता आंदोलन का सबसे प्रबल माध्यम बनी। अजमेर ब्रिटिश शासित केंद्र शासित प्रदेश होने के कारण समाचार पत्रों का प्रमुख गढ़ बना। 1864 में ब्यावर में ईसाई मिशनरियों द्वारा पहला लिथो प्रेस लगाया गया था। मुंशी समर्थदान ने 'राजस्थान समाचार' के माध्यम से सामंती व अंग्रेजी शोषण पर प्रहार किया। पं. झाबरमल शर्मा (जसरापुर, झुंझुनू) ने कोलकाता और मुंबई से 'ज्ञानोदय', 'मारवाड़ी बंधु' और 'कलकत्ता समाचार' निकाले और राजस्थान के इतिहास व पत्रकारिता को समृद्ध किया। जयपुर स्थित पत्रिका समूह द्वारा प्रतिवर्ष पं. झाबरमल शर्मा स्मृति व्याख्यान आयोजित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स्वतंत्रता सेनानियों द्वारा संपादित समाचार पत्रों को उनके प्रकाशन स्थल एवं संस्थापकों से सुमेलित कीजिए: सूची-I (समाचार पत्र): सूची-I: A. राजस्थान केसरी (1920) B. नवीन राजस्थान (192 C. त्याग भूमि (1927) D. नवज्योति (1936) सूची-II: 2. / तरुण राजस्थान 1. विजयसिंह पथिक (वर्धा, महाराष्ट्र) 2. हरिभाऊ उपाध्याय (अजमेर/हटूंडी) 3. रामनारायण चौधरी एवं दुर्गाप्रसाद चौधरी (अजमेर) 4. विजयसिंह पथिक एवं जयनारायण व्यास (अजमेर/ब्यावर)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केसरी 1920 में वर्धा से विजयसिंह पथिक ने राजस्थान सेवा संघ के मुखपत्र के रूप में निकाला था (इसके वित्तीय सहयोगी जमनालाल बजाज थे)। नवीन राजस्थान 1922 में अजमेर से पथिक जी ने निकाला; 1923 में अंग्रेजों द्वारा प्रतिबंधित किए जाने पर इसका नाम बदलकर 'तरुण राजस्थान' कर दिया गया जिसके संपादक जयनारायण व्यास और रामनारायण चौधरी बने। त्याग भूमि 1927 में हरिभाऊ उपाध्याय ने अजमेर से निकाला जो गांधीवादी विचारों और महिला उत्थान का समर्थक था। नवज्योति 1936 में दुर्गाप्रसाद चौधरी और रामनारायण चौधरी ने अजमेर से शुरू किया जो स्वतंत्रता के बाद भी राजस्थान का प्रमुख दैनिक बना रहा।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1932 ई. में ब्यावर से जयनारायण व्यास द्वारा संपादित वह कौन सा समाचार पत्र था, जो विशुद्ध रूप से 'राजस्थानी भाषा का प्रथम राजनीतिक समाचार पत्र'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तरुण राजस्थान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आगी-बाण (अग्निबाण)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अखण्ड भारत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पीप (Peep)</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आगी-बाण (अग्निबाण)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तरुण 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अखण्ड भारत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पीप (Peep)</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1932 ई. में ब्यावर (अजमेर) से लोकनायक जयनारायण व्यास ने 'आगी-बाण' (अग्निबाण) नामक समाचार पत्र शुरू किया था। यह राजस्थानी भाषा (डिंगल/मारवाड़ी) में प्रकाशित होने वाला राजस्थान का पहला राजनीतिक समाचार पत्र था। इसके माध्यम से व्यास जी ने मारवाड़ के सामंती जुल्मों और अंग्रेजी नीतियों का कड़ा विरोध किया। इसके अतिरिक्त व्यास जी ने 1936 में मुंबई से हिंदी दैनिक 'अखण्ड भारत' तथा दिल्ली से अंग्रेजी पाक्षिक 'पीप' (Peep) का संपादन कर राष्ट्रीय स्तर पर राजस्थान की रियासती जनता की आवाज उठाई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स्वतंत्रता सेनानियों और उनकी प्रसिद्ध प्रेरणादायी काव्य कृतियों/पुस्तकों को सुमेलित कीजिए: सूची-I (रचनाकार): सूची-I: A. माणिक्यलाल वर्मा B. जयनारायण व्यास C. हीरालाल शास्त्री D. अर्जुनलाल सेठी सूची-II: 1. A. डंके री चोट सुनादेसी ओ राज एवं पोपाबाई की पोल 2. पंछीड़ा गीत एवं मेवाड़ का वर्तमान शासन 3. प्रलय प्रतीक्षा नमो नमः (आत्मकथा/गीत) 4. मदन पराजय, महेंद्र कुमार एवं खूनियां रौ राज</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माणिक्यलाल वर्मा ने बिजौलिया किसान आंदोलन के समय किसानों में जोश भरने हेतु प्रसिद्ध 'पंछीड़ा गीत' तथा 'मेवाड़ का वर्तमान शासन' पुस्तक लिखी। जयनारायण व्यास ने 'डंके री चोट', 'मारवाड़ की अवस्था' और 'पोपाबाई की पोल' नामक क्रांतिकारी पुस्तिकाएं लिखीं। हीरालाल शास्त्री ने अपनी आत्मकथा 'प्रत्यक्ष जीवन शास्त्र' तथा प्रसिद्ध गीत 'प्रलय प्रतीक्षा नमो नमः' लिखा। क्रांतिकारी अर्जुनलाल सेठी ने जनजागृति हेतु नाटक 'मदन पराजय', 'महेंद्र कुमार', 'पार्श्व यज्ञ' तथा क्रांतिकारी कविता 'खूनियां रौ राज' लिखी।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जैसलमेर के अमर शहीद सागरमल गोपा (1900-1946 ई.) के संदर्भ में निम्नलिखित कथनों पर विचार कीजिए: A. उन्होंने जैसलमेर के महारावल जवाहरसिंह के निरंकुश शासन और अत्याचारों का कड़ा विरोध किया था। B. उन्होंने 'जैसलमेर में गुंडाराज', 'रघुनाथ सिंह का मुकदमा' और 'आजादी के दीवाने' जैसी विख्यात पुस्तकें लिखी थीं। C. उन्हें मई 1941 में गिरफ्तार कर जैसलमेर जेल में अमानवीय शारीरिक और मानसिक यातनाएं दी गईं। D. 3 अप्रैल 1946 को जेलर गुमानसिंह ने जेल की कोठरी में उन पर मिट्टी का तेल डालकर जिंदा जला दिया जिससे 4 अप्रैल को वे शहीद हो गए।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सागरमल गोपा जैसलमेर के महान स्वतंत्रता सेनानी और पत्रकार थे। जैसलमेर में राजनीतिक चेतना लाने के कारण महारावल ने उन्हें राज्य से निष्कासित कर दिया था। 1941 में पिता की मृत्यु पर जब वे जैसलमेर लौटे तो विश्वासघात से उन्हें कैद कर लिया गया। जेल में उन्हें लोहे की गर्म सलाखों से दागा गया। 1946 में जेल में उनकी नृशंस हत्या पर पूरे देश में आक्रोश फैल गया। पं. नेहरू और जयनारायण व्यास ने कड़ा विरोध जताया। सरकार ने गोपालस्वरूप पाठक जांच आयोग गठित किया जिसने लीपापोती की रिपोर्ट दी। 1986 में भारत सरकार ने सागरमल गोपा पर डाक टिकट जारी किया तथा इंदिरा गांधी नहर की एक उपशाखा का नाम 'सागरमल गोपा शाखा' रखा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राव गोपालसिंह खरवा और स्वामी केशवानंद के व्यक्तित्व एवं कृतित्व के संदर्भ में निम्नलिखित कथनों पर विचार कीजिए: A. राव गोपालसिंह खरवा (अजमेर) ने सशस्त्र क्रांति की योजना में रासबिहारी बोस और शचींद्रनाथ सान्याल का सहयोग किया था तथा उन्हें टॉडगढ़ दुर्ग में नजरबंद रखा गया था। B. केसरी सिंह बारहठ ने राव गोपालसिंह खरवा के विषय में कहा था कि 'जैसे पंजाब को लाला लाजपत राय पर और महाराष्ट्र को तिलक पर गर्व है, वैसे ही राजस्थान को राव गोपालसिंह खरवा पर गर्व है'। C. स्वामी केशवानंद (मूल नाम बीरमा, जन्म मंगलूणा, सीकर) को उनके अतुलनीय शैक्षिक योगदान के कारण 'शिक्षा संत' कहा जाता है। D. स्वामी केशवानंद ने संगरिया (हनुमानगढ़) में 'ग्रामोत्थान विद्यापीठ' का संचालन किया तथा बीकानेर के मरुस्थलीय गाँवों में लगभग 300 प्राथमिक पाठशालाएं खुलवाईं।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गोपालसिंह खरवा और स्वामी केशवानंद दोनों राजस्थान की महान विभूतियाँ हैं। राव गोपालसिंह खरवा ने 1915 की उत्तर भारत की सशस्त्र क्रांति में अजमेर की सुरक्षा पंक्ति तोड़ने का बीड़ा उठाया था; बाद में वे टॉडगढ़ जेल से फरार होकर सलेमाबाद में पकड़े गए थे और तिहाड़ जेल भेजे गए थे। स्वामी केशवानंद एक संन्यासी और स्वतंत्रता सेनानी थे जिन्होंने अपना पूरा जीवन रेगिस्तानी इलाकों में शिक्षा के प्रसार और सामाजिक कुरीतियों (अस्पृश्यता व पर्दा प्रथा) के उन्मूलन में समर्पित कर दिया। उन्होंने संगरिया में विशाल संग्रहालय और पुस्तकालय स्थापित किया तथा बीकानेर राज्य प्रजा परिषद के अध्यक्ष भी रहे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सीकर जिले के मऊ गाँव में जन्मे उस महान शिल्पकार का नाम क्या है, जिन्होंने जयपुर की पारंपरिक 'ब्लू पॉटरी' को 25 नए रंगों का प्रयोग कर अंतरराष्ट्रीय ख्याति दिलाई और जिन्हें 1974 में 'पद्मश्री' तथा 'शिल्पगुरु' की उपाधि से सम्मानित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हिसामुद्दीन उस्ता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कृपालसिंह शेखावत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कुदरत 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अर्जुन प्रजापति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कृपालसिंह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हिसामुद्दीन उस्ता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कुदरत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अर्जुन प्रजापति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कृपालसिंह शेखावत (1922-2008 ई.) राजस्थान के मूर्धन्य चित्रकार और शिल्पकार थे। वे शांतिनिकेतन में अवनींद्रनाथ टैगोर और नंदलाल बोस के शिष्य रहे थे। उन्होंने पारंपरिक ब्लू पॉटरी (जो केवल नीले और हरे रंग तक सीमित थी) में अपनी मौलिक सूझबूझ से 25 नए रंगों की शैली विकसित की जिसे 'कृपाल शैली' कहा जाता है। 1974 में भारत सरकार ने उन्हें पद्मश्री तथा 2002 में शिल्पगुरु सम्मान दिया। उन्होंने भारत के मूल संविधान की पांडुलिपि के कई पृष्ठों पर भी सुंदर चित्रकारी की थी। कुदरत सिंह मीनाकारी के तथा हिसामुद्दीन उस्ता बीकानेर की उस्ता कला के सिद्धहस्त कलाकार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मूर्धन्य इतिहासकारों - कविराज श्यामलदास और डॉ. गौरीशंकर हीराचंद ओझा के संदर्भ में निम्नलिखित कथनों पर विचार कीजिए: A. कविराज श्यामलदास (जन्म सालीवाड़ा, भीलवाड़ा) मेवाड़ महाराणा शंभूसिंह व सज्जनसिंह के दरबारी थे और उन्होंने 4 खंडों में प्रसिद्ध ग्रंथ 'वीर विनोद' लिखा। B. ब्रिटिश सरकार ने श्यामलदास को 'केसर-ए-हिंद' तथा महाराणा ने 'कविराज' व 'महामहोपाध्याय' की उपाधियों से विभूषित किया था। C. डॉ. गौरीशंकर हीराचंद ओझा (जन्म रोहिड़ा, सिरोही) ने कर्नल टॉड के ग्रंथ का प्रथम प्रामाणिक हिंदी अनुवाद किया तथा 'प्राचीन भारतीय लिपिमाला' नामक अमर ग्रंथ लिखा। D. ब्रिटिश सरकार ने डॉ. ओझा को 'रायबहादुर' और 'महामहोपाध्याय' की उपाधियों से सम्मानित किया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कविराज श्यामलदास और डॉ. जी. एच. ओझा आधुनिक राजस्थान के इतिहास लेखन के दो देदीप्यमान नक्षत्र हैं। श्यामलदास ने महाराणा सज्जनसिंह के आदेश पर लगभग 1 लाख रुपये के व्यय से दुर्लभ अभिलेख और फरमान जुटाकर 'वीर विनोद' लिखा (किंतु बाद में महाराणा फतेहसिंह ने इसके वितरण पर रोक लगा दी थी)। डॉ. ओझा ने 'भारतीय लिपिमाला' लिखकर सिद्ध किया कि भारत में प्राचीन काल से ही लिपि अस्तित्व में थी। उन्होंने उदयपुर, जोधपुर, बीकानेर, सिरोही और डूंगरपुर के प्रामाणिक इतिहास लिखे और कर्नल टॉड की भ्रांतियों को शिलालेखीय साक्ष्यों के आधार पर सुधारा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लोक संस्कृति शोधकर्ताओं - विजयदान देथा (बिज्जी) और पद्मश्री कोमल कोठारी के संदर्भ में निम्नलिखित कथनों पर विचार कीजिए: A. विजयदान देथा (बोरूंदा, जोधपुर) को 'राजस्थान का शेक्सपियर' कहा जाता है और उनकी 14 खंडों की प्रसिद्ध कृति 'बातां री फुलवारी' है। B. विजयदान देथा की लोककथा 'दुविधा' पर प्रसिद्ध फिल्म निर्देशक मणि कौल ने 'दुविधा' तथा अमोल पालेकर ने शाहरुख खान अभिनीत 'पहेली' फिल्म बनाई थी। C. कोमल कोठारी ने 1960 ई. में विजयदान देथा के सहयोग से बोरूंदा (जोधपुर) में 'रूपायन संस्थान' की स्थापना की थी। D. कोमल कोठारी ने पश्चिमी राजस्थान के लंगा और मांगणियार लोक कलाकारों तथा रावणहत्था व कामायचा वादकों को अंतरराष्ट्रीय मंचों पर प्रतिष्ठा दिलाई।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विजयदान देथा 'बिज्जी' (1926-2013) और कोमल कोठारी (1929-2004) ने राजस्थानी लोक साहित्य और लोक संगीत को विश्व फलक पर स्थापित किया। देथा जी को 1974 में केंद्रीय साहित्य अकादमी पुरस्कार, 2007 में पद्मश्री तथा 2012 में प्रथम 'राजस्थान रत्न' पुरस्कार मिला (2011 में वे साहित्य के नोबेल पुरस्कार हेतु भी नामांकित हुए थे)। उनकी अन्य कृतियों में अलेखूं हिटलर, तिड़ो राव, चौधरायन की चतुराई शामिल हैं। कोमल कोठारी को संगीत नाटक अकादमी फेलोशिप, पद्मभूषण और 2012 में मरणोपरांत राजस्थान रत्न मिला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स्वतंत्रता सेनानी सेठ जमनालाल बजाज और लोकनायक जयनारायण व्यास के संदर्भ में निम्नलिखित कथनों पर विचार कीजिए: A. जमनालाल बजाज (काशी का बास, सीकर) को महात्मा गांधी का 'पाँचवाँ पुत्र' तथा वे स्वयं को 'गुलाम नंबर 4' कहते थे। B. जमनालाल बजाज ने 1921 में वर्धा में सत्याग्रह आश्रम, 1925 में चरखा संघ की स्थापना की तथा अंग्रेजों द्वारा दी गई 'रायबहादुर' की उपाधि त्याग दी थी। C. जयनारायण व्यास को 'शेर-ए-राजस्थान', 'लोकनायक' और 'लक्की फकीर' कहा जाता है और वे मारवाड़ हितकारिणी सभा व प्रजामंडल के प्रमुख सूत्रधार थे। D. जयनारायण व्यास राजस्थान के एकमात्र ऐसे राजनेता थे जो राज्य के मनोनीत मुख्यमंत्री (1951) और बाद में निर्वाचित मुख्यमंत्री (1952-1954) दोनों रहे।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सेठ जमनालाल बजाज गांधीजी के निकटतम सहयोगी और कांग्रेस के आजीवन कोषाध्यक्ष रहे। वे हिंदी को 'धर्म की भाषा' मानते थे और उन्होंने 1938 में जयपुर प्रजामंडल के प्रथम अधिवेशन की अध्यक्षता की थी। जयनारायण व्यास (1899-1963, जोधपुर) ने सामंतशाही के विरुद्ध आजीवन संघर्ष किया और जागीरदारी प्रथा का उन्मूलन कराया। वे भारत छोड़ो आंदोलन में सिवाना दुर्ग में नजरबंद रहे। व्यास जी पहले मनोनीत मुख्यमंत्री बने और 1952 में किशनगढ़ उपचुनाव जीतकर राज्य के निर्वाचित मुख्यमंत्री बने। जोधपुर विश्वविद्यालय का नाम वर्तमान में 'जय नारायण व्यास विश्वविद्यालय'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सुप्रसिद्ध मांड गायिकाओं को उनके प्रमुख विवरण और उपलब्धियों से सुमेलित कीजिए: सूची-I (मांड गायिका): सूची-I: A. अल्लाह जिलाई बाई (बीकानेर) B. गवरी देवी (जोधपुर/पाली) C. बन्नो बेगम (जयपुर) D. मांगीबाई (उदयपुर/प्रतापगढ़) सूची-II: 1. 'मरु कोकिला' उपाधि, प्रसिद्ध गीत 'केसरिया बालम आवो नी पधारो म्हारे देस', 1982 में पद्मश्री 2. 'राजस्थान की कोकिला' व 'मांड मलिका' उपाधि, भैरवी युक्त मांड गायन में प्रवीण 3. जयपुर दरबार के गुणीजनखाना की सदस्य, महारानी एलिजाबेथ के समक्ष गायन 4. मांड और शास्त्रीय गायन में पारंगत, 1994 में राष्ट्रीय सम्मान प्राप्त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अल्लाह जिलाई बाई (1902-1992, बीकानेर) बीकानेर महाराजा गंगासिंह के दरबार की गायिका थीं। उनके द्वारा गाया गया राज्यगीत 'केसरिया बालम आवो नी पधारो म्हारे देस' विश्वभर में राजस्थान का सांस्कृतिक प्रतीक बना। 1982 में उन्हें पद्मश्री मिला तथा 2003 में भारत सरकार ने उन पर 5 रुपये का डाक टिकट जारी किया। गवरी देवी को जोधपुर महाराजा उम्मेदसिंह के काल में ख्याति मिली और उन्हें राजस्थान की कोकिला कहा गया। बन्नो बेगम जयपुर की प्रसिद्ध शास्त्रीय व मांड गायिका थीं जिनकी माता गौहर जान दरबार की कलाकार थीं। मांगीबाई ने मांड गायन को नई ऊँचाइयाँ दीं।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स्वाधीनता संग्राम में महिलाओं की ऐतिहासिक भूमिका के संदर्भ में निम्नलिखित कथनों पर विचार कीजिए: A. अंजना देवी चौधरी (रामनारायण चौधरी की पत्नी) बिजौलिया और बूंदी किसान आंदोलन में जेल जाने वाली राजस्थान की प्रथम महिला सत्याग्रही थीं। B. नारायणी देवी वर्मा (माणिक्यलाल वर्मा की पत्नी) ने 1944 में भीलवाड़ा में 'महिला आश्रम' की स्थापना की तथा वे 1970 से 1976 तक राज्यसभा सदस्य रहीं। C. रतन शास्त्री (हीरालाल शास्त्री की पत्नी) ने निवाई (टोंक) में 'जीवन कुटीर' (वनस्थली विद्यापीठ) की स्थापना में सहयोग किया और पद्मश्री व पद्मभूषण से सम्मानित हुईं। D. जानकी देवी बजाज (जमनालाल बजाज की पत्नी) ने 1944 में जयपुर प्रजामंडल अधिवेशन की अध्यक्षता की थी तथा भूदान आंदोलन में 108 कुएं खुदवाए थे। उपर्युक्त कथनों में से कौन-से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वीरांगनाओं ने स्वतंत्रता आंदोलन और प्रजामंडल सत्याग्रहों में पुरुषों के कंधे से कंधा मिलाकर भाग लिया। अंजना देवी ने लगभग 500 महिलाओं का जत्था बनाकर अवैध रूप से गिरफ्तार किसानों को पुलिस हिरासत से मुक्त कराया था। नारायणी देवी वर्मा ने डूंगरपुर के खांडलाई आश्रम में भील बालिकाओं को शिक्षित किया और 1942 के भारत छोड़ो आंदोलन में अपने 6 माह के पुत्र को गोद में लेकर जेल गईं। रतन शास्त्री ने अपनी दिवंगत पुत्री शांताबाई की स्मृति में वनस्थली विद्यापीठ को भारत के प्रमुख महिला विश्वविद्यालय के रूप में विकसित किया (उन्हें 1975 में पद्मभूषण मिला)। जानकी देवी बजाज को 1956 में पद्मविभूषण से सम्मानित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इतिहास और समकालीन समाज में प्रथम स्थान प्राप्त करने वाली प्रमुख महिला विभूतियों के संदर्भ में निम्नलिखित युग्मों पर विचार कीजिए: A. नगेंद्रबाला (केसरी सिंह बारहठ की पौत्री) - स्वतंत्रता के पश्चात राजस्थान की प्रथम महिला जिला प्रमुख (कोटा, 1960)। B. यशोदा देवी (बांसवाड़ा) - 1953 के उपचुनाव में निर्वाचित होने वाली राजस्थान विधानसभा की प्रथम महिला विधायक। C. सुमित्रा सिंह (झुंझुनू) - 12वीं विधानसभा (2003-2008) में राजस्थान की प्रथम महिला विधानसभा अध्यक्ष। D. प्रतिभा पाटिल - राजस्थान की प्रथम महिला राज्यपाल (2004-2007) तथा बाद में भारत की प्रथम महिला राष्ट्रपति। उपर्युक्त में से कौन-से युग्म सही सुमेलित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युग्म पूर्णतः सत्य हैं। महान क्रांतिकारी केसरी सिंह बारहठ की पौत्री नगेंद्रबाला देश और राजस्थान की प्रथम महिला जिला प्रमुख बनी थीं। यशोदा देवी प्रजा सोशलिस्ट पार्टी के टिकट पर बांसवाड़ा से राजस्थान की पहली महिला विधायक चुनी गईं। शारदा भार्गव राजस्थान से राज्यसभा की प्रथम महिला सांसद (1952) बनी थीं। सुमित्रा सिंह राजस्थान की पहली महिला विधानसभा अध्यक्ष थीं। श्रीमती कुशल सिंह (2009) राजस्थान की पहली महिला मुख्य सचिव बनी थीं। प्रतिभा पाटिल राजस्थान की पहली महिला राज्यपाल बनीं और आगे चलकर देश की पहली महिला राष्ट्रपति बनीं। कमला बेनीवाल राज्य की पहली महिला मंत्री और उप-मुख्यमंत्री बनी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