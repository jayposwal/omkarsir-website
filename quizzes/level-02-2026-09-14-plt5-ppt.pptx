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कोटा एवं हाड़ौती अंचल के प्राचीन मंदिरों के संदर्भ में निम्नलिखित कथनों पर विचार कीजिए: A. कोटा जिले के चारचौमा गाँव में स्थित 'चारचौमा शिव मंदिर' राजस्थान के सबसे प्राचीन गुप्तकालीन मंदिरों में से एक है। B. कोटा के कंसुआ (कंसुवा) में स्थित कण्व ऋषि का शिव मंदिर 738 ई. के मौर्य राजा धवल के अभिलेख के लिए प्रसिद्ध है। C. दर्रा (मुकुंदरा हिल्स, कोटा) में स्थित शिव मंदिर गुप्तकालीन पंचायतन शैली का प्रमुख उदाहरण है। D. चारचौमा मंदिर में भगवान शिव की चतुर्मुखी प्रतिमा स्थापित है जो गुप्तकालीन मूर्तिकला का उत्कृष्ट नमूना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हाड़ौती अंचल गुप्तकालीन और उत्तर-गुप्तकालीन मंदिर स्थापत्य की दृष्टि से अत्यंत समृद्ध रहा है। कोटा जिले का 'चारचौमा मंदिर' राजस्थान का प्राचीनतम गुप्तकालीन शिव मंदिर माना जाता है जहाँ गर्भगृह में पाँचवीं शताब्दी की काले पाषाण की चतुर्मुखी शिवलिंग प्रतिमा स्थापित है। कोटा का कंसुआ शिव मंदिर अत्यंत ऐतिहासिक है जहाँ 738 ईस्वी का एक महत्वपूर्ण शिलालेख प्राप्त हुआ है जो राजस्थान में अंतिम मौर्य राजा धवल की उपस्थिति का साक्ष्य देता है। मुकुंदरा की सुरम्य वादियों में स्थित दर्रा का गुप्त मंदिर भी इसी कालखंड की उत्कृष्ट पंचायतन वास्तुकला को प्रदर्शित करता है। अतः यहाँ दिए गए चारों कथन A, B, C और D पूरी तरह से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सीकर जिले में स्थित 'हर्षनाथ मंदिर' के संदर्भ में निम्नलिखित कथनों पर विचार कीजिए: A. हर्षनाथ मंदिर हर्ष की पहाड़ी (सीकर) पर स्थित भगवान शिव को समर्पित एक प्राचीन महामारू शैली का मंदिर है। B. इस भव्य मंदिर का मूल निर्माण 10वीं शताब्दी में शाकम्भरी के चौहान राजा गूवक प्रथम ने करवाया था। C. 973 ई. के हर्षनाथ शिलालेख से चौहान राजवंश की वंशावली और तत्कालीन सामाजिक व्यवस्था की प्रामाणिक जानकारी मिलती है। D. इस मंदिर की मुख्य प्रतिमा को मुगल शासक औरंगजेब की सेना ने खंडित किया था।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सीकर के निकट 3000 फीट ऊँची हर्ष पहाड़ी पर स्थित हर्षनाथ का मंदिर चौहानों के कुलदेवता भगवान शिव (हर्षदेव) का प्रमुख धाम है। इस मंदिर का निर्माण शाकम्भरी के चौहान शासक गूवक प्रथम द्वारा प्रारंभ करवाया गया था और बाद में विग्रहराज द्वितीय के काल में इसका विस्तार हुआ। यहाँ से प्राप्त 973 ईस्वी का हर्ष अभिलेख चौहानों की प्रारंभिक वंशावली और प्रशासनिक व्यवस्था को समझने का सबसे मजबूत साक्ष्य है। 1679 ईस्वी में औरंगजेब के सेनापति बहादुर खाँ और रुहुल्ला खाँ ने इस मंदिर पर आक्रमण कर इसकी अद्भुत नक्काशीदार मूर्तियों को भारी क्षति पहुँचाई थी, जिसके अवशेष आज भी मंदिर परिसर में दर्शनीय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चित्तौड़गढ़ जिले में चंबल और बामनी नदी के तट पर स्थित 'बाडोली के शिव मंदिर' (घटेश्वर मंदिर) के संदर्भ में कौन 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बाडोली मंदिर समूह का निर्माण 9वीं-10वीं शताब्दी में हूण शासक तोरमाण के पुत्र मिहिरकुल द्वारा करवाया गया माना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 सबसे प्रमुख और भव्य मंदिर घटेश्वर महादेव मंदिर है, जिसमें भगवान शिव का नटराज स्वरूप अत्यंत कलात्मक रूप से उत्कीर्ण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इन ऐतिहासिक मंदिरों को सर्वप्रथम प्रकाश में लाने का श्रेय 1821 ई. में प्रसिद्ध इतिहासकार कर्नल जेम्स टॉड को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बाडोली मंदिर परिसर पूर्णतः ईंटों से निर्मित राजस्थान का एकमात्र गुप्तकालीन मंदिर समूह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बाडोली मंदिर परिसर पूर्णतः ईंटों से निर्मित राजस्थान का एकमात्र गुप्तकालीन मंदिर समूह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बाडोली मंदिर समूह का निर्माण 9वीं-10वीं शताब्दी में हूण शासक तोरमाण के पुत्र मिहिरकुल द्वारा करवाया गया माना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 सबसे प्रमुख और भव्य मंदिर घटेश्वर महादेव मंदिर है, जिसमें भगवान शिव का नटराज स्वरूप अत्यंत कलात्मक रूप से उत्कीर्ण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इन ऐतिहासिक मंदिरों को सर्वप्रथम प्रकाश में लाने का श्रेय 1821 ई. में प्रसिद्ध इतिहासकार कर्नल जेम्स टॉड को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क्योंकि बाडोली के शिव मंदिर ईंटों से नहीं बल्कि लाल बलुआ पत्थरों को बिना चूने के अत्यंत कुशलता से जोड़कर (शुष्क प्रस्तर तकनीक से) बनाए गए हैं। ईंटों से निर्मित गुप्तकालीन मंदिर उत्तर प्रदेश के भीतरगाँव में है। बाडोली (रावतभाटा, चित्तौड़गढ़) में कुल 8-9 मंदिरों का समूह है जिसमें घटेश्वर शिव मंदिर सबसे अलंकृत है। इसके रंगमंडप के खंभों पर सुंदर सुर-सुंदरियों और भगवान शिव के नटराज स्वरूप की अद्भुत भंगिमाएँ उकेरी गई हैं। कर्नल जेम्स टॉड ने 1821 ईस्वी में अपनी यात्रा के दौरान इन उपेक्षित पड़े मंदिरों की कलात्मकता को देखकर पश्चिमी जगत के सामने इनका विस्तृत विवरण प्रस्तुत किया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आमेर (जयपुर) स्थित 'श्री जगत शिरोमणि मंदिर' के संदर्भ में निम्नलिखित कथनों पर विचार कीजिए: A. इस मंदिर का निर्माण महाराजा मानसिंह प्रथम की रानी कनकावती ने अपने दिवंगत ज्येष्ठ पुत्र जगतसिंह की स्मृति में करवाया था। B. इस मंदिर के गर्भगृह में भगवान श्रीकृष्ण की वही काले पाषाण की ऐतिहासिक प्रतिमा स्थापित है जिसकी पूजा चित्तौड़गढ़ में मीरांबाई करती थीं। C. मंदिर के सामने सफेद संगमरमर और काले पत्थर से निर्मित एक भव्य एवं कलात्मक 'गरुड़ मंडप' स्थित है। D. यह मंदिर पंचायतन शैली में निर्मित है और इसे स्थानीय रूप से 'मीरां मंदिर' भी कहा जाता है। उपर्युक्त कथनों में से कौन-से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आमेर दुर्ग की तलहटी में स्थित जगत शिरोमणि मंदिर कछवाहा स्थापत्य और वैष्णव भक्ति का अद्वितीय संगम है। 1599 से 1608 ईस्वी के मध्य रानी कनकावती ने अपने लाडले राजकुमार जगतसिंह की असमय मृत्यु के बाद उनकी आत्मिक शांति हेतु इसका निर्माण कराया था। महाराजा मानसिंह प्रथम चित्तौड़ अभियान के दौरान वहाँ से मीरांबाई द्वारा पूजित गिरधर गोपाल की चमत्कारी काले पत्थर की मूर्ति यहाँ लाए और प्रतिष्ठित करवाई। मंदिर का शिखर, तोरण द्वार और गरुड़ जी का मंडप दक्षिण भारतीय और उत्तर भारतीय नागर शैलियों का बेजोड़ मिश्रण प्रस्तुत करते हैं। अतः सभी कथन A, B, C और D पूर्णतः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चित्तौड़गढ़ दुर्ग के प्रमुख ऐतिहासिक मंदिरों एवं उनकी विशेषताओं को सुमेलित कीजिए: सूची-I: सूची-I: A. कुंभस्वामी मंदिर B. समिद्धेश्वर मंदिर C. कालिका माता मंदिर D. शृंगार चंवरी मंदिर सूची-II: 1. महाराणा कुम्भा द्वारा निर्मित भगवान विष्णु के वराह अवतार को समर्पित मंदिर 2. राजा भोज द्वारा निर्मित 'त्रिभुवन नारायण मंदिर', जिसे मोकल ने जीर्णोद्धार कराया 3. 8वीं शताब्दी का मूल सूर्य मंदिर जिसे बाद में शक्ति पीठ के रूप में परिवर्तित किया गया 4. कुम्भा के कोषाध्यक्ष के पुत्र भंडारी वेल्का द्वारा 1448 ई. में निर्मित शांतिनाथ जैन मंदिर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चित्तौड़गढ़ दुर्ग विभिन्न धार्मिक परंपराओं के मंदिरों का बेजोड़ केंद्र है। कुंभस्वामी मंदिर का निर्माण महाराणा कुम्भा ने चित्तौड़ और कुम्भलगढ़ दोनों में भगवान विष्णु के वराह रूप की आराधना हेतु करवाया था। समिद्धेश्वर मंदिर मूल रूप से 11वीं सदी में मालवा के परमार राजा भोज द्वारा 'त्रिभुवन नारायण शिव मंदिर' के रूप में बनवाया गया था, जिसे 1428 ईस्वी में महाराणा मोकल ने पुनः बनवाया, इसलिए इसे 'मोकल जी का मंदिर' भी कहते हैं। कालिका माता मंदिर मूलतः 8वीं सदी का प्रतिहार कालीन भव्य सूर्य मंदिर था जिसके गर्भगृह की रथिकाओं में आज भी सूर्य देव की मूर्तियाँ हैं। शृंगार चंवरी महाराणा कुम्भा की पुत्री रमाबाई (वागीश्वरी) के विवाह मंडप और जैन तीर्थंकर शांतिनाथ को समर्पित मंदिर के रूप में प्रसिद्ध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झालरापाटन (झालावाड़) के ऐतिहासिक मंदिर स्थापत्य के संदर्भ में निम्नलिखित कथनों पर विचार कीजिए: A. झालरापाटन को अनेक मंदिरों के घंटानाद के कारण 'घंटियों का शहर' (City of Bells) कहा जाता है। B. यहाँ चंद्रभागा नदी के तट पर स्थित 'शीतलेश्वर महादेव मंदिर' (689 ई.) राजस्थान का सबसे प्राचीन ज्ञात समयांकित (तिथियुक्त) मंदिर है। C. झालरापाटन का 10वीं शताब्दी का प्रसिद्ध सूर्य मंदिर अपने ऊँचे शिखर और सात सहेलियों की मूर्तियों के कारण 'सात सहेलियों का मंदिर' कहलाता है। D. इस सूर्य मंदिर के गर्भगृह में भगवान सूर्य की प्रतिमा घुटनों तक ऊँचे जूते पहने हुए रथारूढ़ रूप में स्थापित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झालावाड़ का झालरापाटन कस्बा मंदिर स्थापत्य का विश्वप्रसिद्ध केंद्र है। शीतलेश्वर महादेव (चंद्रमौलेश्वर) मंदिर के गर्भगृह पर राजा दुर्गगण के सामंत वोपक द्वारा उत्कीर्ण संवत 746 (689 ईस्वी) की तिथि दर्ज है, जो इसे राजस्थान का पहला प्रमाणित तिथियुक्त मंदिर बनाती है। यहाँ का भव्य पद्मनाभ सूर्य मंदिर 97 फीट ऊँचे नागर शिखर के साथ स्थित है, जिसे स्थानीय लोग 'सात सहेलियों का मंदिर' कहते हैं। इसकी मुख्य प्रतिमा ईरानी प्रभाव वाली है जिसमें सूर्य देव को घुटनों तक लंबे बूट (जूते) पहने दिखाया गया है, जो सौर संप्रदाय की प्राचीन परंपरा का द्योतक है। अतः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जोधपुर के प्रसिद्ध 'महामंदिर' के संदर्भ में निम्नलिखित कथनों पर विचार कीजिए: A. महामंदिर राजस्थान में नाथ संप्रदाय (माननाथी पंथ) की भारत भर में सबसे बड़ी और प्रधान पीठ है। B. इसका निर्माण जोधपुर के महाराजा मानसिंह ने अपने गुरु आयस देवनाथ की स्मृति में 1805 ई. में करवाया था। C. यह विशाल मंदिर 84 भव्य नक्काशीदार खंभों पर टिका हुआ है जिन पर योग और नाथ संतों की विभिन्न मुद्राएं उत्कीर्ण हैं। D. जोधपुर नरेश मानसिंह की रानी भटियाणी प्रतापकुंवरी ने जमीन में धंस जाने के कारण तीजा मांझी मंदिर का पुनर्निर्माण करवाया था। उपर्युक्त कथनों में से कौन-से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जोधपुर का महामंदिर नाथ संप्रदाय का सिरमौर तीर्थ है। महाराजा मानसिंह जब जालौर दुर्ग में मुगलों और मारवाड़ की सेना से घिरे हुए थे, तब नाथ गुरु आयस देवनाथ ने उनके जोधपुर का राजा बनने की भविष्यवाणी की थी। राजा बनने के बाद मानसिंह ने जालौर के बजाय जोधपुर में 84 खंभों वाला यह भव्य महामंदिर बनवाया और नाथ पंथ को राजधर्म का दर्जा दिया। इसके खंभों पर नाथ पंथ के योग आसनों और मुद्राओं की दुर्लभ मूर्तिकला है। मानसिंह की धर्मपरायण रानी प्रतापकुंवरी ने तीजा मांझी मंदिर को पूर्व स्थान से स्थानांतरित कर 1857 में पुनः प्रतिष्ठापित करवाया था। अतः सभी कथन A, B, C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प्राचीन मंदिरों को उनके संबंधित स्थलों से सुमेलित कीजिए: सूची-I: सूची-I: A. मुँछाला महावीर मंदिर B. ऋषभदेव जी (धुलेव मंदिर) C. विट्ठल भगवान का मंदिर D. आवरी माता का मंदिर सूची-II: 1. घाणेराव (पाली) 2. धुलेव (उदयपुर) 3. ओर गाँव (सिरोही) 4. निकुंभ (चित्तौड़गढ़)</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825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घाणेराव (पाली) में स्थित 'मुँछाला महावीर' का मंदिर भगवान महावीर स्वामी की मूँछों वाली अनूठी प्रतिमा के लिए प्रसिद्ध है, जो कुम्भलगढ़ अभयारण्य के निकट स्थित है। उदयपुर के धुलेव में स्थित ऋषभदेव मंदिर जैन और वैष्णव दोनों का पवित्र तीर्थ है जहाँ भील समुदाय ऋषभदेव जी को 'काला जी' और 'केसरियानाथ जी' कहकर पुकारते हैं तथा इन पर चढ़ी केसर का पानी पीकर कभी झूठ नहीं बोलते। सिरोही के ओर गाँव में कृष्ण-रुक्मिणी का प्राचीन विट्ठल भगवान मंदिर स्थित है। चित्तौड़गढ़ के निकुंभ में स्थित आवरी माता का मंदिर असाध्य रोगों, विशेषकर लकवा (पैरालिसिस) के रोगियों के चमत्कारी उपचार के लिए जाना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825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भरतपुर जिले के ऐतिहासिक 'बयाना दुर्ग' (विजयमंदिरगढ़) के संदर्भ में निम्नलिखित कथनों पर विचार कीजिए: A. बयाना दुर्ग दमदमा पहाड़ी पर स्थित है और इसे प्राचीन काल में 'शोणितपुर' तथा 'बाणासुर की नगरी' कहा जाता था। B. इस दुर्ग में गुप्त सम्राट समुद्रगुप्त के सामंत विष्णुवर्धन द्वारा 371 ई. में स्थापित राजस्थान का 'प्रथम विजय स्तंभ' (भीम लाट) स्थित है। C. इस दुर्ग परिसर में लोदी वंश के समय निर्मित लोदी मीनार, उषा मंदिर (बाणासुर की पुत्री उषा का मंदिर) तथा बाद में बनी उषा मस्जिद स्थित हैं। D. मध्यकाल में बयाना पूरे उत्तर भारत में उच्च कोटि की 'नील की खेती' और इसके अंतरराष्ट्रीय व्यापार के लिए प्रसिद्ध था।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बयाना दुर्ग राजस्थान का अत्यंत प्राचीन और सामरिक दृष्टि से महत्वपूर्ण गिरि दुर्ग है। इसे गुप्त काल में विजयमंदिरगढ़ कहा गया। दुर्ग में स्थित लाल बलुआ पत्थर की भीम लाट गुप्त संवत 428 (371 ईस्वी) का स्तम्भ है जिसे विष्णुवर्धन ने पुंडरीक यज्ञ की समाप्ति पर स्थापित करवाया था, जो राजस्थान का सबसे पहला विजय स्तंभ माना जाता है। यहाँ राजा बाणासुर की पुत्री उषा का ऐतिहासिक मंदिर है जिसे इल्तुतमिश के समय मस्जिद में बदला गया था। मुगल काल में बयाना की नील (Indigo) अपनी श्रेष्ठ चमक और गुणवत्ता के लिए विश्व प्रसिद्ध थी जिसका उल्लेख यूरोपीय यात्रियों बर्नियर और टैवर्नियर ने भी किया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अलवर के प्रसिद्ध 'बाला किला' (अलवर दुर्ग) के संदर्भ में कौन 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दुर्ग का मूल निर्माण 10वीं शताब्दी में निकुंभ क्षत्रियों द्वारा करवाया गया था तथा बाद में खानजादा हसन खाँ मेवाती ने इसका पुनर्निर्माण किया।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विशाल दुर्ग की प्राचीर में 15 बड़े और 52 छोटे बुर्ज हैं, जिसके कारण इसे 'बावन गढ़ी का लाडला' कहा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मुगल बादशाह अकबर ने अपने विद्रोही पुत्र जहाँगीर (सलीम) को तीन वर्ष तक इसी किले के 'सलीम महल' में नजरबंद रखा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भरतपुर के महाराजा सूरजमल ने इस दुर्ग को जीतकर इसके भीतर प्रसिद्ध 'अनारकली की बावड़ी' का निर्माण करवाया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भरतपुर के महाराजा सूरजमल ने इस दुर्ग को जीतकर इसके भीतर प्रसिद्ध 'अनारकली की बावड़ी' का निर्माण करवाया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दुर्ग का मूल निर्माण 10वीं शताब्दी में निकुंभ क्षत्रियों द्वारा करवाया गया था तथा बाद में खानजादा हसन खाँ मेवाती ने इसका पुनर्निर्माण किया।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विशाल दुर्ग की प्राचीर में 15 बड़े और 52 छोटे बुर्ज हैं, जिसके कारण इसे 'बावन गढ़ी का लाडला' कहा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मुगल बादशाह अकबर ने अपने विद्रोही पुत्र जहाँगीर (सलीम) को तीन वर्ष तक इसी किले के 'सलीम महल' में नजरबंद रखा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क्योंकि भरतपुर के महाराजा सूरजमल ने बाला किला जीतने के बाद इसके अंदर एक विशाल जलाशय 'सूर्य कुंड' का निर्माण करवाया था, न कि अनारकली की बावड़ी का (अनारकली की बावड़ी बूंदी में स्थित है)। बाला किला अरावली की 1000 फीट ऊँची पहाड़ी पर बना एक अजेय दुर्ग है जिस पर कभी किसी बाहरी शत्रु द्वारा सीधा विध्वंस नहीं किया जा सका, इसलिए इसे 'कुंवारा किला' भी कहते हैं। खानवा युद्ध से पूर्व बाबर ने यहाँ एक रात बिताई थी और जहाँगीर को शहजादे सलीम के रूप में अकबर ने यहाँ सलीम महल में नजरबंद रखा था। इसमें 15 बड़े और 52 छोटे बुर्ज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जयपुर के 'नाहरगढ़ दुर्ग' के संदर्भ में निम्नलिखित कथनों पर विचार कीजिए: A. इस दुर्ग का मूल निर्माण सवाई जयसिंह द्वितीय ने 1734 ई. में मराठा आक्रमणों से जयपुर नगर की सुरक्षा हेतु करवाया था। B. इस दुर्ग का मूल नाम 'सुदर्शनगढ़' था, जिसका नामकरण नाहर सिंह भूमिया के नाम पर 'नाहरगढ़' पड़ा। C. सवाई माधोसिंह द्वितीय ने इस दुर्ग में अपनी 9 पासवान रानियों के लिए विक्टोरियन शैली में एक जैसे 'नौ महल' बनवाए थे। D. इस दुर्ग में सूरज-प्रकाश, खुशहाल-प्रकाश, जवाहर-प्रकाश, लक्ष्मी-प्रकाश और बसंत-प्रकाश नामक प्रसिद्ध रनिवास भवन स्थित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635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की उत्तरी पहाड़ियों पर मुकुट के समान सुशोभित नाहरगढ़ दुर्ग का सामरिक और स्थापत्य महत्व असाधारण है। सवाई जयसिंह ने जब इसका निर्माण शुरू किया तो लोक मान्यता के अनुसार नाहर सिंह राठौड़ (भूमिया जी) की प्रेतात्मा के कारण दिन का निर्माण रात में ढह जाता था। तब तांत्रिक रत्नाकर पौंडरीक के परामर्श से नाहर सिंह जी का थान अन्यत्र स्थापित कर दुर्ग का नाम नाहरगढ़ रखा गया। सवाई माधोसिंह द्वितीय ने यहाँ अपनी नौ उप-पत्नियों (पड़दायतों) के लिए दो मंजिला नौ एक जैसे महलों (सूट्स) का निर्माण कराया जिनमें आधुनिक जल निकासी और हवादार व्यवस्था थी। अतः सभी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635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जयपुर के प्रसिद्ध 'जयगढ़ दुर्ग' के संदर्भ में निम्नलिखित कथनों पर विचार कीजिए: A. यह दुर्ग अरावली की 'चील्ह का टोला' (ईगल की पहाड़ी) पर स्थित है और इसे जयपुर का 'संकटमोचक दुर्ग' कहा जाता है। B. इस दुर्ग में मध्यकालीन भारत का सबसे बड़ा तोप ढालने का कारखाना और विशाल ढलाई भट्टी स्थित थी। C. यहाँ सवाई जयसिंह द्वारा 1720 ई. में निर्मित एशिया की सबसे बड़ी पहियों वाली तोप 'जयबाण तोप' रखी है जिसकी मारक क्षमता लगभग 35 किमी थी। D. इस दुर्ग में कभी कोई बाहरी आक्रमणकारी प्रवेश नहीं कर सका और यहाँ कभी कोई जौहर नहीं हुआ।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जयगढ़ दुर्ग कछवाहा शासकों का सैन्य शस्त्रागार और शाही खजाना स्थल था। चील्ह के टीले पर मिर्जा राजा जयसिंह और सवाई जयसिंह द्वारा सुदृढ़ किए गए इस किले में वर्षा जल संरक्षण के विशाल टांके हैं। यहाँ स्थित तोप ढलाई कारखाने में उच्च कोटि की धातु ढलाई तकनीक का प्रयोग होता था। जयबाण तोप का वजन 50 टन है और इसे केवल एक बार परीक्षण हेतु दागा गया था, जिसका गोला चाकसू में गिरा जहाँ 'गोलेलाव तालाब' बन गया। यह किला अपने गुप्त भूमिगत रास्तों, दीया बुर्ज और विजयगढ़ी शस्त्रागार के कारण कभी विजित नहीं हुआ और इसमें कभी जौहर की आवश्यकता नहीं पड़ी।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माउंट आबू (सिरोही) स्थित 'अचलगढ़ दुर्ग' के संदर्भ में निम्नलिखित कथनों पर विचार कीजिए: A. इस दुर्ग का मूल निर्माण 9वीं शताब्दी में परमार वंशीय शासकों ने करवाया था। B. 1452 ई. में मेवाड़ के महाराणा कुम्भा ने गुजरात के सुल्तानों से रक्षा हेतु इसका पुनर्निर्माण करवाया था। C. इस दुर्ग परिसर में अचलेश्वर महादेव मंदिर स्थित है जहाँ भगवान शिव के पैर के अँगूठे (ब्रह्म खड्ड) की पूजा की जाती है। D. दुर्ग के निकट मंदाकिनी कुंड, सावन-भादो झील और कुम्भा व उदा की मूर्तियाँ (कपूर बावड़ी) स्थित हैं। उपर्युक्त कथनों में से कौन-से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42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अचलगढ़ दुर्ग सिरोही की आबू पहाड़ियों पर सामरिक दृष्टि से अत्यंत महत्वपूर्ण स्थान पर स्थित है। कविराजा श्यामलदास के अनुसार कुम्भा ने मेवाड़ की पश्चिमी सीमा को सुरक्षित करने हेतु परमारों के प्राचीन ध्वस्त किले पर 1452 ईस्वी में अचलगढ़ का नया परकोटा और प्राचीर बनवाई थी। अचलेश्वर महादेव मंदिर पूरे भारत में अनोखा है क्योंकि यहाँ किसी शिवलिंग के स्थान पर शिवजी के दाहिने पैर के अँगूठे का पूजन होता है जिसके नीचे पाताल खड्ड माना जाता है। मंदिर के बाहर महमूद बेगड़ा के आक्रमण के समय मधुमक्खियों द्वारा सेना को खदेड़ने वाला स्थल 'भौंराथल' तथा ऐतिहासिक मंदाकिनी कुंड स्थित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42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बालोतरा (बाड़मेर) स्थित ऐतिहासिक 'सिवाना दुर्ग' के संदर्भ में निम्नलिखित कथनों पर विचार कीजिए: A. सिवाना दुर्ग कुमट की झाड़ियों के आधिक्य के कारण 'कूमट दुर्ग' तथा अपनी अजेयता हेतु 'अणखलो सिवानो' कहलाता है। B. 1308 ई. में अलाउद्दीन खिलजी के आक्रमण के समय वीर सातलदेव और सोमेश्वर ने प्रथम साका किया और खिलजी ने इसका नाम 'खैराबाद' रखा। C. अकबर के समय मोटा राजा उदयसिंह के आक्रमण पर वीर कल्ला रायमलोत के नेतृत्व में सिवाना का दूसरा साका हुआ। D. यह दुर्ग मारवाड़ के राठौड़ राजाओं (राव मालदेव एवं राव चंद्रसेन) की संकटकालीन शरणस्थली रहा।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44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सिवाना दुर्ग छप्पन के पहाड़ों पर हल्देश्वर पहाड़ी पर स्थित मारवाड़ का दूसरा सबसे महत्वपूर्ण रक्षा दुर्ग है। 954 ईस्वी में वीरनारायण पंवार द्वारा निर्मित इस दुर्ग में दो प्रसिद्ध साके हुए। पहला 1308 ईस्वी में जब अलाउद्दीन खिलजी के सेनापति कमालुद्दीन गुर्ग ने भांडेलाव तालाब में गो-रक्त मिलवाकर छल से दुर्ग जीता और शीतलदेव वीरगति को प्राप्त हुए। दूसरा साका 1589 ईस्वी में अकबर के आदेश पर मोटा राजा उदयसिंह के विरुद्ध कल्ला रायमलोत की वीरता और हाड़ी रानी के जौहर के साथ हुआ। शेर-ए-राजस्थान जयनारायण व्यास को भी इसी दुर्ग में बंदी बनाकर रखा गया था।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44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ऐतिहासिक दुर्गों एवं उनके प्रसिद्ध उपनामों को सुमेलित कीजिए: सूची-I: सूची-I: A. चौमूँहागढ़ (चौमूँ) B. मालकोट दुर्ग (मेड़ता) C. तवनगढ़ (तिमनगढ़) D. मेहरानगढ़ (जोधपुर) सूची-II: 1. धाराधरगढ़ एवं रघुनाथगढ़ 2. राव मालदेव द्वारा निर्मित राठौड़ों की छावनी 3. त्रिभुवन गिरि दुर्ग एवं इस्लामाबाद 4. मयूरध्वजगढ़ एवं मोरध्वजगढ़</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15/75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चौमूँ (जयपुर ग्रामीण) के किले का निर्माण ठाकुर कर्णसिंह ने करवाया था जिसे 'धाराधरगढ़' और रघुनाथगढ़ कहा जाता है। मेड़ता (नागौर) में राव मालदेव द्वारा 1534 ईस्वी में बनवाए गए सुदृढ़ किले को 'मालकोट दुर्ग' के नाम से जाना जाता है जो मारवाड़ और अजमेर की सीमा पर प्रमुख सैनिक चौकी थी। करौली के पास स्थित तिमनगढ़ का प्राचीन नाम त्रिभुवन गिरि दुर्ग था जिसे मोहम्मद गोरी ने जीतकर इस्लामाबाद नाम दिया था। जोधपुर का मेहरानगढ़ दुर्ग अपनी मयूर जैसी आकृति के कारण 'मयूरध्वजगढ़', 'गढ़ चिंतामणि' और कागमुखी दुर्ग कहलाता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15/75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जयपुर के त्रिपोलिया बाजार में स्थित प्रसिद्ध सात मंजिला मीनार 'ईसरलाट' (सरगासूली) के संदर्भ में कौन 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निर्माण सवाई जयसिंह द्वितीय ने मराठा विजय के उपलक्ष्य में करवाया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निर्माण सवाई ईश्वरी सिंह ने 1747 ई. में राजमहल (टोंक) के युद्ध में अपने सौतेले भाई माधोसिंह पर विजय की स्मृति में करवाया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मीनार पूर्णतः सफेद संगमरमर से बनी नौ मंजिला इमारत है जिसे हवामहल का प्रतिरूप माना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महाराजा मानसिंह प्रथम ने आमेर से जयपुर राजधानी बदलते समय इसे विजय स्तंभ के रूप में बनवाया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651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16/75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इसका निर्माण सवाई ईश्वरी सिंह ने 1747 ई. में राजमहल (टोंक) के युद्ध में अपने सौतेले भाई माधोसिंह पर विजय की स्मृति में करवाया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निर्माण सवाई जयसिंह द्वितीय ने मराठा विजय के उपलक्ष्य में करवाया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मीनार पूर्णतः सफेद संगमरमर से बनी नौ मंजिला इमारत है जिसे हवामहल का प्रतिरूप माना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महाराजा मानसिंह प्रथम ने आमेर से जयपुर राजधानी बदलते समय इसे विजय स्तंभ के रूप में बनवाया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की स्काईलाइन में प्रमुख स्थान रखने वाली सात मंजिला लाट 'ईसरलाट' (सरगासूली अर्थात स्वर्ग को छूने वाली सुई) का निर्माण सवाई ईश्वरी सिंह ने 1747 ईस्वी में करवाया था। देवारी समझौते के बाद उत्पन्न उत्तराधिकार संघर्ष में ईश्वरी सिंह ने राजमहल के युद्ध में अपने भाई माधोसिंह, मेवाड़ और मराठों की संयुक्त सेना को बुरी तरह परास्त किया था। इसी विजय की स्मृति में यह अष्टकोणीय मीनार बनवाई गई थी। विडंबना यह रही कि 1750 ईस्वी में जब मराठा सरदार मल्हारराव होलकर ने जयपुर पर भारी हर्जाने हेतु चढ़ाई की, तो ईश्वरी सिंह ने इसी ईसरलाट से कूदकर अपनी जान दे दी थी।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651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16/75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टोंक में स्थित प्रसिद्ध 'सुनहरी कोठी' (शीशमहल) के संदर्भ में निम्नलिखित कथनों पर विचार कीजिए: A. इसका निर्माण टोंक के दूसरे नवाब वजीरुद्दौला ने 1824 ई. में 'जरनिगार' (शीशमहल) के रूप में प्रारंभ करवाया था। B. नवाब इब्राहिम अली खाँ ने 1870 ई. में इसके आंतरिक भाग में सोने की बारीक पच्चीकारी, मीनाकारी और काँच का भव्य काम करवाया। C. इसके दीवान-ए-खास की छतों और दीवारों पर विशुद्ध सोने के वर्क और बेल्जियम काँच की सजावट के कारण इसे 'सुनहरी कोठी' कहा जाता है। D. यह इमारत मुगल, राजपूत और ब्रिटिश स्थापत्य शैलियों का एक अनूठा समन्वय प्रस्तुत करती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55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17/75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टोंक की सुनहरी कोठी राजस्थान के सबसे सुंदर और भव्य आंतरिक सजावट वाले महलों में गिनी जाती है। मूल रूप से इसे नवाब वजीरुद्दौला के समय प्रारंभ किया गया था और बाद में नवाब इब्राहिम अली खाँ ने इसमें बेल्जियम के रंगीन काँच, चीनी मिट्टी के टाइल्स और दीवारों पर सोने की चमकीली नक्काशी करवाकर इसे वर्तमान स्वर्णिम रूप दिया। इसकी छत पर की गई पुष्प आकृतियाँ और ज्यामितीय बेल-बूटे मुगल और फारसी विधाओं के शीर्ष उदाहरण हैं। इस ऐतिहासिक धरोहर की सुंदरता की तुलना कई इतिहासकार आमेर के शीशमहल से करते हैं। अतः सभी चारों कथन A, B, C और D पूरी तरह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55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17/75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उदयपुर की पिछोला झील में स्थित 'जगमंदिर' एवं 'जगनिवास' महलों के संदर्भ में निम्नलिखित कथनों पर विचार कीजिए: A. जगमंदिर महल का निर्माण महाराणा करणसिंह ने 1620 ई. में शुरू करवाया और महाराणा जगतसिंह प्रथम ने 1651 ई. में पूर्ण किया। B. मुगल शहजादे खुर्रम (शाहजहाँ) ने अपने पिता जहाँगीर के विरुद्ध विद्रोह के समय इसी जगमंदिर महल में सुरक्षित शरण ली थी। C. 1857 की क्रांति के समय नीमच छावनी से भागे 40 अंग्रेज अफसरों व उनके परिवारों को महाराणा स्वरूप सिंह ने जगमंदिर में ठहराया था। D. जगनिवास महल (लेक पैलेस) का निर्माण महाराणा जगतसिंह द्वितीय ने 1746 ई. में करवाया, जिसे वर्तमान में हेरिटेज लक्जरी होटल में बदल दिया गया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18/75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पिछोला झील के शांत जल में तैरते हुए प्रतीत होने वाले दोनों द्वीप महल मेवाड़ के गौरव हैं। जगमंदिर महल में खुर्रम (शाहजहाँ) ने कई महीने बिताए थे और कहा जाता है कि जगमंदिर के संगमरमरी गुंबदों और पच्चीकारी को देखकर ही शाहजहाँ के मन में बाद में आगरा के ताजमहल के निर्माण की प्रेरणा जागी थी। 1857 के गदर में डूंगला गाँव से कैप्टन शावर्स द्वारा छुड़ाए गए अंग्रेज परिवारों को स्वरूप सिंह ने जगमंदिर में ही शरण दी थी। दूसरा द्वीप महल 'जगनिवास' महाराणा जगतसिंह द्वितीय द्वारा ग्रीष्मकालीन विलास महल के रूप में बनवाया गया था, जिसे 1963 में दुनिया के सर्वश्रेष्ठ वाटर पैलेस होटल (ताज लेक पैलेस) में तब्दील किया गया।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18/75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महलों को उनके संबंधित जिलों से सुमेलित कीजिए: सूची-I: सूची-I: A. अभेडा महल एवं गुलाब महल B. चोखोलाव महल एवं तलहटी महल C. बादल विलास एवं जवाहर विलास D. जूना महल एवं उदय बिलास पैलेस सूची-II: 1. कोटा 2. जोधपुर 3. जैसलमेर 4. डूंगरपुर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461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19/75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कोटा में चंबल नदी के तट पर स्थित 'अभेडा महल' हाड़ा शासकों का प्रसिद्ध शिकारगाह और जलमहल रहा है जिसे हाल ही में बायोलॉजिकल पार्क के रूप में विकसित किया गया है। जोधपुर के मेहरानगढ़ दुर्ग के भीतर स्थित 'चोखोलाव महल' का निर्माण राव मालदेव ने करवाया था जो अपने भित्तिचित्रों (राम-रावण युद्ध) हेतु प्रसिद्ध है। जैसलमेर के सोनार किले में स्थित बादल विलास और जवाहर विलास भाटी शासकों के उत्कृष्ट नक्काशीदार झरोखों वाले महल हैं। डूंगरपुर का 'जूना महल' 13वीं सदी का 7 मंजिला प्रस्तर महल है जो भीतर से काँच और भित्तिचित्रों से अलंकृत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461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19/75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जैसलमेर की प्रसिद्ध हवेलियों (पटवों की हवेली, सालिम सिंह की हवेली एवं नथमल की हवेली) के संदर्भ में निम्नलिखित कथनों पर विचार कीजिए: A. पटवों की हवेली 5 मंजिला है जिसका निर्माण 18वीं सदी के अंत में सेठ गुमानचंद बाफना (पटवा) ने अपने पाँच पुत्रों के लिए करवाया था। B. सालिम सिंह की हवेली 9 मंजिला है, जिसके सबसे ऊपरी दो काष्ठ खंड 'मोती महल' और 'जहाज महल' कहलाते हैं। C. नथमल की हवेली का निर्माण दो शिल्पकार भाइयों 'हाथी' और 'लालू' ने बिना किसी पूर्व योजना के स्वतंत्र रूप से किया था। D. ये सभी हवेलियाँ पीले बलुआ पत्थर पर बिना चूने व गारे के केवल खाँचों (इंटर लॉकिंग) द्वारा बारीक जालीदार नक्काशी से बनी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20/75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जैसलमेर की पत्थर की जालियाँ और झरोखे विश्व वास्तुकला में बेजोड़ माने जाते हैं। पटवों की हवेली कुल 5 स्वतंत्र हवेलियों का समूह है जिसे बनने में 50 वर्ष लगे थे; इसमें 66 से अधिक कलात्मक झरोखे हैं। दीवान सालिम सिंह की 9 खंडों वाली हवेली अपनी जहाज जैसी बनावट के कारण 'जहाज महल' कहलाती है (इसकी लकड़ी की ऊपरी मंजिलें बाद में सुरक्षा कारणों से हटाई गई थीं)। नथमल की हवेली के बाहर पीले पत्थर के दो सजीव हाथी (येलो स्टोन एलिफेंट) पहरेदार के रूप में खड़े हैं और दोनों भाइयों द्वारा तराशे गए दोनों आधे हिस्से आश्चर्यजनक रूप से एकरूप दिखते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20/75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प्रमुख हवेलियों के संदर्भ में निम्नलिखित कथनों पर विचार कीजिए: A. जोधपुर शहर में बड़े मियाँ की हवेली, राखी हवेली, पाल हवेली और पोकरण हवेली अपनी लाल पत्थर की नक्काशी हेतु विख्यात हैं। B. कोटा दुर्ग में स्थित 'झाला जी की हवेली' अपने शिकार, राग-रागिनी और कृष्ण लीलाओं के सजीव भित्तिचित्रों के लिए पूरे देश में प्रसिद्ध है। C. शेखावाटी की हवेलियों में मवेशियों (पशुओं) को बाँधने के लिए छोड़े गए खुले अहाते या बाड़े को 'नोहरा' कहा जाता है। D. चूरू में स्थित 'मालजी का कमरा' अपने 1000 से अधिक खिड़की-दरवाजों और इतालवी गॉथिक शैली के प्रभाव हेतु जाना जाता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21/75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सामंती और व्यापारिक समृद्धि ने हवेलियों की भव्य परंपरा को जन्म दिया। मारवाड़ में जोधपुर के लाल बालू पत्थर की हवेलियाँ अपने कटवां झरोखों और हमामों हेतु प्रसिद्ध हैं। कोटा में शक्तिशाली दीवान झाला जालिम सिंह की हवेली 18वीं-19वीं सदी के हाड़ौती भित्तिचित्रों का जीवित संग्रहालय है जिसमें घने जंगलों में बाघ के शिकार के दृश्य हैं। शेखावाटी की ग्रामीण स्थापत्य शब्दावली में हवेली के सामने बैठने की जगह 'तिबारी', मुख्य द्वार 'पोल' और पशुओं का विशाल बाड़ा 'नोहरा' कहलाता है। चूरू का 'मालजी का कमरा' मालचंद कोठारी द्वारा बनवाया गया अद्भुत महलनुमा भवन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21/75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वीर गाथाओं से जुड़ी प्रमुख ऐतिहासिक छतरियों के संदर्भ में निम्नलिखित कथनों पर विचार कीजिए: A. खानवा युद्ध में घायल महाराणा सांगा की मृत्यु के उपरांत मांडलगढ़ (भीलवाड़ा) में उनकी '8 खंभों की छतरी' का निर्माण अशोक परमार ने करवाया था। B. कुम्भलगढ़ दुर्ग में मेवाड़ के वीर राजकुमार पृथ्वीराज सिसोदिया ('उड़ना राजकुमार') की कलात्मक '12 खंभों की छतरी' स्थित है। C. जोधपुर के मेहरानगढ़ दुर्ग की तलहटी में स्थित 'मामा-भांजा की छतरी' वीर धन्ना और भींवा के अमर बलिदान की स्मृति में निर्मित है। D. मंडोर (जोधपुर) में स्थित 'ब्राह्मण देवता की छतरी' जोधपुर के पंचकुंडीय देवल समूह का हिस्सा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271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22/75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छतरियाँ केवल स्थापत्य नहीं बल्कि स्वामिभक्ति और बलिदान के स्मारक हैं। महाराणा सांगा का अंतिम संस्कार मांडलगढ़ में हुआ था जहाँ बिजोलिया के जागीरदार अशोक परमार ने 8 खंभों की सुंदर छतरी बनवाई। तेज धावक होने के कारण 'उड़ना राजकुमार' कहे जाने वाले पृथ्वीराज सिसोदिया की छतरी कुम्भलगढ़ के मुख्य मार्ग पर 12 खंभों पर स्थित है जिसे वास्तुकार घणश्या ने बनाया था। मेहरानगढ़ में महाराजा अजीतसिंह के समय अपने स्वामी की रक्षा में प्राण न्योछावर करने वाले मामा धन्ना गहलोत और भांजे भींवा चौहान की 10 खंभों की प्रसिद्ध छतरी है। मंडोर में राजा मानसिंह के समय ब्राह्मण देवता की भव्य छतरी बनी।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271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22/75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छतरियों को उनके संबंधित स्थानों से सुमेलित कीजिए: सूची-I: सूची-I: A. कुंवर पृथ्वीराज की छतरी B. राव कल्याणमल की छतरी C. राजा गोपाल सिंह की छतरी D. रामगोपाल पोद्दार की छतरी सूची-II: 1. कुम्भलगढ़ (राजसमंद) 2. देवीकुंड सागर (बीकानेर) 3. करौली 4. रामगढ़ (सीकर)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874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23/75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कुंवर पृथ्वीराज सिसोदिया की 12 खंभों की प्रसिद्ध छतरी कुम्भलगढ़ दुर्ग में स्थित है। बीकानेर के राठौड़ शासकों के शाही श्मशान देवीकुंड सागर में सबसे प्राचीन और महत्वपूर्ण छतरी राव कल्याणमल की है जो हिंदू-मुगल स्थापत्य का प्रारंभिक रूप दर्शाती है। करौली में भद्रावती नदी के तट पर यदुवंशी राजा गोपाल सिंह की छतरी बनी है जो अपने सुंदर मेहराबों के लिए प्रसिद्ध है। सीकर जिले के रामगढ़ कस्बे में सेठ रामगोपाल पोद्दार की विशाल छतरी बनी हुई है जिसके गुंबदों के भीतरी भाग में रामायण और कृष्णलीला के सुंदर भित्तिचित्र आज भी सुरक्षित हैं। अतः सही कूट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874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23/75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प्रसिद्ध ऐतिहासिक बावड़ियों एवं जलाशयों के संदर्भ में निम्नलिखित कथनों पर विचार कीजिए: A. आभानेरी (दौसा) में स्थित 'चाँद बावड़ी' 8वीं-9वीं शताब्दी में राजा निकुंभ/चाँद द्वारा निर्मित विश्व की सबसे गहरी और कलात्मक बावड़ियों में से एक है। B. आमेर (जयपुर) के निकट स्थित 'पन्ना मीणा की बावड़ी' अपनी ज्यामितीय सीढ़ियों और अष्टकोणीय छतरियों के लिए प्रसिद्ध है। C. नीमराना (कोटपूतली-बहरोड़) में राजा टोडरमल द्वारा निर्मित 'नौ मंजिला बावड़ी' भूमिगत स्थापत्य का बेजोड़ उदाहरण है। D. बूंदी शहर में स्थित 'धाभाई कुंड' (जेल कुंड) अपनी खड़ी सीधी सीढ़ियों और जलाशय वास्तुकला हेतु जाना जाता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24/75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शुष्क भूगोल जल संरक्षण की उत्कृष्ट वास्तुकला का जनक रहा है। आभानेरी की चाँद बावड़ी में 3500 से अधिक सँकरी सीढ़ियाँ 13 मंजिलों में नीचे उतरती हैं जो दृष्टिभ्रम (ऑप्टिकल इल्यूजन) पैदा करती हैं; इसके सामने हर्षद माता मंदिर स्थित है। आमेर की पन्ना मीणा की बावड़ी अपनी परस्पर काटती सीढ़ियों के कारण पर्यटकों के आकर्षण का प्रमुख केंद्र है। नीमराना की 9 मंजिला गहरी बावड़ी में नीचे तक रथ और घुड़सवार जा सकते थे। बूंदी को 'बावड़ियों का शहर' (City of Stepwells) कहा जाता है जहाँ रानीजी की बावड़ी, धाभाई कुंड और अनारकली की बावड़ी स्थित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24/75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ऐतिहासिक जलाशयों, झालरों एवं पवित्र धार्मिक स्थलों के संदर्भ में निम्नलिखित कथनों पर विचार कीजिए: A. तारागढ़ (अजमेर) दुर्ग के भीतर वर्षा जल संग्रहण हेतु 'नाना साहब का झालरा' और 'इब्राहिम का झालरा' नामक प्रसिद्ध जलाशय स्थित हैं। B. अलवर के बाला किला परिसर में जल आपूर्ति हेतु 'सलीम सागर' और 'सूरजकुंड' जलाशय अवस्थित हैं। C. जोधपुर के मेहरानगढ़ दुर्ग में जल आपूर्ति का मुख्य स्रोत पदमसर तालाब और रानीसर तालाब हैं। D. श्रीगंगानगर जिले के रायसिंहनगर में स्थित 'गुरुद्वारा बुद्ध जोहड़' राजस्थान का सबसे बड़ा और ऐतिहासिक सिख तीर्थ स्थल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25/75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पहाड़ी किलों में लंबे घेराबंदी के दौरान पानी की आत्मनिर्भरता जीवन-मरण का प्रश्न होती थी। तारागढ़ दुर्ग की बीठली पहाड़ी पर चट्टानों को काटकर बनाए गए नाना साहब व इब्राहिम के झालरे इंजीनियरिंग के उत्कृष्ट नमूने हैं। बाला किला (अलवर) में स्थित सलीम सागर जहाँगीर के समय तथा सूरजकुंड सूरजमल जाट के समय बना। मेहरानगढ़ में राव जोधा की रानी जसमादे हाड़ी ने रानीसर तथा राव गांगा की रानी पद्मावती ने पदमसर तालाब बनवाया था। रायसिंहनगर (श्रीगंगानगर) में स्थित ऐतिहासिक बुद्ध जोहड़ गुरुद्वारा 1740 ईस्वी में भाई सुक्खा सिंह और महताब सिंह द्वारा हरमंदिर साहिब की रक्षा हेतु किए गए पराक्रम की स्मृति से जुड़ा है जहाँ प्रतिवर्ष श्रावण अमावस्या को मेला लगता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25/75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जयपुर चित्रकला शैली में आदमकद व्यक्ति-चित्रों (Life-size portraits) के चित्रण के संदर्भ में निम्नलिखित कथनों पर विचार कीजिए: A. जयपुर शैली की सबसे अनूठी विशेषता राजाओं और रानियों के आदमकद व्यक्ति-चित्रों का अंकन है। B. दरबारी चित्रकार साहिबराम (Sahibram) ने महाराजा सवाई ईश्वरी सिंह का राजस्थान का प्रथम विशाल आदमकद व्यक्ति-चित्र बनाया था। C. सवाई जयसिंह के काल में चित्रकारों के कार्य करने हेतु 'सूरतखाना' नामक विशिष्ट कला विभाग स्थापित किया गया था। D. रामजीदास, त्रिलोका, हीरानंद और गोविंद जयपुर शैली के अन्य प्रमुख चित्रकार थे।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84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26/75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शैली में आदमकद (सिर से पैर तक पूर्ण आकार के) पोर्ट्रेट का निर्माण भारतीय लघुचित्रकला के इतिहास में एक युगांतरकारी घटना थी। सवाई ईश्वरी सिंह के दरबारी चित्रकार साहिबराम ने अपनी सूक्ष्म तूलिका से राजा के वस्त्र, आभूषण और चेहरे के भावों को अत्यंत यथार्थवादी ढंग से विशाल कैनवास पर उकेरा। सवाई जयसिंह ने 36 कारखानों में चित्रकला के लिए 'सूरतखाना' बनाया था, जिसे सवाई प्रताप सिंह ने और समृद्ध किया। सवाई प्रताप सिंह के समय 50 से अधिक चित्रकार यहाँ कार्य करते थे। रामजीदास और त्रिलोका ने पौराणिक व धार्मिक विषयों पर सैकड़ों सुंदर चित्र तैयार किए।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84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26/75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मेवाड़ की 'चावंड चित्रकला शैली' के संदर्भ में निम्नलिखित कथनों पर विचार कीजिए: A. चावंड शैली का प्रादुर्भाव 1585 ई. में संकटकालीन राजधानी चावंड में महाराणा प्रताप के शासनकाल में हुआ था। B. महाराणा प्रताप के समय 1592 ई. में चित्रित प्रसिद्ध 'ढोला-मारू' ग्रंथ इस शैली की आरंभिक उत्कृष्ट कृति है। C. महाराणा अमरसिंह प्रथम के शासनकाल में 1605 ई. में चित्रकार निसारदीन (Nisardin) ने चावंड में प्रसिद्ध 'रागमाला' चित्रित की। D. चावंड शैली में पीले, लाल और चटकीले प्राथमिक रंगों की प्रधानता तथा सादगीपूर्ण संयोजन दिखाई देता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27/75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हल्दीघाटी युद्ध के पश्चात महाराणा प्रताप ने 1585 ईस्वी में लूणा चावंडिया को पराजित कर चावंड को अपनी नई राजधानी बनाया जो 1615 ईस्वी की मुगल-मेवाड़ संधि तक मेवाड़ की कला-संस्कृति का मुख्य केंद्र रही। संकटकाल के बावजूद यहाँ एक मौलिक और स्वदेशी चित्रशैली विकसित हुई। 1592 ईस्वी का ढोला-मारू चित्र वर्तमान में नई दिल्ली के राष्ट्रीय संग्रहालय में सुरक्षित है। अमरसिंह प्रथम के समय निसारदीन द्वारा चित्रित 1605 की 'रागमाला' चावंड शैली का सर्वोच्च शिखर मानी जाती है जिसमें कुल 42 पत्र (चित्र) हैं। इसमें मुगल प्रभाव नगण्य है और विशुद्ध मेवाड़ी रंग-संयोजन प्रयुक्त हुआ है।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27/75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बीकानेर चित्रकला शैली के संदर्भ में निम्नलिखित कथनों पर विचार कीजिए: A. बीकानेर शैली का स्वर्णकाल महाराजा अनूपसिंह (1669-1698 ई.) का शासनकाल माना जाता है। B. इस शैली के चित्रकार अपने चित्रों पर अपना नाम, पिता का नाम और संवत (तिथि) अनिवार्य रूप से अंकित करते थे। C. अली रज़ा, रुकनुद्दीन, शाह मोहम्मद, अबू हमीद और अहमद इस शैली के प्रमुख मुस्लिम उस्ताद चित्रकार थे। D. बीकानेर के जैन मथेरण परिवार के कलाकारों (जैसे मुकुंद, चंदूलाल) ने धार्मिक भित्तिचित्रों और पट्टेबाजी में ख्याति प्राप्त की।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90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28/75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बीकानेर चित्रकला शैली अपनी सूक्ष्म रेखांकन, कोमल रंग-योजना और अभिलेखीय प्रामाणिकता के लिए भारत भर में अद्वितीय है। यहाँ के चित्रकार चित्र के पीछे या कोने में स्वयं का नाम और निर्माण वर्ष लिखते थे, जिससे कला-इतिहासकारों को कालक्रम निर्धारित करने में सबसे बड़ी सहायता मिली। महाराजा अनूपसिंह दक्षिण अभियान से लौटते समय कई कुशल कलाकारों को बीकानेर लाए। रुकनुद्दीन ने रसिकप्रिया, भागवत पुराण और दुर्गा सप्तशती का अप्रतिम चित्रण किया। मथेरण कलाकार जैन ग्रंथों के चित्रण और चूने के गच पर स्वर्णिम नक्काशी में पारंगत थे।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90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28/75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कोटा चित्रकला शैली के चित्रकार 'डालू' एवं विषयवस्तु के संदर्भ में निम्नलिखित कथनों पर विचार कीजिए: A. कोटा शैली के प्रसिद्ध चित्रकार डालू ने 1768 ई. में हाड़ौती की सबसे बड़ी 'रागमाला' चित्रावली तैयार की थी। B. कोटा शैली में सघन वनों, बीहड़ चट्टानों और हिंसक पशुओं के आखेट (शिकार) दृश्यों का सबसे सजीव चित्रण मिलता है। C. इस शैली में कांता भाव से सराबोर रानियों और दासियों को भी घोड़ों पर सवार होकर बंदूक से शिकार करते दिखाया गया है। D. नूर मोहम्मद, लक्षीराम, गोविंद और रघुनाथ कोटा शैली के अन्य प्रसिद्ध चितेरे थे।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49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29/75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कोटा चित्रकला शैली अपने शिकार के दृश्यों (Hunting Scenes) के लिए पूरे विश्व में विख्यात है। महाराव रामसिंह और महाराव उम्मेदसिंह प्रथम के समय शिकार केवल एक खेल न होकर राजकीय वैभव का प्रतीक था। चित्रकार डालू द्वारा 1768 ईस्वी में चित्रित 'रागमाला' सेट में कुल 36 चित्र हैं जो कला-दीर्घाओं में सुरक्षित हैं। कोटा शैली की सबसे क्रांतिकारी विशेषता यह है कि यहाँ की रानियों और राजकुमारियों को पर्दे के पीछे न दिखाकर पुरुषों की तरह साहसी वेशभूषा में शिकार करते और तीर-कमान चलाते दर्शाया गया है। अतः सभी कथन A, B, C और D पूर्णतः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49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29/75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अलवर चित्रकला शैली के प्रमुख चित्रकारों एवं ऐतिहासिक ग्रंथों के संदर्भ में निम्नलिखित कथनों पर विचार कीजिए: A. राव राजा प्रतापसिंह के समय जयपुर से आए चित्रकार डालूराम और शिवकुमार ने अलवर शैली की नींव रखी। B. महाराजा विनयसिंह के शासनकाल में शेख सादी के फारसी ग्रंथ 'गुलिस्तां' की पांडुलिपि को बलदेव और गुलाम अली ने सोने-चाँदी की स्याही से चित्रित किया। C. महाराजा बलवंतसिंह के समय सालिग्राम, जमनादास, छोटेलाल, बक्साराम और नंदराम इस शैली के प्रमुख चित्रकार थे। D. महाराजा शिवदान सिंह के काल में कामशास्त्र पर आधारित कामकला के चित्र और 'नाफेरी वादन' का प्रसिद्ध चित्र बना।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30/75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1775 ईस्वी में जयपुर से स्वतंत्र होने के बाद अलवर में एक विशिष्ट हाइब्रिड शैली विकसित हुई जिसमें जयपुर, मुगल और बाद में ब्रिटिश कंपनी शैली का प्रभाव समाहित हुआ। महाराजा विनयसिंह स्वयं कलाप्रेमी थे; उन्होंने शेख सादी के 'गुलिस्तां' को तैयार कराने में उस समय 1 लाख रुपये खर्च किए थे जो अब अलवर संग्रहालय की अमूल्य निधि है। बक्साराम, जमनादास और छोटेलाल ने भगवान कृष्ण की लीलाओं और शिवदान सिंह के समय नर्तकियों व वाद्यवृंद के सजीव चित्र बनाए। हाथीदांत की पट्टियों पर सूक्ष्म चित्रण अलवर शैली की बेजोड़ पहचान रहा।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30/75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चित्रकला की प्रमुख उपशैलियों (ठिकाणा कला) को उनके मूल स्कूल से सुमेलित कीजिए: सूची-I (ठिकाणा/उपशैली): सूची-I: A. उनियारा उपशैली B. शाहपुरा व सावर उपशैली C. घाणेराव व जूनियाँ उपशैली D. ईसरदा व सामोद उपशैली सूची-II: 1. ढूंढाड़ स्कूल (नरूका कछवाहा) 2. मेवाड़ स्कूल 3. मारवाड़ स्कूल 4. जयपुर (ढूंढाड़) स्कूल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700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31/75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रियासतों के अधीन सामंती ठिकानों में भी स्थानीय विशेषताओं से युक्त उत्कृष्ट चित्रशैलियाँ विकसित हुईं। उनियारा (टोंक) ढूंढाड़ और हाड़ौती के संगम पर स्थित था जहाँ नरूका शासकों के संरक्षण में धीमा, मीरबख्श, काशी और रामलखन ने सुंदर चित्र बनाए। शाहपुरा और सावर मेवाड़ स्कूल के अंतर्गत फड़ चित्रण और लघुचित्रों के केंद्र रहे। मारवाड़ के घाणेराव, रिया और जूनियाँ ठिकानों में दरबारी और शिकार के चित्र बने (जूनियाँ के चित्रकार चांद द्वारा 1698 में पाबूजी का चित्र प्रसिद्ध है)। ईसरदा और सामोद जयपुर दरबार से जुड़े ठिकाने थे। अतः सही कूट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700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31/75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प्रमुख प्रागैतिहासिक एवं ऐतिहासिक 'शैलचित्र स्थलों' (Rock Paintings) के संदर्भ में निम्नलिखित कथनों पर विचार कीजिए: A. विराटनगर (बैराठ, कोटपूतली-बहरोड़) की गणेश डूंगरी और बीजक की पहाड़ी से प्राचीन शैलचित्र प्राप्त हुए हैं। B. कोटा में चंबल, अलानिया और दर्रा की कंदराओं से प्रागैतिहासिक शिकार व पशु-पक्षियों के गेरुए रंग के शैलचित्र मिले हैं। C. गर्दड़ा (बूंदी) में छाजा नदी के किनारे देश की पहली 'बर्ड राइडर रॉक पेंटिंग' (चिड़िया पर सवार मानव शैलचित्र) खोजी गई है। D. जोधपुर के निकट मंडोर-भीमभड़क क्षेत्र से भी शैलचित्रों के प्राचीन साक्ष्य प्राप्त हुए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03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32/75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चित्रकला का इतिहास केवल मध्यकालीन पोथियों तक सीमित नहीं है बल्कि प्रागैतिहासिक काल से जुड़ा है। डॉ. वी. एस. वाकणकर और स्थानीय पुरातत्वविदों ने राजस्थान की गुफाओं में शैलचित्रों की समृद्ध श्रृंखला खोजी है। बैराठ में आदिमानव द्वारा प्रयुक्त गेरुए रंग के शैलचित्र मिले हैं। अलानिया (कोटा) को 'रॉक शेल्टर गैलरी' कहा जाता है। बूंदी के गर्दड़ा में 2003 में खोजी गई 'बर्ड राइडर रॉक पेंटिंग' विश्व स्तर पर चर्चित रही जिसमें एक विशाल पक्षी पर मानव को सवारी करते उकेरा गया है। जोधपुर के भीमभड़क से भी आदिम गुफा चित्र मिले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03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32/75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टोंक के 'नमदा उद्योग' एवं जयपुर के 'गलीचा निर्माण' के संदर्भ में निम्नलिखित कथनों पर विचार कीजिए: A. नमदा बिना बुनाई के शुद्ध भेड़ की ऊन को कूटकर, दबाकर और जमाकर (Felting technique) बनाया जाने वाला वस्त्र है। B. टोंक जिला राजस्थान में कलात्मक नमदा निर्माण का सबसे बड़ा और पारंपरिक केंद्र है। C. राजस्थान में फारसी और वियना शैली के ऊनी व सूती गलीचे बनाने की शुरुआत आमेर के राजा मानसिंह प्रथम ने लाहौर से कारीगर लाकर करवाई थी। D. जयपुर की केंद्रीय जेल (Central Jail) के कैदियों द्वारा बुने जाने वाले गलीचे ऐतिहासिक रूप से अंतरराष्ट्रीय प्रदर्शनियों में सराहे गए।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33/75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ऊनी वस्त्र शिल्प में राजस्थान का देश में सर्वोच्च स्थान है। टोंक के नमदे पूरे भारत में प्रसिद्ध हैं जहाँ ऊन को साबुन और पानी के घोल से मथकर घने फर्श कालीन तैयार किए जाते हैं जिन पर सुंदर कशीदाकारी की जाती है। गलीचा (कार्पेट) निर्माण में जयपुर का स्थान ऐतिहासिक रहा है। राजा मानसिंह प्रथम 16वीं सदी में मुगल काल में इसे आमेर लाए थे। 19वीं सदी में जयपुर जेल के कैदियों द्वारा तैयार किए गए रेशमी और ऊनी गलीचे लंदन की अंतरराष्ट्रीय प्रदर्शनी में स्वर्ण पदक जीत चुके हैं। बीकानेर और टोंक में भी उत्तम कोटि के गलीचे बनते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33/75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जोधपुर के प्रसिद्ध 'बादला' (Badla) शिल्प के संदर्भ में कौन 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तांबे की धातु से बना एक विशेष बर्तन है जिसका प्रयोग केवल पूजा-अर्चना में गंगाजल रखने हेतु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जस्ता (जिंक) धातु से निर्मित पानी की बोतल या पात्र है, जिस पर कपड़े या चमड़े की परत चढ़ाई जाती है ताकि रेगिस्तान की भीषण गर्मी में पानी ठंडा रहे।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लाख और काँच की चूड़ियों पर सोने की नक्काशी करने की एक पारंपरिक कला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ऊँट की खाल से बना तेल और इत्र रखने का कुप्पीनुमा पात्र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10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34/75</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जस्ता (जिंक) धातु से निर्मित पानी की बोतल या पात्र है, जिस पर कपड़े या चमड़े की परत चढ़ाई जाती है ताकि रेगिस्तान की भीषण गर्मी में पानी ठंडा रहे।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तांबे की धातु से बना एक विशेष बर्तन है जिसका प्रयोग केवल पूजा-अर्चना में गंगाजल रखने हेतु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लाख और काँच की चूड़ियों पर सोने की नक्काशी करने की एक पारंपरिक कला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ऊँट की खाल से बना तेल और इत्र रखने का कुप्पीनुमा पात्र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जोधपुर का 'बादला' थार मरुस्थल की भीषण गर्मी के अनुकूल विकसित किया गया एक अत्यंत वैज्ञानिक और पारंपरिक हस्तशिल्प है। यह शुद्ध जस्ते (Zinc) धातु से बनी पानी की एक चपटी या गोल बोतल होती है। जस्ते के धातु गुण और उसके ऊपर चढ़ाई गई नम कपड़े, फेल्ट या चमड़े की परत के कारण वाष्पीकरण (इवेपोरेशन) की क्रिया से इसके भीतर भरा पानी लंबे समय तक प्राकृतिक रूप से अत्यंत शीतल और ताजा बना रहता है। मारवाड़ के ग्रामीण, ऊँट सवार और सैनिक यात्राओं के दौरान बादला अनिवार्य रूप से अपने साथ रखते थे।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10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34/75</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धातु शिल्प 'कोफ्तगारी' (Koftgari) एवं 'तह निशां' कला के संदर्भ में निम्नलिखित कथनों पर विचार कीजिए: A. कोफ्तगारी फौलाद या लोहे के हथियारों (तलवार, कटार, ढाल) पर सोने के बारीक तारों की जड़ाई करने की दमिश्क (सीरिया) मूल की कला है। B. राजस्थान में कोफ्तगारी कला के दो प्रमुख प्रसिद्ध केंद्र जयपुर और अलवर हैं। C. तह निशां कला में धातु की सतह को गहरा खोदकर उसमें सोने या पीतल के तार ठोककर समतल पॉलिश की जाती है। D. मुरादाबादी काम में पीतल के बर्तनों पर खुदाई करके उसमें विभिन्न रंगों की लाख भरी जाती है, जिसका केंद्र जयपुर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35/75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युद्ध भूमि का प्रदेश रहा है, इसलिए यहाँ अस्त्र-शस्त्रों को कलात्मक बनाने की दिशा में अद्भुत धातु शिल्पों का विकास हुआ। कोफ्तगारी कला मूल रूप से दमिश्क और ईरान से मुगलों के माध्यम से भारत आई जिसे अलवर और जयपुर के सिकलीगर कारीगरों ने अपनाया। इसमें लोहे की सतह पर बारीक चीरे लगाकर सोने के पतले तार बिठाए जाते हैं। तह निशां में धातु को गहराई से उत्कीर्ण कर तार भरे जाते हैं। जयपुर का मुरादाबादी काम पीतल के बर्तनों पर बारीक नक्काशी और लाख भराई के लिए देश-विदेश में प्रसिद्ध है। अतः सभी कथन A, B, C और D पूरी तरह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35/75</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छपाई कला के प्रमुख 'दाबू प्रिंट' (Dabu Print) के प्रकारों एवं केंद्रों को सुमेलित कीजिए: सूची-I (दाबू का प्रकार): सूची-I: A. मिट्टी का दाबू (गारा दाबू) B. मोम का दाबू C. गोंद व गेहूं के बींधन का दाबू D. कत्थई व मटमैला जाजम दाबू सूची-II: 1. छिपा अकोला (चित्तौड़गढ़) 2. सवाई माधोपुर एवं बगरू (जयपुर) 3. बालोतरा एवं सांगानेर 4. चित्तौड़गढ़ व भीलवाड़ा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36/75</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दाबू छपाई में रंगाई से बचाने हेतु प्रयुक्त सामग्री के आधार पर विभिन्न प्रकार विकसित हुए हैं। अकोला (चित्तौड़गढ़) में काली चिकनी मिट्टी, चूने और बींधन के लेप से मिट्टी का दाबू लगाया जाता है। सवाई माधोपुर और बगरू में गर्म पिघले मोम का दाबू प्रयुक्त होता है जिससे रंग में सुंदर क्रैकल (दरारें) प्रभाव उत्पन्न होता है। बालोतरा और सांगानेर में बबूल के गोंद और गेहूं के छिलके/बींधन की लुगदी का दाबू लगाया जाता है। जाजम छपाई में फर्श पर बिछाने वाले मोटे कपड़ों पर गहरा लाल और कत्थई दाबू प्रिंट किया जाता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36/75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पॉटरी (मृद्भांड शिल्प) शैलियों को उनके संबंधित केंद्रों से सुमेलित कीजिए: सूची-I: सूची-I: A. पोकरण पॉटरी B. कागजी (डबल कट) पॉटरी C. ब्लैक पॉटरी D. सुनहरी पॉटरी सूची-II: 1. जैसलमेर 2. अलवर 3. कोटा 4. बीकानेर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320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37/75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ब्लू पॉटरी (जयपुर) के अलावा कई अन्य विशिष्ट पॉटरी शैलियाँ प्रसिद्ध हैं। पोकरण (जैसलमेर) की लाल-गुलाबी चिकनी मिट्टी की पॉटरी अपने पारदर्शी जलपात्रों और कलात्मक बर्तनों हेतु विख्यात है जिसे जीआई टैग भी मिला है। अलवर की कागजी पॉटरी इतनी पतली और हल्की होती है कि यह कागज जैसी प्रतीत होती है (डबल कट डिजाइन)। कोटा की ब्लैक पॉटरी काले रंग के आकर्षक फूलदानों और गमलों के लिए पहचानी जाती है। बीकानेर की सुनहरी पॉटरी में पके हुए बर्तनों पर सोने के वर्क और सुनहरे रंगों से चित्रकारी की जाती है। अतः सही कूट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320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37/75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संगीत घरानों के संदर्भ में निम्नलिखित कथनों पर विचार कीजिए: A. भारतीय शास्त्रीय नृत्य 'कत्थक' के हिंदू/जयपुर घराने के प्रवर्तक भानुजी महाराज माने जाते हैं। B. शास्त्रीय ख्याल गायकी के प्रसिद्ध 'जयपुर घराने' के प्रवर्तक भूपत खाँ (उपनाम 'मनरंग') माने जाते हैं। C. अतरौली घराने के प्रवर्तक उस्ताद मानतौल खाँ (रुलाने वाले फकीर) थे। D. पटियाला घराने के मूल प्रवर्तक जरनैल खाँ और कर्नल खाँ (अलिया-फत्तू की जोड़ी) थे। उपर्युक्त में से कौन-से कथन सत्य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923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भारतीय शास्त्रीय संगीत और नृत्य के प्रमुख घरानों की उद्गम स्थली रहा है। कत्थक नृत्य का जयपुर घराना अपनी तीव्र लयकारी, चक्करदार टुकड़ों और वीर रस की शुद्ध तकनीकी शुद्धता के लिए विख्यात है जिसके आदि पुरुष भानुजी महाराज थे। ख्याल गायकी में जयपुर घराना सदारंग-अदारंग के वंशज भूपत खाँ 'मनरंग' द्वारा स्थापित हुआ जिनकी बंदिशें आज भी गाई जाती हैं। अतरौली घराना ध्रुपद और ख्याल की जोरदार तानों हेतु जाना जाता है। पटियाला घराने की नींव रखने वाली प्रसिद्ध अलिया-फत्तू की जोड़ी भी मूलतः राजपूताने के संगीतकारों से प्रेरित थी।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923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समृद्ध 'मांड गायकी' (Mand Singing) परंपरा एवं इसकी प्रमुख गायिकाओं के संदर्भ में निम्नलिखित कथनों पर विचार कीजिए: A. मांड राजस्थान की एक अर्ध-शास्त्रीय लोक गायन शैली है जो जैसलमेर और बीकानेर के मरुस्थली परिवेश में विकसित हुई। B. पाली निवासी गवरी देवी ने 1978 में मॉस्को (रूस) में आयोजित भारत महोत्सव में मांड गीत गाकर अंतरराष्ट्रीय ख्याति अर्जित की थी। C. उदयपुर की मांगी बाई आर्य को मांड गायकी के विकास हेतु राजस्थान संगीत नाटक अकादमी पुरस्कार से सम्मानित किया गया था। D. जयपुर की बन्नो बेगम और जोधपुर की जमीला बानो मांड गायकी की अन्य सुप्रसिद्ध हस्ताक्षर रही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39/75</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मांड गायकी राजस्थान की आत्मा मानी जाती है। मध्यकाल में मांड क्षेत्र (जैसलमेर) के राजदरबारों में राग मांड के रूप में जन्मी यह विधा लोक और शास्त्रीय संगीत का अद्भुत सम्मिश्रण है। बीकानेर की अल्लाह जिल्लाई बाई के साथ-साथ पाली की गवरी देवी (जिन्हें मांड गायकी की महारानी कहा गया) ने अंतरराष्ट्रीय स्तर पर राजस्थान का मान बढ़ाया। मांगी बाई आर्य ने मांड गीतों के संरक्षण हेतु संगीत पुस्तिकाएं तैयार कीं। जयपुर के नवाबों और राजमहलों में बन्नो बेगम तथा पश्चिमी राजस्थान में जमीला बानो ने अपनी खनकदार आवाज से मांड को अमर बना दिया।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39/75</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अलवर-भरतपुर (मेवात क्षेत्र) के प्रसिद्ध लोक वाद्ययंत्र 'भपंग' (Bhapang) के संदर्भ में कौन 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भपंग सूखे तूँबे (लौकी) के एक तरफ बकरे की खाल मढ़कर और नीचे से तार निकालकर बजाया जाने वाला प्रमुख तत वाद्य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वाद्य मुख्य रूप से मेवात के जोगी समुदाय द्वारा राजा भरथरी और गोपीचंद की कथाओं के गायन में बजाया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जहूर खाँ मेवाती और उमर फारूक मेवाती भपंग वादन के विश्वविख्यात 'जादूगर' रहे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भपंग धातु की गोल थाली से निर्मित एक घन वाद्य है जिसे लोहे के चिमटे से बजाया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40/75</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भपंग धातु की गोल थाली से निर्मित एक घन वाद्य है जिसे लोहे के चिमटे से बजाया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भपंग सूखे तूँबे (लौकी) के एक तरफ बकरे की खाल मढ़कर और नीचे से तार निकालकर बजाया जाने वाला प्रमुख तत वाद्य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वाद्य मुख्य रूप से मेवात के जोगी समुदाय द्वारा राजा भरथरी और गोपीचंद की कथाओं के गायन में बजाया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जहूर खाँ मेवाती और उमर फारूक मेवाती भपंग वादन के विश्वविख्यात 'जादूगर' रहे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क्योंकि भपंग धातु की थाली से बना घन वाद्य नहीं है बल्कि यह तूँबे और चमड़े से बना 'तत वाद्य' (String instrument) है। वादक इसे अपनी काँख (बगल) में दबाकर एक हाथ से तार के तनाव को नियंत्रित करता है और दूसरे हाथ में लकड़ी की कमानी या मिजराब से प्रहार करता है, जिससे 'डमरू' और 'घंटानाद' जैसी गूंजती हुई ध्वनि पैदा होती है। मेवात के लोक कलाकार जहूर खाँ मेवाती ने इसे बॉलीवुड फिल्मों और अंतरराष्ट्रीय संगीत समारोहों में प्रतिष्ठित किया। उमर फारूक मेवाती ने भी इसे वैश्विक पहचान दिलाई।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40/75</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दुर्लभ एवं पारंपरिक 'सुषिर वाद्ययंत्रों' के संदर्भ में निम्नलिखित कथनों पर विचार कीजिए: A. 'बांकिया' पीतल का बना बिगुलनुमा वाद्य है जिसे मांगलिक अवसरों पर सरगड़ा जाति के लोग ढोल व थाली के साथ बजाते हैं। B. 'मशक' चमड़े की बनी हवा की थैली वाला वाद्य है जिसमें फूँक भरकर भैरूंजी के भोपों द्वारा बजाया जाता है। C. 'सिंगी' हिरण या बारहसिंगे के सींग से बना वाद्य है जिसे जोगी व नाथ संन्यासी पूजा व फेरी के समय बजाते हैं। D. 'भूंगल' (रणभेरी) तांबे की लंबी नली वाला युद्ध वाद्य है जो भवाई लोकनाट्य के प्रारंभ में रणभेरी के रूप में बजाया जाता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733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41/75</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फूँक से बजने वाले सुषिर वाद्यों की विविधता आश्चर्यजनक है। बांकिया का तीक्ष्ण स्वर विवाह और शौर्य प्रसंगों में दूर तक सुनाई देता है। मशक (Bagpipe का प्राचीन भारतीय रूप) बकरी की पूरी साबुत खाल को सिलकर बनाया जाता है जिसमें हवा एकत्र कर निरंतर सुरीली धुन निकाली जाती है (विशेषकर अलवर और सवाई माधोपुर में)। सिंगी साधु-संतों का आध्यात्मिक वाद्य है। भूंगल मेवाड़ और गुजरात सीमा पर भवाई नाट्य शुरू होने से पूर्व दर्शकों को आकर्षित करने हेतु तीव्र आवाज में बजाया जाता है। अतः सभी कथन A, B, C और D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733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41/75</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प्रमुख अवनद्ध (तानद) एवं घन वाद्ययंत्रों के संदर्भ में निम्नलिखित कथनों पर विचार कीजिए: A. 'मांदल' पकाई गई मिट्टी का बना विशाल मृदंग है जिसका निर्माण मोलेला (राजसमंद) में होता है और इसे भील व गरासिया नृत्य में बजाते हैं। B. 'खड़ताल' शीशम की लकड़ी की चार चपटी पट्टियों से बना घन वाद्य है जिसके अंतरराष्ट्रीय सिद्धहस्त कलाकार स्वर्गीय सदीक खाँ मांगणियार थे। C. 'माठ' मिट्टी के दो बड़े घड़ों के मुँह पर खाल मढ़कर बनाया जाने वाला वाद्य है जिस पर पाबूजी के पवाड़े गाए जाते हैं। D. 'चंग' होली के दिनों में शेखावाटी में पुरुषों द्वारा केवल एक हाथ से घेरा थामकर दूसरे हाथ से थाप देकर बजाया जाने वाला अवनद्ध वाद्य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42/75</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ताल वाद्यों में राजस्थान की लोक कला बेमिसाल है। मोलेला के कुम्हारों द्वारा बनाई गई मिट्टी की मांदल भगवान शिव और पार्वती का वाद्य मानी जाती है। खड़ताल को उंगलियों की गति से हवा में लहराते हुए बिजली की तेजी से बजाने में सदीक खाँ मांगणियार विश्व प्रसिद्ध थे (खड़ताल के जादूगर)। माठ वाद्ययंत्र में दो बड़े मिट्टी के मटकों पर ऊँट या बकरे का चमड़ा मढ़ा होता है जिसे पाबूजी के थोरी व भील भक्त जमीन पर रखकर बजाते हैं। चंग शेखावाटी की होली का प्राण है जिसके साथ गींदड़ और धमाल गाए जाते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42/75</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कतरियासर (बीकानेर) के विश्वप्रसिद्ध 'अग्नि नृत्य' (Fire Dance) के संदर्भ में निम्नलिखित कथनों पर विचार कीजिए: A. यह नृत्य जसनाथी संप्रदाय के केवल सिद्ध पुरुषों द्वारा गुरु गोरखनाथ व जसनाथ जी की आराधना में किया जाता है। B. नर्तक जलते हुए धधकते अंगारों के ढेर (जिसे 'धूणा' कहते हैं) के चारों ओर परिक्रमा कर अपने गुरु से आज्ञा लेते हैं। C. नर्तक 'फतेह-फतेह' का भक्तिमय और ओजस्वी उद्घोष करते हुए नंगे पैरों से अंगारों पर प्रवेश करते हैं। D. अंगारों पर चलते समय नर्तक मतीरा फोड़ना, तलवार चलाना, अंगारे मुँह में रखना और फाग उड़ाने जैसी चमत्कारिक क्रियाएं करते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39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43/75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अग्नि नृत्य राजस्थान का सबसे विस्मयकारी और आध्यात्मिक लोक नृत्य है। बीकानेर के कतरियासर गाँव में जाड़े की रातों में धधकते अंगारों का विशाल ढेर (धूणा) तैयार किया जाता है। जसनाथी सिद्ध अपने कंठ में काली ऊन की माला पहनकर जब 'फतेह-फतेह' (विजय हो) का नारा लगाते हुए अंगारों पर नाचते हैं, तो उनके पैरों में एक भी छाला नहीं पड़ता। यह उनके अटूट विश्वास और योग-साधना का प्रतीक है। महाराजा गंगासिंह ने इस नृत्य के कलाकारों को संरक्षण देकर प्रोत्साहित किया था। इस नृत्य में नगाड़ा और झांझ की तीव्र संगत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39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43/75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मेवाड़ एवं दक्षिणी राजस्थान की भील जनजाति के पारंपरिक लोक नृत्यों के संदर्भ में निम्नलिखित कथनों पर विचार कीजिए: A. 'हाथीमना नृत्य' भील पुरुषों द्वारा विवाह के अवसर पर जमीन पर बैठकर हाथ में नंगी तलवार घुमाते हुए किया जाने वाला युद्ध नृत्य है। B. 'द्विचकरी नृत्य' विवाह के अवसर पर भील स्त्री-पुरुषों द्वारा दो संकेंद्रित वृत्तों (भीतरी वृत्त में स्त्रियाँ, बाहरी में पुरुष) में किया जाता है। C. 'युद्ध नृत्य' भीलों द्वारा सुदूर पहाड़ियों में तीर-कमान व तलवारों से युद्ध की पैंतरेबाजी दिखाते हुए 'फायरे-फायरे' के रणघोष के साथ किया जाता है। D. 'नेजा नृत्य' होली के तीसरे दिन खंभे पर बँधे नारियल को उतारने का एक खेल व रोमांचक युगल नृत्य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542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44/75</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भील जनजाति के नृत्यों में उनका ऐतिहासिक पराक्रम, वन जीवन और सामाजिक सामूहिकता झलकती है। हाथीमना विवाह मंडप में दूल्हे और पुरुषों द्वारा किया जाने वाला शौर्यपूर्ण नृत्य है। द्विचकरी में दो घेरे बनते हैं जो विपरीत दिशाओं में गति करते हैं। युद्ध नृत्य में भील युवक वास्तविक युद्ध जैसी खूंखार मुद्राएं प्रदर्शित करते हैं, जिसे हिंसा के खतरे के कारण वर्तमान में प्रतिबंधित/सीमित किया गया है। नेजा नृत्य में स्त्रियाँ खंभे की रक्षा में छड़ियाँ मारती हैं और युवक नारियल छीनने का प्रयास करते हैं। इसके अलावा गवरी और गैर भी भीलों के प्रमुख नृत्य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542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44/75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हाड़ौती अंचल की कंजर जनजाति के प्रसिद्ध लोक नृत्यों 'चकरी' एवं 'धाकड़' के संदर्भ में निम्नलिखित कथनों पर विचार कीजिए: A. 'चकरी नृत्य' हाड़ौती क्षेत्र (कोटा, बारां, बूंदी) में कंजर युवतियों द्वारा 80 कली का घाघरा पहनकर तीव्र गति से गोल-गोल घूमते हुए किया जाता है। B. इस नृत्य में नृत्यांगनाओं की चकरी जैसी तेज घूर्णन गति के कारण इसे 'चकरी नृत्य' या 'फुंदी नृत्य' कहा जाता है। C. 'धाकड़ नृत्य' कंजर पुरुषों द्वारा झाला बीरा और बीरा के मध्य हुए ऐतिहासिक युद्ध और विजय के उपलक्ष्य में तलवारों व लाठियों से किया जाता है। D. मंजीरा, ढोलक और नगाड़ा इन नृत्यों के प्रमुख वाद्ययंत्र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45/75</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कंजर जनजाति शारीरिक स्फूर्ति और कलाबाजी में अत्यंत निपुण मानी जाती है। चकरी नृत्य कजली तीज के अवसर पर बूंदी और हाड़ौती के मेलों में मुख्य आकर्षण होता है। नृत्यांगनाएँ रंग-बिरंगे 80 कली के घाघरे पहनकर इतनी तीव्र गति से घूमती हैं कि घाघरा छतरी की तरह फैल जाता है और आँखों के लिए पैरों की गति पकड़ना असंभव हो जाता है। धाकड़ नृत्य विशुद्ध पुरुष युद्ध नृत्य है जिसमें झाला बीरा द्वारा अपने दल की रक्षा में किए गए शौर्य का मंचन होता है। शांति देवी, फिला देवी और संतरा देवी चकरी नृत्य की प्रसिद्ध कलाकार रही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45/75</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क्षेत्रीय लोक नृत्यों को उनके संबंधित भौगोलिक क्षेत्रों से सुमेलित कीजिए: सूची-I (लोकनृत्य): सूची-I: A. बम नृत्य B. डांडिया नृत्य C. ढोल नृत्य D. बिंदौरी नृत्य सूची-II: 1. भरतपुर एवं अलवर (मेवात) 2. मारवाड़ (जोधपुर) 3. जालौर (सांचौर) 4. झालावाड़</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74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46/75</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बम नृत्य पूर्वी राजस्थान (भरतपुर-अलवर) का प्रसिद्ध फाल्गुनी नृत्य है जिसमें एक विशाल नगाड़े (बम) को दो बड़े लट्ठों से बजाया जाता है और साथ में 'रसिया' गीत गाए जाने के कारण इसे 'बम-रसिया' कहते हैं। डांडिया नृत्य मारवाड़ (जोधपुर) में पुरुषों द्वारा हाथों में सजी हुई छड़ियों को टकराते हुए भैरव और दुर्गा स्तुति में किया जाता है। ढोल नृत्य जालौर में शादी के अवसर पर थाकना शैली में बजने वाला राज्य स्तरीय नृत्य है। बिंदौरी नृत्य झालावाड़ में गैर की तर्ज पर विवाह और होली पर किया जाने वाला हर्षोल्लास का लोक नृत्य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74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46/75</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पूर्वी राजस्थान (भरतपुर, धौलपुर, करौली) के प्रसिद्ध लोकनाट्य 'नौटंकी' (Nautanki) के संदर्भ में निम्नलिखित कथनों पर विचार कीजिए: A. राजस्थान में नौटंकी लोकनाट्य उत्तर प्रदेश की 'हाथरस शैली' (Hathras style) से अत्यधिक प्रभावित है। B. डीग (भरतपुर) के पंडित भूरीलाल को राजस्थान में नौटंकी को लोकप्रिय बनाने का मुख्य श्रेय दिया जाता है। C. नौटंकी में 9 प्रकार के वाद्ययंत्रों (नगाड़ा, शहनाई, सारंगी, ढोलक, मंजीरा, डफ, झांझ, हारमोनियम और तबला) का सामूहिक प्रयोग होता है। D. 'अमर सिंह राठौड़', 'राजा हरिश्चंद्र', 'सत्यवान सावित्री' और 'लैला-मजनू' राजस्थान की प्रमुख प्रसिद्ध नौटंकियाँ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52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47/75</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ब्रज संस्कृति से जुड़े भरतपुर और धौलपुर में नौटंकी लोकनाट्य का सर्वाधिक प्रचलन है। 19वीं सदी के अंत में डीग के भूरीलाल ने अपने मंडल के माध्यम से इसे जन-जन तक पहुँचाया; बाद में उनके शिष्य नत्थीलाल ने इसे आगे बढ़ाया। नौटंकी का नामकरण नौ वाद्यों के समावेश के कारण 'नौटंकी' पड़ा। इसमें दोहा, चौबोला, छप्पय और बहरे-तवील छंदों में संवाद गाए जाते हैं। इसमें नगाड़े की चोट पर काव्यात्मक नोक-झोंक दर्शकों में रोमांच भर देती है। गिरिराज प्रसाद सिरोहिया कामां के विख्यात नौटंकी कलाकार रहे हैं। अतः सभी कथन A, B, C और D पूरी तरह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52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47/75</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मेवाड़ अंचल के ऐतिहासिक 'तुर्रा-कलंगी ख्याल' के संदर्भ में निम्नलिखित कथनों पर विचार कीजिए: A. इसकी शुरुआत लगभग 400 वर्ष पूर्व मध्य प्रदेश के चंदेरी में संत तुकनगीर (हिंदू) और शाह अली (मुस्लिम) द्वारा की गई थी। B. तुर्रा को भगवान शिव का प्रतीक तथा कलंगी को माँ पार्वती (शक्ति) का प्रतीक माना जाता है। C. यह लोकनाट्य राजस्थान के चित्तौड़गढ़, घोसुंडा, निंबाहेड़ा और नीमच क्षेत्र में अत्यधिक लोकप्रिय हुआ। D. तुर्रा-कलंगी ख्याल की प्रस्तुति में किसी लिखित पटकथा के बिना चंग की थाप पर काव्यात्मक दंगल (ख्याल दंगल) लड़ा जाता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48/75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तुर्रा-कलंगी ख्याल सांप्रदायिक सद्भाव और अखाड़ा परंपरा का अनूठा लोकनाट्य है। चंदेरी के राजा ने दोनों संतों के शास्त्रार्थ से प्रसन्न होकर तुकनगीर को अपनी पगड़ी का तुर्रा और शाह अली को कलंगी भेंट की थी। चित्तौड़गढ़ में चेतराम, हमीद बेग, ताराचंद और ओंकार सिंह इसके प्रमुख उस्ताद रहे। इस ख्याल में मंच को भव्य रूप से सजाया जाता है और दो अखाड़े आमने-सामने बैठकर तत्कालिक दोहों में प्रश्न-उत्तर करते हैं। दर्शक भी अखाड़ों के समर्थक बनकर उत्साहवर्धन करते हैं। इसमें मुख्य वाद्ययंत्र 'चंग'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48/75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पारंपरिक 'स्वांग' (बहुरूपिया कला) के संदर्भ में निम्नलिखित कथनों पर विचार कीजिए: A. स्वांग किसी प्रसिद्ध ऐतिहासिक, पौराणिक अथवा सामाजिक चरित्र का हूबहू वेश धारण कर उसका सजीव अभिनय करने की कला है। B. भीलवाड़ा के प्रसिद्ध कलाकार जानकीलाल भांड ने इस कला को विदेशों में प्रस्तुत किया और उन्हें 'मंकी मैन' की ख्याति प्राप्त हुई। C. भारत सरकार द्वारा वर्ष 2024 में जानकीलाल भांड को बहुरूपिया कला में उत्कृष्ट योगदान हेतु 'पद्मश्री' से सम्मानित किया गया। D. राजसमंद के केलवा गाँव के परशुराम बहुरूपिया भी इस कला के अंतरराष्ट्रीय स्तर पर प्रसिद्ध साधक रहे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559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49/75</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बहुरूपिया कला राजस्थान की प्राचीनतम अभिनय विधाओं में से एक है जिसे भांड और रावल जाति के कलाकारों ने पीढ़ियों से जीवित रखा। जानकीलाल भांड (भीलवाड़ा) ने नारद, कालबेलिया, डाकिया, भगवान राम, रावण और बंदर (मंकी) का ऐसा जीवंत स्वांग रचा कि जर्मनी, जापान और अमेरिका तक लोग मुग्ध हो गए। उन्हें भारत सरकार ने 2024 में कला के क्षेत्र में प्रतिष्ठित 'पद्मश्री' पुरस्कार से विभूषित किया। केलवा (राजसमंद) के परशुराम जी ने भी देश-विदेश में स्वांग का प्रदर्शन किया। अतः सभी कथन A, B, C और D पूर्णतः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559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49/75</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क्षेत्रीय ख्यालों एवं उनके प्रसिद्ध केंद्रों को सुमेलित कीजिए: सूची-I (ख्याल शैली): सूची-I: A. अलीबख्शी ख्याल B. हेला ख्याल C. कन्हैया ख्याल D. डफाली ख्याल सूची-II: 1. मुंडावर (अलवर) 2. लालसोट (दौसा) एवं सवाई माधोपुर 3. करौली, धौलपुर एवं दौसा 4. अलवर एवं भरतपुर (लक्ष्मणगढ़)</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50/75</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अलीबख्शी ख्याल मुंडावर (अलवर) के जागीरदार नवाब अलीबख्श (जिन्हें मेवात का रसखान कहते हैं) द्वारा प्रवर्तित किया गया जो अहीरवाटी बोली में कृष्ण लीलाओं पर आधारित है। हेला ख्याल लालसोट (दौसा) का प्रसिद्ध ख्याल है जिसमें लंबी तान से 'हेला' (पुकार) दिया जाता है और मुख्य वाद्य 'नौबत' होता है। कन्हैया ख्याल पूर्वी राजस्थान के मीणा व गूजर समाज द्वारा 'दंगल' के रूप में रचा जाता है जिसमें धार्मिक आख्यान (काहन) प्रस्तुत होते हैं। डफाली ख्याल अलवर-भरतपुर सीमा पर डफली और सारंगी पर गाया जाने वाला श्रृंगार प्रधान ख्याल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50/75</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ढूंढाड़ी बोली के भौगोलिक विस्तार एवं इसकी उपबोलियों के संदर्भ में निम्नलिखित कथनों पर विचार कीजिए: A. ढूंढाड़ी मध्य-पूर्वी राजस्थान (जयपुर, दौसा, टोंक, सवाई माधोपुर) में बोली जाने वाली प्रधान बोली है। B. कांतली नदी के प्रवाह क्षेत्र (सीकर, नीम का थाना, झुंझुनू) में बोली जाने वाली उपबोली 'तोरावाटी' कहलाती है। C. टोंक, दौसा और सवाई माधोपुर के क्षेत्रों में बोली जाने वाली उपबोलियाँ क्रमशः 'नागरचोल' और 'चौरासी' हैं। D. संत दादू दयाल और उनके शिष्यों (सुंदरदास, रज्जब) का संपूर्ण साहित्य मुख्य रूप से ढूंढाड़ी भाषा में रचित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51/75</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ढूंढाड़ी बोली जनसंख्या की दृष्टि से राजस्थान में दूसरी सबसे बड़ी बोली है जिसका उल्लेख 18वीं सदी के ग्रंथ 'आठ देस गूजरी' में मिलता है। तोमर/तंवर राजपूतों के आधिपत्य वाले कांतली बेसिन को तोरावाटी कहा गया जहाँ की बोली 'तोरावाटी' कहलाई। जयपुर के पूर्वी भाग (बस्सी, चाकसू) में राजावाटी, टोंक के पश्चिमी भाग में चौरासी तथा सवाई माधोपुर के सीमावर्ती क्षेत्रों में नागरचोल व काठेड़ी उपबोलियाँ बोली जाती हैं। दादूपंथ की वाणियाँ (सधुक्कड़ी मिश्रित ढूंढाड़ी) इस बोली की सबसे बड़ी साहित्यिक धरोहर हैं।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51/75</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मारवाड़ी भाषा की प्रमुख क्षेत्रीय उपबोलियों के संदर्भ में निम्नलिखित कथनों पर विचार कीजिए: A. बाड़मेर और जैसलमेर के सीमावर्ती रेगिस्तानी अंचल में बोली जाने वाली उपबोली 'धातकी' (ढटकी) कहलाती है। B. बीकानेर, चूरू और उत्तरी नागौर के रेतीले मरुस्थली भाग में बोली जाने वाली उपबोली 'थली' कहलाती है। C. सिरोही जिले में बोली जाने वाली मारवाड़ी की विशिष्ट उपबोली 'देवड़ावाटी' (सिरोही बोली) कहलाती है। D. जालोर और पाली (गोडवाड़ क्षेत्र) में बोली जाने वाली उपबोली 'गोडवाड़ी' कहलाती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368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52/75</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मारवाड़ी राजस्थान की प्रधान मानक बोली है जिसका विस्तार पूरे पश्चिमी राजस्थान में है। भौगोलिक भिन्नताओं के कारण इसकी कई सुंदर उपबोलियाँ विकसित हुईं। सिंध सीमा से सटे थार क्षेत्र में धातकी बोली जाती है। ऊँचे रेतीले टीलों (थली) वाले बीकानेर-चूरू क्षेत्र में थली का विस्तार है। सिरोही में देवड़ा चौहानों के प्रभाव से देवड़ावाटी बोली जाती है। पाली की बाली, देसूरी और जालौर के आहोर क्षेत्र में गोडवाड़ी बोली जाती है जो साहित्य की दृष्टि से अत्यंत समृद्ध है (बीसलदेव रासो इसी में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368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52/75</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नरपति नाल्ह द्वारा रचित प्रसिद्ध डिंगल/गोडवाड़ी काव्य 'बीसलदेव रासो' के संदर्भ में निम्नलिखित कथनों पर विचार कीजिए: A. यह 12वीं शताब्दी का एक अत्यंत लोकप्रिय प्रेम मूलक और विरह प्रधान रासो काव्य है। B. इसमें अजमेर के चौहान शासक विग्रहराज चतुर्थ (बीसलदेव) और मालवा के परमार राजा भोज की पुत्री राजमती के प्रेम, विवाह, विरह और पुनर्मिलन का वर्णन है। C. यह ग्रंथ चार खंडों में विभक्त है जिसमें रानी राजमती के रूठने और बीसलदेव के 12 वर्ष तक उड़ीसा प्रवास का मार्मिक चित्रण है। D. इस रचना की भाषा पुरानी पश्चिमी राजस्थानी (गोडवाड़ी मिश्रित पिंगल/डिंगल)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972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53/75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बीसलदेव रासो वीर रस प्रधान रासो ग्रंथों से भिन्न एक मधुर शृंगारिक और गेय काव्य है। इसके रचयिता नरपति नाल्ह अजमेर दरबार से जुड़े थे। ग्रंथ के चार खंडों में क्रमशः: प्रथम में बीसलदेव-राजमती विवाह; द्वितीय में रानी के व्यंग्य से रुष्ट होकर राजा का उड़ीसा गमन; तृतीय में रानी का विरह संताप और बारहमासा वर्णन; तथा चतुर्थ में राजा की वापसी और मिलन का चित्रण है। यह हिंदी व राजस्थानी में 'बारहमासा' विरह वर्णन का सबसे प्रारंभिक और उत्कृष्ट ग्रंथ माना जाता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972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53/75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कवि पद्मनाभ द्वारा 1455 ई. में रचित ऐतिहासिक ग्रंथ 'कान्हड़दे प्रबंध' के संदर्भ में कौन 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ग्रंथ जालौर के चौहान शासक कान्हड़दे और दिल्ली के सुल्तान अलाउद्दीन खिलजी के मध्य 1308-1311 ई. के भीषण युद्धों का प्रामाणिक विवरण देता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ग्रंथ की रचना जालौर के चौहान शासक अखैराज के आश्रय में कवि पद्मनाभ ने पुरानी पश्चिमी राजस्थानी (मरुगुर्जरी) में की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इसमें अलाउद्दीन खिलजी की पुत्री फिरोजा के कान्हड़दे के पुत्र वीरमदेव के प्रति एकतरफा प्रेम का रोचक ऐतिहासिक आख्यान मिलता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ग्रंथ मूलतः संस्कृत भाषा में लिखा गया था जिसका 19वीं सदी में सूर्यमल्ल मिश्रण ने डिंगल में अनुवाद किया।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54/75</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ग्रंथ मूलतः संस्कृत भाषा में लिखा गया था जिसका 19वीं सदी में सूर्यमल्ल मिश्रण ने डिंगल में अनुवाद किया।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ग्रंथ जालौर के चौहान शासक कान्हड़दे और दिल्ली के सुल्तान अलाउद्दीन खिलजी के मध्य 1308-1311 ई. के भीषण युद्धों का प्रामाणिक विवरण देता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ग्रंथ की रचना जालौर के चौहान शासक अखैराज के आश्रय में कवि पद्मनाभ ने पुरानी पश्चिमी राजस्थानी (मरुगुर्जरी) में की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इसमें अलाउद्दीन खिलजी की पुत्री फिरोजा के कान्हड़दे के पुत्र वीरमदेव के प्रति एकतरफा प्रेम का रोचक ऐतिहासिक आख्यान मिलता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क्योंकि कान्हड़दे प्रबंध किसी संस्कृत ग्रंथ का अनुवाद नहीं है बल्कि यह 1455 ईस्वी में मूल रूप से पुरानी राजस्थानी (अपभ्रंश मिश्रित गुजराती-राजस्थानी) में रचा गया स्वतंत्र ऐतिहासिक महाकाव्य है। प्रसिद्ध विद्वान मुनि जिनविजय और प्रोफेसर के. बी. व्यास ने इसे मध्यकालीन भारतीय आर्य भाषा का सबसे महत्वपूर्ण ग्रंथ माना है। इसमें सोमनाथ मंदिर विध्वंस से लौटती खिलजी सेना पर कान्हड़दे के आक्रमण, सिवाना व जालौर के साकों, राजपूत वीरांगनाओं के जौहर और वीरमदेव के स्वाभिमान का अद्वितीय वर्णन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54/75</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मुहणोत नैणसी द्वारा रचित ग्रंथ 'मारवाड़ रा परगना री विगत' के संदर्भ में निम्नलिखित कथनों पर विचार कीजिए: A. इस ग्रंथ को राजस्थान के प्रशासनिक और आर्थिक इतिहास का 'गजेटियर' (Gazetteer) कहा जाता है। B. इसमें तत्कालीन मारवाड़ राज्य के 7 परगनों (जोधपुर, सोजत, जैतारण, फलोदी, मेड़ता, सिवाना और पोकरण) का विस्तृत सर्वेक्षण है। C. इसमें प्रत्येक गाँव की भौगोलिक स्थिति, आबादी, जातियों, कुओं, तालाबों, फसलों और 'रेख' (राजस्व) का प्रामाणिक आँकड़ा दिया गया है। D. मुंशी देवीप्रसाद ने नैणसी के इस ऐतिहासिक कार्य से प्रभावित होकर उन्हें 'राजपूताने का अबुल फजल' कहा था।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55/75</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जोधपुर महाराजा जसवंत सिंह प्रथम के दीवान मुहणोत नैणसी (1610-1670 ई.) भारत के महानतम सांख्यिकीविद् और इतिहासकार थे। 'मारवाड़ रा परगना री विगत' मध्यकाल में आधुनिक गजेटियर जैसी वैज्ञानिक पद्धति से लिखा गया भारत का पहला ग्रंथ है। इसमें संवत 1715 से 1719 के मध्य मारवाड़ के सातों परगनों के एक-एक गाँव की भूमि, उपज, सिंचाई के साधन और कर प्रणाली का ब्यौरा दर्ज है। नैणसी की दूसरी अमर कृति 'मुहणोत नैणसी री ख्यात' संपूर्ण राजपूताने के राजवंशों का निष्पक्ष इतिहास है। मुंशी देवीप्रसाद ने उन्हें 'राजपूताने का अबुल फजल' कहा।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55/75</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ख्यात साहित्य के संदर्भ में निम्नलिखित कथनों पर विचार कीजिए: A. बीकानेर के महाराजा सरदार सिंह के दरबारी इतिहासकार दयालदास सिंढायच ने 'दयालदास री ख्यात' (बीकानेर रा राठौड़ां री ख्यात) की रचना की थी। B. दयालदास री ख्यात दो खंडों में है; प्रथम खंड में जोधपुर के राठौड़ों तथा द्वितीय खंड में राव बीका से महाराजा सरदार सिंह तक का इतिहास है। C. 'मुंडियाड़ री ख्यात' (जोधपुर के मुंडियाड़ गाँव के चारणों द्वारा लिखित) में मारवाड़ के राठौड़ राजवंश का प्रारंभिक इतिहास मिलता है। D. ख्यात ग्रंथों की रचना प्रायः 16वीं और 17वीं शताब्दी में दरबारी संरक्षण में ऐतिहासिक वंशावलियों के अभिलेखन हेतु हुई थी।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81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56/75</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ख्यात साहित्य मध्यकालीन राजस्थान के इतिहास का सबसे समृद्ध देसी स्रोत है। 'ख्यात' शब्द संस्कृत के 'ख्याति' से बना है जिसका अर्थ है कीर्ति का प्रसार। दयालदास सिंढायच राजस्थान के अंतिम महान ख्यातकार माने जाते हैं जिन्होंने बीकानेर राज्य का प्रामाणिक इतिहास लिखा। मुंडियाड़ नागौर के पास स्थित चारणों की ऐतिहासिक जागीर थी जहाँ की ख्यात में राव सीहा से लेकर जसवंत सिंह तक के राठौड़ों की वीरता का संकलन है। जोधपुर राज्य में सनद परवाना बहियाँ, हकीकत बहियाँ और दस्तूर कोमवार बहियाँ भी इसी प्रकार के प्रशासनिक इतिहास स्रोत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81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56/75</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मेवाड़ के महाराणा कुम्भा द्वारा रचित संगीत ग्रंथों एवं उनके अध्यायों (रत्नकोशों) के संदर्भ में निम्नलिखित कथनों पर विचार कीजिए: A. महाराणा कुम्भा संगीत शास्त्र के प्रकांड विद्वान थे और उन्हें 'अभिनव भरताचार्य' तथा 'संगीत गुरु' की उपाधि प्राप्त थी। B. कुम्भा का सर्वश्रेष्ठ और विशालतम संगीत ग्रंथ 'संगीतराज' है, जो पाँच खंडों (पाठ, गीत, वाद्य, नृत्य और रस रत्नकोश) में विभक्त है। C. कुम्भा ने जयदेव के 'गीत गोविंद' पर 'रसिकप्रिया' नामक सुप्रसिद्ध टीका की रचना की थी। D. 'संगीत मीमांसा', 'सूड प्रबंध', 'कामराज रतिसार' (7 अंग) और 'संगीत क्रम दीपिका' कुम्भा के अन्य प्रमुख ग्रंथ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57/75</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महाराणा कुम्भा (1433-1468 ई.) विद्यानुरागी, वीणा वादन प्रवीण और अद्वितीय ग्रंथकार थे। कीर्ति स्तंभ प्रशस्ति के अनुसार कुम्भा ने 'संगीतराज' की रचना की जो भारतीय संगीत शास्त्र का विश्वकोश है। इसके 5 रत्नकोश हैं: पाठ रत्नकोश (साहित्य व छंद), गीत रत्नकोश (राग व गायन), वाद्य रत्नकोश (वाद्ययंत्र), नृत्य रत्नकोश (नृत्य मुद्राएं) और रस रत्नकोश (नाट्य रस)। कुम्भा ने चंडी शतक और सारंगधर की संगीत रत्नाकर पर भी टीका लिखी थी। इनके संगीत गुरु सारंग व्यास तथा शिल्पी मंडन थे। अतः सभी चारों कथन A, B, C और D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57/75</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महाराणा कुम्भा के प्रसिद्ध दरबारी वास्तुकार 'मंडन' एवं उनके परिवार द्वारा रचित शिल्पकला ग्रंथों को सुमेलित कीजिए: सूची-I (ग्रंथ): सूची-I: A. राजवल्लभ (भूपति वल्लभ) B. रूपमंडन एवं देवमूर्ति प्रकरण C. वास्तु मंजरी D. द्वार दीपिका एवं उद्धार धोरणी सूची-II: 1. मंडन (नगर निर्माण, राजप्रासाद व दुर्ग) 2. मंडन (मूर्तिकला एवं प्रतिमा लक्षण) 3. नाथा (मंडन का भाई) 4. गोविंद (मंडन का पुत्र)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88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58/75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कुम्भा का काल राजस्थानी वास्तुकला का स्वर्णिम युग था जिसमें मंडन और उनके परिवार ने वास्तुशास्त्र पर प्रामाणिक ग्रंथ लिखे। मंडन (कुम्भलगढ़ दुर्ग के मुख्य शिल्पी) ने 'राजवल्लभ' में नगर नियोजन, महलों और सामान्य घरों के नियम लिखे; 'रूपमंडन' में विभिन्न देवी-देवताओं (विष्णु, शिव, जैन प्रतिमाओं) की मूर्तिकला के नियम लिखे। मंडन के भाई नाथा ने 'वास्तु मंजरी' की रचना की। मंडन के सुपुत्र गोविंद ने 'कला निधि' (मंदिर शिखर निर्माण), 'द्वार दीपिका' और 'उद्धार धोरणी' (जीर्णोद्धार) जैसे अद्वितीय ग्रंथ लिखे।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88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58/75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1857 की क्रांति एवं राजस्थान के इतिहास से संबंधित प्रसिद्ध पुस्तकों एवं उनके लेखकों के संदर्भ में निम्नलिखित कथनों पर विचार कीजिए: A. 1857 की क्रांति पर प्रामाणिक शोध ग्रंथ '1857 इन राजस्थान' (1857 in Rajasthan) के लेखक नाथूराम खड़गावत हैं। B. अजमेर और राजपूताना में 1857 के विद्रोह के प्रत्यक्षदर्शी अंग्रेज अधिकारी आई. टी. प्रिचर्ड ने 'द म्यूटिनीज इन राजपूताना' पुस्तक लिखी। C. कविराजा श्यामलदास ने मेवाड़ और राजस्थान का 4 खंडों का वृहद् प्रामाणिक इतिहास ग्रंथ 'वीर विनोद' लिखा। D. गौरीशंकर हीराचंद ओझा ने 'राजपूताने का इतिहास' तथा कर्नल जेम्स टॉड की पुस्तक का हिंदी संपादन किया।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591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59/75</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आधुनिक इतिहास लेखन में इन कृतियों का स्थान अमर है। राजस्थान राज्य अभिलेखागार के प्रथम निदेशक डॉ. नाथूराम खड़गावत ने अभिलेखीय दस्तावेजों के आधार पर '1857 इन राजस्थान' लिखी। नसीराबाद में विद्रोह के प्रत्यक्षदर्शी कैप्टन आई. टी. प्रिचर्ड की पुस्तक 'द म्यूटिनीज इन राजपूताना' (1860) क्रांति का सजीव विवरण है। मेवाड़ महाराणा सज्जन सिंह के दरबारी कविराजा श्यामलदास का 'वीर विनोद' ब्रिटिश सरकार द्वारा 'महामहोपाध्याय' और 'केसर-ए-हिंद' से सम्मानित ग्रंथ है। रोहिड़ा (सिरोही) में जन्मे पंडित जी. एच. ओझा ने भारतीय प्राचीन लिपिमाला और राजपूताने के जिलों का इतिहास लिखा।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591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59/75</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साहित्य के प्रसिद्ध चारण काव्य ग्रंथों को उनके अमर रचयिताओं से सुमेलित कीजिए: सूची-I (ग्रंथ): सूची-I: A. पाबूजी रा छंद B. हाला झाला री कुंडलियां C. सूरज प्रकास D. किरतार बावनी सूची-II: 1. बीठू मेहा 2. भक्त कवि ईसरदास बारहठ 3. करणीदान कविया 4. महाकवि दुरसा आढ़ा</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60/75</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बीठू मेहा ने 'पाबूजी रा छंद' और 'गोगाजी रा रसावला' में लोकदेवताओं के पराक्रम का वर्णन किया। ईसरदास बारहठ ने 'हाला झाला री कुंडलियां' में ईडर के राजा दुर्जनशाल और जामनगर के राव जाम के युद्ध का 50 कुंडलियों में सजीव वर्णन किया। करणीदान कविया ने 'सूरज प्रकाश' में जोधपुर महाराजा अभयसिंह की विजय गाथा लिखी। अकबर के दरबारी कवि होते हुए भी महाराणा प्रताप के स्वाभिमान की प्रशंसा में 'किरतार बावनी' (52 दोहे) और 'विरुद्ध छिहत्तरी' (76 दोहे) लिखने वाले महान कवि दुरसा आढ़ा थे।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60/75</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आधुनिक राजस्थानी साहित्य की प्रसिद्ध पुरस्कृत कृतियों को उनके रचनाकारों से सुमेलित कीजिए: सूची-I (कृति): सूची-I: A. सैनाणी B. पगफेरो C. बोल भारमली D. बाथां में भूगोल सूची-II: 1. मेघराज मुकुल 2. मणि मधुकर 3. सत्यप्रकाश जोशी 4. हरीश भादानी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79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61/75</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मेघराज मुकुल की कविता 'सैनाणी' हाड़ी रानी सहल कंवर के उस सर्वोच्च बलिदान पर आधारित है जिसमें उन्होंने युद्ध जा रहे अपने पति राव रतनसिंह चूंडावत को निशानी मांगने पर अपना शीश काटकर थाल में भेज दिया था। मणि मधुकर को उनके प्रसिद्ध काव्य संग्रह 'पगफेरो' (1974) हेतु साहित्य अकादमी पुरस्कार प्राप्त हुआ। सत्यप्रकाश जोशी ने 'बोल भारमली' और 'राधा' लिखकर युद्ध व सामंती शोषण का विरोध किया। बीकानेर के प्रगतिशील कवि हरीश भादानी ने 'बाथां में भूगोल' और 'सुलगती अरावल' जैसी कालजयी कृतियाँ लिखीं। अतः सही सुमेल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79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61/75</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'रामस्नेही संप्रदाय' की चार प्रमुख शाखाओं (पीठों) एवं उनके प्रवर्तक संतों को सुमेलित कीजिए: सूची-I (शाखा/पीठ): सूची-I: A. शाहपुरा शाखा (प्रधान पीठ, भीलवाड़ा) B. रेण शाखा (नागौर) C. सिंहथल शाखा (बीकानेर) D. खेड़ापा शाखा (जोधपुर) सूची-II: 1. संत रामचरण जी (अणभै वाणी) 2. संत दरियाव जी (राम-रहमान समन्वय) 3. संत हरिरामदास जी (निशानी ग्रंथ) 4. संत रामदास जी (गुरु कृपा महिमा)</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01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62/75</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रामस्नेही संप्रदाय निर्गुण राम भक्ति का सबसे बड़ा संप्रदाय है जहाँ राम का अर्थ दशरथ पुत्र राम न होकर सर्वव्यापी निराकार ब्रह्म है। इसके पूजा स्थल को 'रामद्वारा' कहा जाता है। शाहपुरा प्रधान पीठ के संस्थापक संत रामचरण जी थे जहाँ चैत्र कृष्ण एकम से पंचमी तक प्रसिद्ध 'फूलडोल महोत्सव' मनाया जाता है। रेण शाखा के संत दरियाव जी ने 'रा' से राम और 'म' से मुहम्मद बताकर हिंदू-मुस्लिम एकता पर बल दिया। सिंहथल शाखा के संस्थापक संत हरिरामदास जी थे जिन्होंने प्राणायाम व योग साधना पर 'निशानी' ग्रंथ लिखा। खेड़ापा शाखा संत हरिरामदास के शिष्य संत रामदास जी द्वारा स्थापित हुई।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01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62/75</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मेवात (अलवर) के प्रसिद्ध संत लालदास जी एवं 'लालदासी संप्रदाय' के संदर्भ में कौन 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संत लालदास जी का जन्म अलवर के धोलीदूब गाँव में मेव मुस्लिम परिवार में हुआ था और इनके गुरु संत गद्दन चिश्ती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लालदास जी ने समाज में व्याप्त धार्मिक संकीर्णता, पाखंड और भिक्षावृत्ति का कड़ा विरोध किया तथा श्रम की कमाई पर बल दिया।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संप्रदाय में दीक्षित होने वाले शिष्य को गधे पर उल्टा मुँह काला करके बैठाया जाता है ताकि उसका अहंकार पूर्णतः समाप्त हो सके।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संत लालदास जी आजीवन अविवाहित रहे और इन्होंने अपना संपूर्ण जीवन केवल जंगलों में संन्यासी के रूप में बिताया।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63/75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संत लालदास जी आजीवन अविवाहित रहे और इन्होंने अपना संपूर्ण जीवन केवल जंगलों में संन्यासी के रूप में बिताया।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संत लालदास जी का जन्म अलवर के धोलीदूब गाँव में मेव मुस्लिम परिवार में हुआ था और इनके गुरु संत गद्दन चिश्ती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लालदास जी ने समाज में व्याप्त धार्मिक संकीर्णता, पाखंड और भिक्षावृत्ति का कड़ा विरोध किया तथा श्रम की कमाई पर बल दिया।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संप्रदाय में दीक्षित होने वाले शिष्य को गधे पर उल्टा मुँह काला करके बैठाया जाता है ताकि उसका अहंकार पूर्णतः समाप्त हो सके।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D असत्य है क्योंकि संत लालदास जी कोई संन्यासी या अविवाहित नहीं थे; वे गृहस्थ संत थे। उन्होंने विवाह किया था और उनके परिवार में संताने थीं। वे स्वयं जंगल से सूखी लकड़ियाँ काटकर सिर पर गट्ठा ढोकर अलवर के बाजार में बेचते थे और उसी ईमानदारी की मेहनत की कमाई से अपने परिवार का भरण-पोषण करते थे। वे भिक्षा माँगने को पाप और हेय समझते थे। इनकी वाणियाँ 'लालदास की वाणी' में संकलित हैं। इनका देहांत नंगला जहाज (भरतपुर) में हुआ और इनकी समाधि शेरपुर (अलवर) में बनी हुई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63/75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डीडवाना के प्रसिद्ध संत हरिदास जी एवं 'निरंजनी संप्रदाय' के संदर्भ में निम्नलिखित कथनों पर विचार कीजिए: A. संत हरिदास जी का मूल नाम हरिसिंह सांखला (गाढ़ा, डीडवाना) था और प्रारंभ में ये डाकू/लुटेरे थे। B. संन्यासी बनने के बाद इन्होंने कठोर तपस्या की, जिसके कारण इन्हें 'कलयुग का वाल्मीकि' कहा जाता है। C. इन्होंने निरंजनी संप्रदाय की स्थापना की जिसकी प्रधान पीठ गाढ़ा (डीडवाना) में स्थित है। D. इनके आध्यात्मिक विचार एवं उपदेश 'मंत्र राजप्रकाश' और 'हरिपुरुष जी की वाणी' ग्रंथों में संकलित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07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64/75</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निरंजनी संप्रदाय राजस्थान का एक अत्यंत प्रतिष्ठित निर्गुणी संप्रदाय है। सांखला राजपूत कुल में जन्मे हरिसिंह परिस्थितियोंवश डाकू बन गए थे, किंतु एक सिद्ध महात्मा के उपदेश से उनका हृदय परिवर्तन हुआ और वे महर्षि वाल्मीकि की तरह परम ज्ञानी संत बने, इसलिए लोकमानस उन्हें 'कलयुग का वाल्मीकि' कहता है। निरंजनी संप्रदाय में परमात्मा को 'अलख निरंजन' या 'हरि निरंजन' कहा जाता है। इस संप्रदाय के अनुयायी दो वर्गों में बँटे हैं: 'निहंग' (संन्यासी साधु) और 'घरबारी' (गृहस्थ अनुयायी)। फाल्गुन शुक्ल एकम से द्वादशी तक गाढ़ा में इनका वार्षिक मेला भरता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07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64/75</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वैष्णव एवं कृष्ण भक्ति संप्रदायों के प्रमुख केंद्रों के संदर्भ में निम्नलिखित कथनों पर विचार कीजिए: A. वल्लभ संप्रदाय (पुष्टिमार्ग) की राजस्थान में प्रधान पीठ नाथद्वारा (राजसमंद) में 'श्रीनाथ जी का मंदिर' है। B. वल्लभ संप्रदाय की अन्य प्रसिद्ध पीठें द्वारिकाधीश मंदिर (कांकरोली, राजसमंद) तथा मदनमोहन जी मंदिर (कामां, भरतपुर) में हैं। C. गलता जी (जयपुर) में 16वीं सदी में पयहारी स्वामी (कृष्णदास पयहारी) ने नाथों के प्रभाव को समाप्त कर 'रामानंदी पीठ' की स्थापना की। D. निम्बार्क संप्रदाय (राधा-कृष्ण की युगल उपासना) की प्रधान पीठ सलेमाबाद (अजमेर) में आचार्य परशुराम देव द्वारा स्थापित की गई।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65/75</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वैष्णव संप्रदायों ने राजस्थान की कला, संगीत और चित्रकला को सर्वाधिक गहराई से प्रभावित किया। 1672 ईस्वी में औरंगजेब के मंदिर विध्वंस काल में मेवाड़ महाराणा राजसिंह ने गोवर्धन से आई श्रीनाथजी की प्रतिमा को सिहाड़ गाँव में स्थापित करवाया जो आज नाथद्वारा कहलाता है। वल्लभ संप्रदाय की सात प्रमुख पीठों में से पाँच राजस्थान में हैं। गलता तीर्थ को 'उत्तर तोताद्रि' कहा जाता है जहाँ कृष्णदास पयहारी (जो केवल दूध का आहार लेते थे) ने आमेर के राजा पृथ्वीराज कछवाहा और उनकी रानी बालाबाई को रामानंदी मत में दीक्षित किया। सलेमाबाद में निम्बार्क पीठ की स्थापना परशुराम देव ने की।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65/75</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गौ-रक्षक एवं वीर लोकदेवताओं को उनके संबंधित पूजा स्थलों से सुमेलित कीजिए: सूची-I (लोकदेवता): सूची-I: A. वीर फत्ताजी B. वीर बिग्गाजी C. वीर बावसी (क्षेत्रपाल) D. मेहाजी मांगलिया सूची-II: 1. सांथू गाँव (जालौर) 2. रीड़ी गाँव (बीकानेर - जाखड़ समाज के कुलदेवता) 3. ग्रामीण क्षेत्रों में ग्राम रक्षक देव 4. बापणी गाँव (फलोदी/जोधपुर - किरण काबरा घोड़ा)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66/75</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 फत्ताजी सांथू (जालौर) के प्रतापी योद्धा थे जिन्होंने गाँव की सीमा पर मुस्लिम लुटेरों से गायों और स्त्रियों की रक्षा करते हुए भाद्रपद शुक्ल नवमी को शहादत दी थी। वीर बिग्गाजी जाखड़ जाट समाज के कुलदेवता हैं जिन्होंने मुस्लिम आक्रांताओं से गायों को छुड़ाते हुए रीड़ी (बीकानेर) में अपने प्राण न्योछावर किए। क्षेत्रपाल (खेतपालिया) राजस्थान की ग्राम्य संस्कृति में सीमा और खेत के रक्षक लोकदेवता के रूप में पूजे जाते हैं। मेहाजी मांगलिया राजस्थान के पंचपीरों में शामिल हैं जिनका प्रसिद्ध मंदिर बापणी में है जहाँ कृष्ण जन्माष्टमी को मेला लगता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66/75</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मीणा जनजाति के परम आराध्य लोकदेवता 'भूरिया बाबा' (गौतमेश्वर महादेव) के संदर्भ में कौन 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भूरिया बाबा केवल पश्चिमी राजस्थान के कालबेलिया समुदाय के कुलदेवता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इनके दो प्रमुख प्रसिद्ध मंदिर अरनोद (प्रतापगढ़) तथा पोसालिया के निकट चोटिला (सिरोही) में सुकड़ी नदी के तट पर स्थित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मीणा जाति के लोग कभी भी भूरिया बाबा की झूठी कसम नहीं खाते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B और C दोनों कथन पूर्णतः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417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67/75</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उपर्युक्त B और C दोनों कथन पूर्णतः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भूरिया बाबा केवल पश्चिमी राजस्थान के कालबेलिया समुदाय के कुलदेवता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इनके दो प्रमुख प्रसिद्ध मंदिर अरनोद (प्रतापगढ़) तथा पोसालिया के निकट चोटिला (सिरोही) में सुकड़ी नदी के तट पर स्थित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मीणा जाति के लोग कभी भी भूरिया बाबा की झूठी कसम नहीं खाते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गौतम ऋषि के अवतार माने जाने वाले 'भूरिया बाबा' (गौतमेश्वर महादेव) दक्षिणी राजस्थान के मीणा जनजाति के सबसे बड़े और पवित्र इष्टदेव हैं। मीणा समाज के लोग अपने जीवन में कभी भी भूरिया बाबा की झूठी कसम (गंगाजली या सौगंध) नहीं खाते। इनका एक विशाल मेला वैशाख पूर्णिमा को अरनोद (प्रतापगढ़) में भरता है जहाँ स्थित पापमोचन तीर्थ में मृतक की अस्थियाँ विसर्जित की जाती हैं। दूसरा प्रसिद्ध तीर्थ सिरोही जिले में सुकड़ी नदी की तलहटी में चोटिला/पोसालिया में स्थित है जहाँ वर्दीधारी पुलिसकर्मियों का प्रवेश पारंपरिक रूप से वर्जित माना जाता था।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417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67/75</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लोकदेवियों एवं उनके चमत्कारों / विशिष्टताओं को सुमेलित कीजिए: सूची-I (लोकदेवी): सूची-I: A. बाण माता (बायण माता) B. आवरी माता C. बड़ली माता D. छींछ माता सूची-II: 1. चित्तौड़गढ़ एवं नागदा - मेवाड़ के गुहिल/सिसोदिया राजवंश की कुलदेवी 2. निकुंभ (चित्तौड़गढ़) - लकवा और पोलियोग्रस्त रोगियों के इलाज हेतु प्रसिद्ध 3. अकोला (चित्तौड़गढ़) - बेड़च नदी तट, बच्चों की बीमारियों हेतु 'दो तिबारियों' से निकालना 4. छींछ (बांसवाड़ा) - 12वीं सदी का प्राचीन देवी मंदिर एवं ब्रह्मा मंदिर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02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68/75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बाण माता मेवाड़ राजवंश की कुलदेवी हैं जिनकी प्रतिमा बाण रूप में पूजी जाती है। आवरी माता निकुंभ गाँव में स्थित हैं जहाँ शारीरिक पक्षाघात (लकवा) के पीड़ित लोग आकर स्वास्थ्य लाभ पाते हैं। बड़ली माता अकोला में बेड़च नदी के किनारे हैं जहाँ मान्यता है कि मंदिर की दो सँकरी तिबारियों (दीवारों की खिड़की) से बीमार बच्चे को निकालने पर उसकी असाध्य बीमारियाँ दूर हो जाती हैं। छींछ माता बांसवाड़ा के छींछ गाँव में स्थित हैं जहाँ देवी मंदिर के साथ-साथ राजस्थान के प्रसिद्ध ब्रह्मा मंदिरों में से एक ब्रह्मा मंदिर भी अवस्थित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02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68/75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प्रमुख पारंपरिक त्योहारों एवं उनकी हिंदू पंचांग तिथियों के संदर्भ में निम्नलिखित कथनों पर विचार कीजिए: A. 'उब छठ' (हलषष्ठी) भाद्रपद कृष्ण षष्ठी को मनाई जाती है जिसमें महिलाएँ दिन भर खड़े रहकर व्रत करती हैं और चंद्र दर्शन के बाद भोजन करती हैं। B. 'बछ बारस' (वत्स द्वादशी) भाद्रपद कृष्ण द्वादशी को मनाई जाती है जिसमें गाय और बछड़े की पूजा होती है तथा चाकू से कटी वस्तुएं व अनाज वर्जित होते हैं। C. 'जलझूलनी एकादशी' (देवझूलनी) भाद्रपद शुक्ल एकादशी को मनाई जाती है जिसमें ठाकुर जी के बेवाण (विमान) जलाशयों में स्नान हेतु ले जाए जाते हैं। D. 'पर्युषण पर्व' जैन समुदाय द्वारा भाद्रपद मास में आत्मशुद्धि हेतु मनाया जाता है (श्वेतांबर 8 दिन व दिगंबर 10 दिन - दसलक्षण पर्व)।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69/75</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भाद्रपद माह राजस्थान में धार्मिक व्रतों और लोकोत्सवों का सबसे सघन महीना होता है। उब छठ पर कन्याएँ व महिलाएँ संध्या समय खड़े रहकर चंद्रोदय की प्रतीक्षा करती हैं। बछ बारस पर पुत्रवती महिलाएँ संतान के दीर्घायु होने हेतु गाय-बछड़े का पूजन करती हैं और बाजरे की रोटी व मोंठ खाती हैं (गेहूं और गाय का दूध वर्जित होता है)। जलझूलनी ग्यारस पर चारभुजा जी (गढ़बोर) और सभी वैष्णव मंदिरों में देवताओं की पालकियों की शोभायात्रा निकलती है। जैन धर्म का पर्युषण महापर्व 'मिच्छामि दुक्कड़म' (क्षमा याचना) के साथ संपन्न होता है। भाद्रपद शुक्ल दशमी को सुगंध दशमी मनाई जाती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69/75</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प्रसिद्ध ऐतिहासिक मेलों के संदर्भ में निम्नलिखित कथनों पर विचार कीजिए: A. हाड़ौती के बारां जिले के केलवाड़ा में ज्येष्ठ अमावस्या को लगने वाला 'सीताबाड़ी का मेला' सहरिया जनजाति का 'कुंभ' कहलाता है। B. झालरापाटन (झालावाड़) में कार्तिक पूर्णिमा को चंद्रभागा नदी के तट पर 'चंद्रभागा पशु मेला' (मालवी नस्ल के पशुओं हेतु) भरता है। C. टोंक जिले के मालपुरा में श्रावण अमावस्या को भगवान विष्णु को समर्पित 'डिग्गी कल्याणजी का मेला' आयोजित होता है। D. बीकानेर के कोलायत में कार्तिक पूर्णिमा को सांख्य दर्शन के प्रणेता महर्षि कपिल मुनि का पवित्र मेला और दीपदान उत्सव होता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70/75</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मेले लोकसंस्कृति और अर्थव्यवस्था की रीढ़ हैं। सीताबाड़ी (बारां) में महर्षि वाल्मीकि का आश्रम, सीता कुटी और लक्ष्मण कुंड स्थित हैं जहाँ सहरिया समुदाय अपनी पंचायतें करता है और अस्थि विसर्जन करता है। झालरापाटन का चंद्रभागा मेला और नागौर का बलदेव/तेजाजी मेला राजस्थान के प्रमुख राजस्व देने वाले पशु मेले हैं। डिग्गी कल्याणजी राजा डिग्व की कुष्ठ रोग मुक्ति की पौराणिक कथा से जुड़े हैं जहाँ जयपुर से लक्खी पदयात्रा जाती है। कोलायत झील में 52 घाट हैं जहाँ कार्तिक पूर्णिमा को पुष्कर की भांति भव्य दीपदान किया जाता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70/75</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पारंपरिक '16 संस्कारों' एवं सामाजिक प्रथाओं के संदर्भ में निम्नलिखित कथनों पर विचार कीजिए: A. शिशु जन्म के पहले या तीसरे वर्ष में पहली बार सिर के बाल मुंडवाने का संस्कार 'चूड़ाकर्म' या स्थानीय भाषा में 'जड़ूला' कहलाता है। B. बालक के विद्यारंभ और यज्ञोपवीत (जनेऊ) धारण करने का संस्कार 'उपनयन संस्कार' तथा गुरुकुल से शिक्षा पूर्ण कर गृहस्थ में लौटना 'समावर्तन' कहलाता है। C. व्यक्ति की मृत्यु के उपरांत सगे-संबंधियों को दिया जाने वाला मृत्यु-भोज 'मौसर' या 'नुक्ता' कहलाता है (जीवित रहते किया गया भोज 'जोसर' कहलाता है)। D. मृत्यु के समय शव यात्रा के आगे कौड़ियों व पैसों की उछाल 'बखेर' तथा शोक व्यक्त करने हेतु घर जाने की परंपरा 'सातरवाड़ा' कहलाती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830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71/75</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संस्कृति में मानव जीवन को 16 संस्कारों में बाँटा गया है जो गर्भाधान से प्रारंभ होकर अंतिम संस्कार (अंत्येष्टि) तक चलते हैं। शिशु के जन्म के बाद कुलदेवी या लोकदेवता के थान पर ले जाकर 'जड़ूला' (मुंडन) उतारा जाता है। शिक्षा प्रारंभ करने पर गुरु द्वारा गायत्री मंत्र देकर जनेऊ पहनाना उपनयन संस्कार है। मृत्यु के अवसर पर श्मशान ले जाते समय रास्ते में सिक्के उछालना 'बखेर' कहलाता है; तीसरे दिन अस्थि संचय 'तीया' तथा बारहवें दिन पिंडदान व पगड़ी दस्तूर होता है। शोक सभा में बैठना 'सातरवाड़ा' कहलाता है। सामाजिक सुधारों के तहत मौसर प्रथा पर कानूनी रोक लगाई गई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830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71/75</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जनजातियों एवं उनके पारंपरिक सामाजिक संगठनों के संदर्भ में निम्नलिखित कथनों पर विचार कीजिए: A. भीलों के बड़े गाँवों के समूह को 'पाल' और इसके मुखिया को 'पालवी' या 'गमेती' कहा जाता है। B. गरासिया जनजाति की सामाजिक विकास और पारस्परिक सहयोग की पारंपरिक संस्था को 'हेलारू' कहा जाता है। C. सांसी जनजाति दो उपजातियों ('बीजा' और 'माला') में विभाजित है तथा इसमें विवाह के समय युवती की पवित्रता परीक्षा 'कूकड़ी रस्म' कहलाती है। D. डामोर जनजाति मुख्यतः डूंगरपुर जिले की सीमलवाड़ा पंचायत समिति में निवास करती है जिसे 'डामोरिया क्षेत्र' कहते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72/75</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जनजातियों की अपनी अनूठी और स्वायत्त सामाजिक व्यवस्था है। भीलों में छोटे फले मिलकर 'पाल' बनाते हैं जिसके सर्वोच्च प्रशासनिक व न्यायिक मुखिया को 'गमेती' कहते हैं। गरासिया समुदाय में सामूहिक श्रम, कृषि और विपत्ति में सहायता हेतु 'हेलारू' नामक पारंपरिक सहकारी मंच कार्य करता है। सांसी जनजाति भरतपुर और अजमेर में पाई जाती है जिसमें बीजा (संपन्न वर्ग) और माला (सामान्य वर्ग) दो शाखाएँ हैं; विवाह पूर्व लड़की के चरित्र की शुद्धि हेतु अग्नि/कूकड़ी रस्म का कठोर रिवाज रहा है। डामोर जनजाति गुजरात सीमा पर सीमलवाड़ा में केंद्रित है जहाँ छैला बाबूजी का मेला भरता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72/75</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पारंपरिक पुरुषों एवं महिलाओं के वस्त्र परिधानों के संदर्भ में निम्नलिखित कथनों पर विचार कीजिए: A. पुरुषों द्वारा कमर के ऊपर पहना जाने वाला बिना कॉलर का पारंपरिक वस्त्र 'अंगरखी' कहलाता है जिसे तनसुख, दुतई, गदर, मिरजई और डोढी भी कहते हैं। B. चूड़ीदार पायजामे के स्थान पर शिकार और घुड़सवारी हेतु पहना जाने वाला ढीला व नीचे से तंग पाजामा 'बृजेश' (बिरचेस) कहलाता है। C. सर्दी से बचाव हेतु पुरुषों द्वारा कंधों पर ओढ़ा जाने वाला मोटा सूती/ऊनी चादरनुमा वस्त्र 'पछेवड़ा' कहलाता है। D. आदिवासी महिलाओं में केरीभांत, ताराभांत, ज्वारभांत और लहरभांत की ओढ़नियाँ अत्यधिक लोकप्रिय हैं।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3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73/75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वेशभूषा यहाँ की जलवायु और सामाजिक प्रतिष्ठा की परिचायक है। अंगरखी (बुगतरी) शरीर के ऊपरी भाग का मुख्य वस्त्र रहा है जिसके ऊपर अमीर लोग 'चोगा' या 'जामा' पहनते थे। जोधपुरी बृजेश ब्रिटिश राइडिंग ब्रीचेस और भारतीय पायजामे का सुंदर संलयन है जो आज भी औपचारिक पोशाक माना जाता है। पछेवड़ा ग्रामीण पुरुषों का सबसे उपयोगी शीतकालीन वस्त्र है। आदिवासी समाज में छपाई वाली ओढ़नियों में 'ताराभांत' (तारों जैसी बिंदी वाली ओढ़नी) विशेष रूप से पूज्य और मांगलिक मानी जाती है जिसे भील व मीणा स्त्रियाँ बड़े चाव से पहनती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3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73/75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अमर स्वतंत्रता सेनानियों 'अर्जुन लाल सेठी' एवं 'सेठ अमरचंद बांठिया' के संदर्भ में निम्नलिखित कथनों पर विचार कीजिए: A. अर्जुन लाल सेठी ने 1907 ई. में जयपुर में भारत के प्रथम राष्ट्रीय क्रांतिकारी प्रशिक्षण विद्यालय 'वर्धमान विद्यालय' की स्थापना की थी। B. सेठी जी ने चौमूँ के दीवान पद का प्रस्ताव ठुकराते हुए कहा था कि 'यदि अर्जुन लाल नौकरी करेगा तो अंग्रेजों को भारत से बाहर कौन निकालेगा?' C. अर्जुन लाल सेठी ने 'शूद्र मुक्ति', 'स्त्री मुक्ति' और 'महेंद्र कुमार' जैसी प्रेरणादायी पुस्तकें लिखीं। D. बीकानेर मूल के ग्वालियर के नगर सेठ अमरचंद बांठिया ने 1857 की क्रांति में रानी लक्ष्मीबाई और तात्या टोपे को ग्वालियर का पूरा राजकोष सौंप दिया था, जिसके कारण अंग्रेजों ने उन्हें फाँसी दी और वे '1857 की क्रांति के भामाशाह' कहलाए।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640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74/75</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सपूतों ने देश की आजादी में सर्वस्व होम कर दिया था। जयपुर में जन्मे अर्जुन लाल सेठी जैन धर्म के प्रकांड पंडित थे जिन्होंने वर्धमान विद्यालय के नाम पर क्रांतिकारियों (जैसे जोरावर सिंह, प्रताप सिंह बारहठ) को बम बनाने और क्रांति का गुप्त प्रशिक्षण दिया। वे निमेज हत्याकांड से भी जुड़े रहे और अंत समय में अजमेर दरगाह में 'करीम खाँ' बनकर बच्चों को पढ़ाते हुए देहांत को प्राप्त हुए। बीकानेर के अमरचंद बांठिया ने लक्ष्मीबाई की सेना को वेतन और रसद हेतु ग्वालियर का खजाना खोल दिया था जिससे अंग्रेजों ने उन्हें नीम के पेड़ पर फाँसी दे दी; वे 1857 की क्रांति में राजस्थान के पहले शहीद और भामाशाह बने।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640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74/75</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अमर शहीदों एवं क्रांतिकारियों के संदर्भ में निम्नलिखित कथनों पर विचार कीजिए: A. जोधपुर के अमर सेनानी बालमुकुंद बिस्सा ने 1942 के भारत छोड़ो आंदोलन के दौरान जोधपुर सेंट्रल जेल में बदइंतजामी के विरुद्ध 36 दिन की भूख हड़ताल की और 19 जून 1942 को शहीद हो गए (इन्हें 'राजस्थान का जतिन दास' कहा जाता है)। B. जैसलमेर के महान क्रांतिकारी सागरमल गोपा ने 'जैसलमेर का गुंडाराज' और 'रघुनाथ सिंह का मुकदमा' पुस्तकें लिखकर राजशाही अत्याचारों को उजागर किया, जिसके कारण 3 अप्रैल 1946 को जेल में मिट्टी का तेल डालकर उन्हें जिंदा जला दिया गया। C. ठाकुर जोरावर सिंह बारहठ ने 23 दिसंबर 1912 को दिल्ली के चांदनी चौक में वायसराय लॉर्ड हार्डिंग के जुलूस पर बम फेंका था और आजीवन भूमिगत रहते हुए 'अमरदास बैरागी' के नाम से जंगलों में रहे। D. डूंगजी और जवाहरजी (सीकर के बठोठ-पटोदा के कछवाहा राजपूत) 1857 से पूर्व नसीराबाद छावनी को लूटकर धन गरीबों में बाँटने वाले लोकदेवता के रूप में पूजे गए। उपर्युक्त में से कौन-से कथन सत्य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75/75</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धरती आजादी के परवानों के अद्वितीय बलिदान की साक्षी है। बालमुकुंद बिस्सा ने प्रजामंडल आंदोलन में चरखा संघ और मारवाड़ लोक परिषद के माध्यम से जनचेतना जगाई और जेल में भूख हड़ताल से वीरगति पाई। सागरमल गोपा की शहादत ने जैसलमेर रियासत की निरंकुशता को हिला दिया था जिसकी जांच हेतु गोपाल स्वरूप पाठक आयोग गठित हुआ था। जोरावर सिंह बारहठ ब्रिटिश पुलिस के लिए आजीवन पहेली बने रहे और कभी जीते जी पकड़े नहीं गए। डूंगजी-जवाहरजी ने 1847 में नसीराबाद छावनी को लूटकर अंग्रेजों को खुली चुनौती दी थी। अतः सभी चारों कथन A, B, C और D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75/75</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