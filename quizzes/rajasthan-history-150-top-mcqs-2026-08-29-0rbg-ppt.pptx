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पूर्व-पाषाणकालीन संस्कृति के संबंध में निम्नलिखित कथनों पर विचार कीजिए: A. सी. ए. हैकेट ने 1870 ई. में सर्वप्रथम जयपुर और इन्द्रगढ़ से पूर्व-पाषाणकालीन हस्त-कुठार (Hand-axe) खोजे थे। B. सेटनकार ने अजमेर क्षेत्र से इसी युग के उपकरणों की खोज की थी। C. बी. अल्चिन ने जालोर क्षेत्र से पूर्व-पाषाणकालीन उपकरण खोजे। D. राजस्थान में लगभग दो से डेढ़ लाख वर्ष पूर्व मानव संस्कृति विद्यमान होने के प्रमाण मिलते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और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पूर्व-पाषाणकालीन सभ्यता की पहली खोज 1870 ई. में सी. ए. हैकेट द्वारा जयपुर और इन्द्रगढ़ (बूंदी) से हस्त-कुठार प्राप्त करके की गई थी। इसके पश्चात सेटनकार ने झालावाड़ से इस युग के उपकरण खोजे थे, न कि अजमेर से, अतः कथन B गलत है। प्रसिद्ध पुरातत्वविद् बी. अल्चिन ने जालोर क्षेत्र से महत्वपूर्ण पुरापाषाणिक उपकरण प्राप्त किए। उत्खननों से प्राप्त क्वार्टजाइट पाषाण उपकरणों से प्रमाणित होता है कि राजस्थान में लगभग डेढ़ से दो लाख वर्ष पूर्व मानव संस्कृति विद्यमान थी। चंबल, बनास और उनकी सहायक नदियों के किनारे इन संस्कृतियों का मुख्य प्रसार क्षेत्र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पुरातात्विक सर्वेक्षणकर्ता डॉ. कार्लाइल ने अपनी ऐतिहासिक सर्वे रिपोर्ट में राजस्थान के किस स्थान के भव्य सती स्मारक का उल्लेख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चाकसू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भांडारेज</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राजोरगढ़</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इन्द्रगढ़</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भांडारेज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चाकसू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राजोरगढ़</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इन्द्रगढ़</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प्रसिद्ध पुरातत्ववेत्ता डॉ. ए.सी.एल. कार्लाइल ने 1871-72 ई. के दौरान दौसा जिले में स्थित भांडारेज (भण्डाराज) का पुरातात्विक सर्वेक्षण किया था। अपने सर्वेक्षण विवरण में उन्होंने भांडारेज में स्थित एक अत्यंत भव्य और कलात्मक सती स्मारक का विशेष रूप से उल्लेख किया है। भांडारेज प्राचीन काल में एक समृद्ध बौद्ध और हिंदू सांस्कृतिक केंद्र रहा था, जहाँ से गुप्तकालीन व पूर्व-मध्यकालीन अवशेष भी प्रकाश में आए हैं। कार्लाइल ने पूर्वी राजस्थान के अनेक ऐतिहासिक स्मारकों और शैलचित्रों की खोज में महत्वपूर्ण भूमिका निभाई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विश्व में उत्खनन से प्राप्त 'जुते हुए खेत' के प्राचीनतम प्रमाण किस सभ्यता स्थल से मिले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आहड़</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कालीबंगा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गणेश्वर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बैराठ</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कालीबंगा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आहड़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गणेश्वर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बैराठ</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कालीबंगा (हनुमानगढ़) के प्राक्-हड़प्पा कालीन स्तर से रक्षा प्राचीर के बाहर दक्षिण-पूर्वी भाग में विश्व का प्राचीनतम जुता हुआ खेत मिला है। यह खेत घग्घर (प्राचीन दृषद्वती/सरस्वती) नदी के बाएं किनारे पर स्थित है और तीसरी सहस्राब्दी ई.पू. के पूर्वार्द्ध का माना जाता है। इस खेत में ग्रिड पैटर्न (जालीदार पद्धति) की गर्तधारियों के निशान मिले हैं, जो एक-दूसरे को समकोण पर काटते हैं। इससे प्रमाणित होता है कि यहाँ एक साथ दो फसलें (चना और सरसों) उगाई जाती थीं, जो आज भी इस क्षेत्र में प्रचलित है। प्राचीन संस्कृत ग्रंथों में वर्णित 'बहुधान्यदायक क्षेत्र' इसी भूभाग को माना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ताम्रपाषाण एवं कांस्य युगीन स्थलों के संदर्भ में निम्नलिखित कथनों पर विचार कीजिए: A. आहड़ संस्कृति को 'बनास संस्कृति' तथा इसके प्रमुख टीले को 'धूलकोट' कहा जाता है। B. आहड़ से प्राप्त टेराकोटा वृषभ मूर्तियों को 'बनासियन बुल' नाम दिया गया है। C. पेंसिलवेनिया विश्वविद्यालय के प्रोफेसर ग्रेगरी एल. पोस्सेल का संबंध गिलूण्ड के उत्खनन से रहा है। D. आहड़ के उत्खनन में एक मकान से 4 से 6 बड़े चूल्हे मिले हैं, जो संयुक्त परिवार प्रणाली को दर्शाते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आहड़ सभ्यता (उदयपुर) बेड़च और बनास नदी घाटी में विकसित होने के कारण बनास संस्कृति कहलाती है, जिसका स्थानीय नाम धूलकोट है। यहाँ से पकी मिट्टी के वृषभ (बैल) मिले हैं जिन्हें 'बनासियन बुल' कहा गया है। प्रोफेसर ग्रेगरी एल. पोस्सेल (पेंसिलवेनिया विश्वविद्यालय) और डेक्कन कॉलेज पुणे के सहयोग से गिलूण्ड (राजसमंद) में 1999-2003 में आधुनिक वैज्ञानिक उत्खनन कराया गया था। आहड़ के उत्खनन में अक्षय कीर्ति व्यास, आर.सी. अग्रवाल और एच.डी. सांकलिया ने कार्य किया, जहाँ से सामूहिक भोजन व्यवस्था व संयुक्त परिवार के प्रतीक रूप में एक घर में 4-6 चूल्हे तथा यूनानी मुद्राएं प्राप्त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में लौह युगीन संस्कृति के प्रमुख स्थलों एवं उनकी विशेषताओं के संबंध में कौन-से कथन सही हैं? A. लौह सामग्री की प्रचुरता के कारण रैढ़ (टोंक) को 'प्राचीन राजस्थान का टाटानगर' कहा जाता है। B. जोधपुरा (कोटपूतली-बहरोड़) और सुनारी (नीमकाथाना) से लौह अयस्क गलाने की भट्टियाँ मिली हैं। C. नोह (भरतपुर) से प्राप्त लौह अवशेष भारत में लौह युग के आरंभ की सीमा रेखा निर्धारण के महत्वपूर्ण स्रोत हैं। D. सुनारी से लोहे के तीर, कुल्हाड़ी व अन्य अस्त्र-शस्त्र बनाने के कारखाने के साक्ष्य 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5/150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लौह युग के आगमन ने कृषि और युद्ध तकनीक में क्रांतिकारी बदलाव किए। रैढ़ (टोंक) से विशाल मात्रा में लौह सामग्री, सिक्के और औजार मिलने के कारण के.एन. पुरी ने इसे प्राचीन राजस्थान का 'टाटानगर' कहा। जोधपुरा और सुनारी दोनों से भारत की प्राचीनतम लौह अयस्क गलाने की धौंकनीयुक्त भट्टियाँ प्राप्त हुई हैं। नोह (भरतपुर) से प्राप्त लौह अवशेषों की रेडियोकार्बन तिथियों ने भारत में लौह तकनीक के प्रारंभिक काल को निश्चित करने में निर्णायक साक्ष्य प्रस्तुत किए। यह स्थल चित्रित धूसर मृद्भांड (PGW) परंपरा से भी गहराई से जुड़े हुए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चित्रित धूसर मृद्भांड संस्कृति (Painted Grey Ware - PGW)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संस्कृति लगभग 2500 ई.पू. में राजस्थान में प्रारंभ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में इसके प्रमुख अवशेष विराटनगर, जोधपुरा, सुनारी और नोह से प्राप्त हुए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संस्कृति केवल पाषाण युग तक सीमित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संस्कृति हड़प्पा पूर्व काल की विशुद्ध द्रविड़ संस्कृति मानी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6/150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राजस्थान में इसके प्रमुख अवशेष विराटनगर, जोधपुरा, सुनारी और नोह से प्राप्त हुए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संस्कृति लगभग 2500 ई.पू. में राजस्थान में प्रारंभ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संस्कृति केवल पाषाण युग तक सीमित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संस्कृति हड़प्पा पूर्व काल की विशुद्ध द्रविड़ संस्कृति मानी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चित्रित धूसर मृद्भांड (PGW) संस्कृति का प्रादुर्भाव लगभग 1000 ई.पू. से 600 ई.पू. के मध्य उत्तर वैदिक काल के साथ हुआ माना जाता है। राजस्थान में विराटनगर (बैराठ), जोधपुरा, सुनारी तथा नोह इस संस्कृति के प्रमुख केंद्र रहे हैं। इन पात्रों पर धूसर (ग्रे) पृष्ठभूमि पर काले रंग से ज्यामितीय रेखाएं, बिंदु व अर्धवृत्त उकेरे गए हैं। यह संस्कृति लौह तकनीक के व्यापक उपयोग और उत्तर भारत के जनपदों के उदय से प्रत्यक्ष रूप से संबंधित है। अतः विकल्प B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6/150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पुरातात्विक स्थलों और उनकी संबंधित नदियों का सही सुमेलन कीजिए: सूची-I (स्थल): सूची-I: A. कालीबंगा B. गिलूण्ड C. बागोर D. गणेश्वर सूची-II: 1. बनास 2. घग्घर (दृषद्वती) 3. कांतली 4. कोठारी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7/150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कालीबंगा हनुमानगढ़ जिले में प्राचीन सरस्वती/दृषद्वती (वर्तमान घग्घर) नदी के बाएं किनारे स्थित है। गिलूण्ड राजसमंद जिले में बनास नदी के तट पर विकसित आहड़ संस्कृति का प्रमुख केंद्र है। बागोर भीलवाड़ा जिले में कोठारी नदी के किनारे स्थित मध्यपाषाण कालीन स्थल है जहाँ से महासतियां टीले का उत्खनन हुआ। गणेश्वर नीमकाथाना (सीकर) में कांतली नदी के उद्गम पर स्थित ताम्रयुगीन संस्कृति का मूल उद्गम स्थल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7/150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गणेश्वर सभ्यता (नीमकाथाना) के संदर्भ में निम्नलिखित कथनों पर विचार कीजिए: A. गणेश्वर को 'भारत की ताम्र युगीन सभ्यताओं की जननी' तथा 'ताम्र संचयी संस्कृति' कहा जाता है। B. यहाँ से प्राप्त तांबे के उपकरणों में 99% तक शुद्ध तांबा पाया गया है। C. यहाँ नदी की बाढ़ से बचाव के लिए पत्थर के बांध बनाए जाने के प्रमाण मिले हैं। D. यहाँ से प्राप्त मृद्भांडों को कपिशवर्णी मृद्भांड (गैरिक मृद्भांड/OCP) कहा जाता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8/150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रतनचंद्र अग्रवाल एवं विजय कुमार के निर्देशन में उत्खनित गणेश्वर स्थल 2800 ई.पू. की प्राचीनतम ताम्र सभ्यता है। यहाँ के उपकरणों में 99% शुद्ध तांबा था और यहाँ से हड़प्पा व मोहनजोदड़ो को तांबे की आपूर्ति की जाती थी। यह स्थल नदी के दोनों ओर पत्थरों के पक्के बांधों के निर्माण का विश्व में अनूठा उदाहरण प्रस्तुत करता है। यहाँ से प्राप्त दोहरी पेचदार ताम्र पिनें (Spiral-headed pins) मध्य एशिया व पश्चिम एशिया से संपर्कों को दर्शाती हैं, तथा इसके विशिष्ट बर्तनों को कपिशवर्णी मृद्भांड कहा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8/150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में स्थित 'दर' (भरतपुर) पुरातात्विक स्थल का ऐतिहासिक महत्व किस कारण 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विश्व का प्राचीनतम जूता हुआ खेत मिला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मानवाकृति, व्याघ्र, हिरण और सूर्य के प्राचीन चित्रित शैलाश्रय (Rock Shelters) प्राप्त हुए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मौर्यकालीन बौद्ध स्तूप और गोल मंदिर प्राप्त हुआ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रोमन एम्फोरा और यूनानी सुराही प्राप्त हुई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9/150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से मानवाकृति, व्याघ्र, हिरण और सूर्य के प्राचीन चित्रित शैलाश्रय (Rock Shelters) प्राप्त हुए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विश्व का प्राचीनतम जूता हुआ खेत मिला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मौर्यकालीन बौद्ध स्तूप और गोल मंदिर प्राप्त हुआ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रोमन एम्फोरा और यूनानी सुराही प्राप्त हुई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भरतपुर जिले का 'दर' गाँव प्रागैतिहासिक शैलचित्रकला (Rock Art) के लिए विख्यात है। यहाँ प्राकृतिक गुफाओं और शैलाश्रयों की दीवारों पर गेरुए व अन्य प्राकृतिक रंगों से मानवाकृतियों, बाघ, हिरण तथा सूर्य आदि के सुंदर चित्र उकेरे गए हैं। यह चित्र प्रारंभिक मानव की कलात्मक अभिव्यक्ति, आखेटक जीवनशैली और उनके प्राकृतिक परिवेश की अमूल्य जानकारी प्रदान करते हैं। राजस्थान में आलनिया, दर, बैराठ और समदड़ी प्रमुख शैलचित्र स्थल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9/150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सिरोही जिले में स्थित प्राचीन पुरातात्विक स्थल 'चंद्रावती' के व्यापक उत्खनन एवं अनुसंधान से कौन-से विद्वान जुड़े रहे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जीवन खरकवाल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अमलानंद घोष</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 दशरथ शर्मा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दयाराम साहनी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10/150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 जीवन खरकवाल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अमलानंद घोष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दशरथ शर्मा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दयाराम साहनी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चंद्रावती (आबू रोड, सिरोही) परमार शासकों की प्राचीन राजधानी थी, जिसका विस्तृत और वैज्ञानिक उत्खनन राजस्थान विद्यापीठ उदयपुर के पुरातत्ववेत्ता डॉ. जीवन खरकवाल (जे.एस. खरकवाल) तथा राजस्थान पुरातत्व विभाग के संयुक्त तत्वाधान में कराया गया। यहाँ से 10वीं से 13वीं शताब्दी के भव्य मंदिर समूह, आवासीय बस्तियाँ, सुरक्षा प्राचीर और धातु शोधन के उत्कृष्ट प्रमाण मिले हैं। कर्नल टॉड ने भी 1822 में चंद्रावती के कलात्मक वैभव का अपनी पुस्तक में सजीव वर्णन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10/150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बैराठ (विराटनगर, कोटपूतली-बहरोड़) पुरातात्विक स्थल के संबंध में निम्नलिखित कथनों पर विचार कीजिए: A. यह प्राचीन मत्स्य जनपद की राजधानी थी जहाँ पांडवों ने अज्ञातवास बिताया था। B. यहाँ 'बीजक की पहाड़ी' से कैप्टन बर्ट ने 1837 ई. में मौर्य सम्राट अशोक का 'भाब्रू शिलालेख' खोजा था। C. यहाँ से भारत का प्राचीनतम गोल बौद्ध मंदिर (चैत्य) एवं मठ के अवशेष मिले हैं। D. यहाँ से आठ चांदी के पंचमार्क सिक्के और 28 इंडो-ग्रीक सिक्के (मिनांडर आदि) 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11/150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बैराठ (प्राचीन विराटनगर) बाणगंगा नदी के तट पर स्थित एक अत्यंत महत्वपूर्ण पुरातात्विक स्थल है। 1837 में कैप्टन बर्ट ने बीजक की पहाड़ी से अशोक का भाब्रू लघु शिलालेख खोजा, जिसमें अशोक बौद्ध धर्म के त्रिरत्न (बुद्ध, धम्म, संघ) में आस्था प्रकट करता है। यहाँ दयाराम साहनी (1936-37) तथा नीलरत्न बनर्जी व के.एन. दीक्षित (1962-63) द्वारा उत्खनन कराया गया। उत्खनन में भारत का प्राचीनतम ईंटों से निर्मित गोलाकार बौद्ध स्तूप-मंदिर, 36 चांदी के सिक्के (8 पंचमार्क व 28 यूनानी/मिनांडर सिक्के) और सूती कपड़े के अवशेष प्राप्त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11/150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जालौर जिले में स्थित प्राचीन 'भीनमाल' (श्रीमाल) पुरातात्विक स्थल के उत्खनन एवं ऐतिहासिक साक्ष्यों के संदर्भ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उत्खनन आर.सी. अग्रवाल द्वारा करवाया गया तथा यहाँ से रोमन एम्फोरा (सुरापात्र) व यूनानी दुहत्थी सुराही मिली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सिंधु सभ्यता का एक बंदरगाह नगर था</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सम्राट अशोक का भाब्रू अभिलेख मिला था</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10,000 वर्ष पुराने जुते हुए खेतों के निशान मिले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12/150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उत्खनन आर.सी. अग्रवाल द्वारा करवाया गया तथा यहाँ से रोमन एम्फोरा (सुरापात्र) व यूनानी दुहत्थी सुराही मिली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सिंधु सभ्यता का एक बंदरगाह नगर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सम्राट अशोक का भाब्रू अभिलेख मिला 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10,000 वर्ष पुराने जुते हुए खेतों के निशान मिले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भीनमाल का प्राचीन नाम 'श्रीमाल' था, जिसका उत्खनन 1953-54 ई. में श्री रत्नचंद्र अग्रवाल (R.C. Agrawala) ने करवाया। यहाँ से उत्खनन में शक क्षत्रपों के सिक्के, रोमन एम्फोरा (मदिरा पात्र) और यूनानी दुहत्थी सुराही प्राप्त हुई, जो सिद्ध करती है कि भीनमाल प्राचीन काल में रोम और यूनान के साथ अंतर्राष्ट्रीय व्यापार का एक समृद्ध केंद्र था। महाकवि माघ (शिशुपालवधम् के रचयिता) और महान गणितज्ञ व खगोलशास्त्री ब्रह्मगुप्त की कर्मस्थली भी भीनमाल ही रही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12/150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रंगमहल (हनुमानगढ़) पुरातात्विक स्थल के संदर्भ में निम्नलिखित कथनों पर विचार कीजिए: A. इसका उत्खनन 1952-54 ई. में डॉ. हन्ना रिड के निर्देशन में स्वीडिश अभियान दल द्वारा किया गया। B. यहाँ के निवासी विशेष रूप से चावल की खेती करते थे, जो उनका मुख्य खाद्यान्न था। C. यहाँ से कुषाण शासकों के सिक्के, गुरु-शिष्य की मिट्टी की मूर्ति तथा अजैकपाद की दुर्लभ मूर्ति मिली है। D. यहाँ से राजस्थान में कृष्णलीला के प्राचीनतम रूपांकन वाले मृद्भांड फलक प्राप्त हुए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13/150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रंगमहल प्राचीन सरस्वती/घग्घर नदी के किनारे हनुमानगढ़ में स्थित कुषाण एवं गुप्तकालीन सभ्यता का प्रसिद्ध स्थल है। 1952-54 में स्वीडन की प्रसिद्ध पुरातत्ववेत्ता डॉ. हन्ना रिड के नेतृत्व में इसका विस्तृत वैज्ञानिक उत्खनन हुआ। यहाँ से प्रचुर मात्रा में लाल रंग के विशिष्ट ठप्पांकित मृद्भांड, कुषाण सम्राट कनिष्क व वासुदेव के सिक्के, चावल की खेती के स्पष्ट प्रमाण, गांधार शैली से प्रभावित गुरु-शिष्य की प्रसिद्ध मृण्मूर्ति, बकरे के मुख व हाथी के पैर वाली 'अजैकपाद' मूर्ति तथा कृष्ण द्वारा गोवर्धन धारण व दानलीला के प्राचीनतम दृश्य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नगरी / मध्यमिका (चित्तौड़गढ़) पुरातात्विक स्थल के संदर्भ में कौन-से कथन सत्य हैं? A. यह बेड़च नदी के तट पर स्थित है तथा शिवि जनपद की राजधानी रही थी। B. पतंजलि ने अपने 'महाभाष्य' में यवनों द्वारा मध्यमिका पर आक्रमण का उल्लेख किया है। C. 1872 ई. में इसकी खोज कार्लाइल द्वारा की गई तथा बाद में डी.आर. भंडारकर ने उत्खनन कराया। D. यहाँ के उत्खनन से प्राचीन नहर (वाटर चैनल) और शिवि जनपद के सिक्के प्राप्त हुए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के निकट स्थित नगरी का प्राचीन नाम 'मध्यमिका' था, जो शिवि जनपद की राजधानी रही। महर्षि पतंजलि ने महाभाष्य में लिखा: 'अरुणद्यवनः साकेतम्, अरुणद्यवनो माध्यमिकाम्' (यवन आक्रमणकारी डिमेट्रियस/मिनांडर ने साकेत और मध्यमिका को घेरा)। महाभारत के सभापर्व में भी नकुल की दिग्विजय में मध्यमिका का उल्लेख है। 1872 में कार्लाइल ने इसे खोजा और 1919-20 में डॉ. डी.आर. भंडारकर व 1961-62 में के.वी. सौन्दरराजन ने उत्खनन किया, जहाँ से शुंग-कुषाण स्तरों से सुरक्षा दीवार, नहर के अवशेष और 'मझमिकाय शिबि जनपदस' अंकित तांबे के सिक्के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टोंक जिले में स्थित 'नगर' (कार्कोट नगर) पुरातात्विक स्थल की खुदाई में निम्नलिखित में से क्या प्राप्त हुआ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6000 मालव जनपद के सिक्के, गुप्तोत्तरकालीन महिषासुरमर्दिनी की प्रतिमा और कामदेव-रति के फलक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सम्राट अशोक का भाब्रू अभिलेख</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विश्व का प्रथम जुता हुआ खेत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यूनानी राजा मिनांडर के 100 स्वर्ण सिक्के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6000 मालव जनपद के सिक्के, गुप्तोत्तरकालीन महिषासुरमर्दिनी की प्रतिमा और कामदेव-रति के फलक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सम्राट अशोक का भाब्रू अभिलेख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विश्व का प्रथम जुता हुआ खेत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यूनानी राजा मिनांडर के 100 स्वर्ण सिक्के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टोंक जिले की उनियारा तहसील में स्थित 'नगर' को प्राचीन काल में 'कार्कोट नगर' कहा जाता था, जो मालव जनपद का एक प्रमुख राजनीतिक एवं व्यापारिक केंद्र था। यहाँ 1943-44 में पुरातत्ववेत्ता श्री कृष्णदेव तथा बाद में के.वी. सौन्दरराजन ने उत्खनन करवाया। यहाँ से भारी संख्या में (लगभग 6000) मालव जनपद के तांबे के सिक्के, शुंगकालीन श्वेत मिट्टी से बने कामदेव-रति, इंद्र-इंद्राणी के कलात्मक फलक और गुप्तोत्तरकालीन स्लेटी पत्थर की महिषासुरमर्दिनी की प्रतिमा प्राप्त हुई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मध्यपाषाण काल (Mesolithic Age) के संदर्भ में निम्नलिखित कथनों पर विचार कीजिए: A. बागोर (भीलवाड़ा) और तिलवाड़ा (बालोतरा/बाड़मेर) से लगभग 5000 ई.पू. के पशुपालन के प्राचीनतम अवशेष मिले हैं। B. बागोर में कोठारी नदी के किनारे 'महासतियां' नामक टीले का उत्खनन डॉ. वी.एन. मिश्र द्वारा कराया गया था। C. मध्यपाषाण काल में मानव ने शवों को दफनाना प्रारंभ कर दिया था और कब्रों में उपकरण व आभूषण साथ रखे जाते थे। D. बागोर से बड़ी संख्या में सूक्ष्म पाषाण उपकरण (Microliths) और तांबे के छेद वाले बाण 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16/150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बागोर (भीलवाड़ा) और तिलवाड़ा (बालोतरा) भारत में मध्यपाषाण काल एवं पशुपालन की शुरुआत के सबसे प्रामाणिक साक्ष्य प्रस्तुत करते हैं। 1967-70 के दौरान डॉ. वीरेंद्रनाथ मिश्र (V.N. Misra) एवं एल.एस. लेश्निक ने बागोर के महासतियां टीले की खुदाई की। यहाँ से 5000 ई.पू. के मवेशी, भेड़-बकरी व सुअर पालन के अवशेष, लाखों की संख्या में सूक्ष्म पाषाण औजार (माइक्रोलिथ), तांबे के तीर की नोक तथा मानव कंकालों को पूर्व-पश्चिम दिशा में दफनाने के सुव्यवस्थित साक्ष्य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16/150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ताम्रयुगीन स्थलों और उनके संबंधित जिलों का सही सुमेलन कीजिए: सूची-I (ताम्रयुगीन स्थल): सूची-I: A. कुराड़ा B. पिण्ड-पाडलिया C. कोल माहोली D. मलाह सूची-II: 1. सवाई माधोपुर 2. भरतपुर 3. डीडवाना-कुचामन 4. चित्तौड़गढ़</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B-4, C-1, D-2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17/150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A-3, B-4, C-1, D-2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कुराड़ा डीडवाना-कुचामन (परबतसर) जिले में स्थित एक समृद्ध ताम्रयुगीन स्थल है जहाँ से 1934 में धातु पात्र व औजार मिले थे। पिण्ड-पाडलिया चित्तौड़गढ़ जिले में स्थित ताम्रपाषाण कालीन स्थल है। कोल माहोली सवाई माधोपुर जिले में स्थित ताम्र संचयी स्थल है। मलाह भरतपुर जिले में घाना पक्षी विहार के समीप स्थित ताम्र युगीन स्थल है जहाँ से तांबे की तलवारें व हारपून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327 ई.पू. में सिकंदर के आक्रमण के परिणामस्वरूप पंजाब से राजस्थान में आकर बसने वाले प्रमुख जनपदों में कौन-से शामिल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मालव और शिवि</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यौद्धेय और अर्जुनायन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मालव, शिवि, अर्जुनायन एवं राजन्य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चोल और चेदि</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मालव, शिवि, अर्जुनायन एवं राजन्य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मालव और शिवि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यौद्धेय और अर्जुनायन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चोल और चेदि</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327-326 ई.पू. में जब मेसेडोनिया के शासक सिकंदर (Alexander) ने पश्चिमोत्तर भारत और पंजाब पर आक्रमण किया, तो अपनी स्वतंत्रता और अस्मिता की रक्षा के लिए पंजाब की वीर गणतंत्रात्मक जातियाँ राजस्थान की ओर प्रवासित हुईं। इनमें मालव (जयपुर-टोंक क्षेत्र), शिवि (चित्तौड़-मेवाड़ क्षेत्र), अर्जुनायन (अलवर-भरतपुर क्षेत्र) और राजन्य (भरतपुर क्षेत्र) प्रमुख थे। इन जनपदों ने राजस्थान में आकर अपनी स्वतंत्र गणतांत्रिक शासन प्रणालियों की स्थापना की, जो ईसा की चौथी शताब्दी (गुप्त काल) तक प्रभावशाली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प्राचीन राजस्थान के भौगोलिक क्षेत्रों और उनके प्राचीन नामों का सही मिलान कीजिए: सूची-I (प्राचीन नाम): सूची-I: A. यौद्धेय प्रदेश B. जांगल देश C. सपादलक्ष D. शूरसेन देश सूची-II: 1. बीकानेर एवं जोधपुर का उत्तरी भाग 2. श्रीगंगानगर एवं हनुमानगढ़ 3. भरतपुर, धौलपुर एवं करौली 4. अजमेर एवं नागौर का मध्यवर्ती भाग</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उत्तरी राजस्थान के श्रीगंगानगर व हनुमानगढ़ क्षेत्र को यौद्धेय जनपद कहा जाता था। बीकानेर और जोधपुर के मरुस्थलीय भूभाग को महाभारत काल में 'जांगल देश' कहा जाता था (जिसके कारण बीकानेर नरेश 'जांगलधर बादशाह' कहलाए)। अजमेर और नागौर के सांभर झील के आसपास का क्षेत्र सपादलक्ष (सवा लाख गाँवों का समूह) कहलाता था, जो चौहानों का मूल स्थान था। पूर्वी राजस्थान के भरतपुर, धौलपुर और करौली के क्षेत्र शूरसेन जनपद (राजधानी मथुरा) के अंतर्गत आते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19/150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बिजोलिया शिलालेख (1170 ई.) के संदर्भ में निम्नलिखित कथनों पर विचार कीजिए: A. यह शिलालेख भीलवाड़ा के बिजोलिया के पार्श्वनाथ मंदिर के पास चट्टान पर उत्कीर्ण है। B. इसके रचयिता गुणभद्र थे तथा यह सोमेश्वर चौहान के काल का है। C. इसमें सांभर झील के प्रवर्तक वासुदेव चौहान (551 ई.) का उल्लेख है और चौहानों को 'वत्सगोत्रीय विप्र' (ब्राह्मण) बताया गया है। D. इसमें राजस्थान के अनेक प्राचीन नगरों के तत्कालीन नाम (जैसे जाबालीपुर, शाकम्भरी, श्रीमाल, माण्डलगढ़) दिए गए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20/150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बिजोलिया अभिलेख (विक्रम संवत 1226 / 1170 ई.) चौहान इतिहास का सबसे प्रामाणिक स्रोत है। इसे जैन श्रावक लोलार्क ने पार्श्वनाथ मंदिर में लगवाया था, जिसके श्लोक रचयिता गुणभद्र और उत्कीर्णकर्ता कायस्थ केशव थे। इस अभिलेख में चाहमान (चौहान) वंश के आदि पुरुष वासुदेव द्वारा 551 ई. में सांभर झील के निर्माण तथा सामंतराज को वत्सगोत्रीय ब्राह्मण वंश में उत्पन्न बताया गया है। इसमें तत्कालीन नगरों के नाम-जाबालिपुर (जालौर), नड्डूल (नाडोल), विंध्यवल्ली (बिजोलिया), श्रीमाल (भीनमाल) आदि अभिलिखित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20/150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राजपूतों की उत्पत्ति से संबंधित प्रमुख विद्वानों एवं उनके सिद्धांतों का सही सुमेलन कीजिए: सूची-I (इतिहासकार/विद्वान): सूची-I: A. चन्दबरदायी (पृथ्वीराज रासो) B. डॉ. गौरीशंकर हीराचंद ओझा C. कर्नल जेम्स टॉड D. डॉ. दशरथ शर्मा एवं डॉ. डी.आर. भंडारकर सूची-II: 1. आबू पर्वत पर वशिष्ठ के अग्निकुंड से उत्पत्ति 2. प्राचीन वैदिक क्षत्रियों की संतान (सूर्यवंशी/चन्द्रवंशी) 3. विदेशी शक/सीथियन जातियों की संतान 4. ब्राह्मण वंशीय उत्पत्ति</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B-2,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B-2,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चन्दबरदायी ने 'पृथ्वीराज रासो' में महर्षि वशिष्ठ द्वारा आबू पर्वत पर किए गए यज्ञ के अग्निकुंड से चार राजपूत वंशों (प्रतिहार, परमार, चालुक्य, चौहान) की उत्पत्ति बताई। डॉ. जी.एच. ओझा और सी.वी. वैद्य ने भारतीय साहित्य व शिलालेखों के आधार पर राजपूतों को प्राचीन वैदिक आर्य क्षत्रियों का वंशज सिद्ध किया। कर्नल टॉड और विंसेंट स्मिथ ने रीति-रिवाजों (अश्व पूजा, शस्त्र पूजा, मदिरापान) की समानता के आधार पर राजपूतों को विदेशी शक, सीथियन व हूणों की संतान माना। वहीं भंडारकर और डॉ. दशरथ शर्मा ने बिजोलिया लेख के आधार पर ब्राह्मण उत्पत्ति का मत प्रस्तुत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राजस्थान तथा ब्राह्मी लिपि का प्राचीनतम शिलालेख किसे माना जाता है, जिसमें 'मध्यमिका' नगरी का उल्लेख 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बिजोलिया अभिलेख</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बड़ली (अजमेर) का शिलालेख</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घटियाला अभिलेख</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मानमोरी का शिलालेख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बड़ली (अजमेर) का शिलालेख</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बिजोलिया अभिलेख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घटियाला अभिलेख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मानमोरी का शिलालेख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अजमेर जिले के बड़ली गाँव में भिलोत माता के मंदिर से प्राप्त 'बड़ली का शिलालेख' (443 ई.पू. / वि.सं. पूर्व 386) राजस्थान का तथा भारत में पिपरहवा स्तूप के बाद ब्राह्मी लिपि का सबसे प्राचीन ज्ञात शिलालेख माना जाता है। गौरीशंकर हीराचंद ओझा ने 1912 में इसे खोजकर अजमेर संग्रहालय में सुरक्षित रखवाया था। इस खंडित लेख की दूसरी पंक्ति में 'माझमिकाय' (मध्यमिका नगरी) शब्द का स्पष्ट अंकन मिलता है, जो जैन धर्म और नगरी के प्राचीन अस्तित्व को 5वीं सदी ई.पू. में प्रमाणित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जोधपुर से प्राप्त 'घटियाला शिलालेख' (861 ई.) के संदर्भ में निम्नलिखित कथनों पर विचार कीजिए: A. यह शिलालेख प्रतिहार शासक कक्कुक के समय संस्कृत भाषा में उत्कीर्ण कराया गया था। B. इसमें प्रतिहारों के आदि पुरुष हरिश्चंद्र (रोहिल्लिद्धि) और उनकी ब्राह्मण व क्षत्रिय पत्नियों का उल्लेख है। C. इसमें 'मग' जाति के ब्राह्मणों का उल्लेख मिलता है, जो सूर्य पूजा से संबंधित थे। D. कक्कुक ने आभीरों के उपद्रव को शांत कर रोहिंसकूप (घटियाला) में व्यापारिक हाट व जयस्तंभ स्थापित करवाए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घटियाला (जोधपुर) से प्रतिहार राजा कक्कुक के समय के दो महत्वपूर्ण अभिलेख 861 ई. के मिले हैं। इनमें प्रतिहारों की मण्डोर शाखा की पूरी वंशावली हरिश्चंद्र से लेकर कक्कुक तक दी गई है। अभिलेख से ज्ञात होता है कि कक्कुक ने लुटेरे आभीरों के आतंक को समाप्त कर व्यापारियों को बसाया, बाजार (हाट) चालू किए तथा घटियाला व मण्डोर में कीर्तिस्तंभ (जयस्तंभ) स्थापित करवाए। इसमें सूर्य पूजक 'मग' (शाकद्वीपीय) ब्राह्मणों का भी स्पष्ट उल्लेख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भरतपुर जिले के 'नोह' पुरातात्विक स्थल से प्राप्त प्रमुख अवशेषों में निम्नलिखित में से कौन-सा शामिल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पाँच सांस्कृतिक युगों के अवशेष, मौर्यकालीन पॉलिशयुक्त चुनार पत्थर और विशालकाय यक्ष ('जोख बाबा') की प्रतिमा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रोमन एम्फोरा और यूनानी मुद्राएं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सोने की मुद्राएं और विशाल बौद्ध स्तूप</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सिंधु घाटी सभ्यता का विशाल अन्नागार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पाँच सांस्कृतिक युगों के अवशेष, मौर्यकालीन पॉलिशयुक्त चुनार पत्थर और विशालकाय यक्ष ('जोख बाबा') की प्रतिमा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रोमन एम्फोरा और यूनानी मुद्राएं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सोने की मुद्राएं और विशाल बौद्ध स्तूप</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सिंधु घाटी सभ्यता का विशाल अन्नागार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रूपारेल नदी के तट पर स्थित नोह (भरतपुर) का उत्खनन 1963-64 में आर.सी. अग्रवाल द्वारा कराया गया। यहाँ से पाँच सांस्कृतिक कालों (गेरिक मृद्भांड, चित्रित धूसर मृद्भांड, उत्तरी काली चमकीली मृद्भांड, शुंग-कुषाण और गुप्त काल) के सतत अवशेष मिले हैं। यहाँ से शुंगकालीन लगभग 8.5 फीट ऊँची प्रस्तर निर्मित यक्ष की विशाल प्रतिमा मिली है जिसे स्थानीय लोग 'जोख बाबा' कहते हैं। साथ ही चुनार के चिकने मौर्यकालीन पॉलिश वाले पत्थर, लौह बाणाग्र, चक्रकूप और पक्की ईंटों के आवास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24/150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बालाथल (उदयपुर) पुरातात्विक स्थल के संदर्भ में कौन-से कथन सही हैं? A. यह वल्लभनगर तहसील में बेड़च नदी घाटी में स्थित ताम्रपाषाण युगीन आहड़ संस्कृति का प्रमुख केंद्र है। B. 1993 में प्रो. वी.एन. मिश्र के निर्देशन में डेक्कन कॉलेज पुणे एवं राजस्थान विद्यापीठ द्वारा यहाँ उत्खनन किया गया। C. यहाँ से 11 कमरों वाला एक विशाल दुर्गनुमा भवन (विशाल भवन परिसर) मिला है। D. यहाँ से भारत में कुष्ठ रोग (Leprosy) का प्राचीनतम कंकाल (लगभग 2000 ई.पू.) और बुने हुए सूती वस्त्र का टुकड़ा मिला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25/150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बालाथल (उदयपुर) आहड़ संस्कृति का सर्वाधिक महत्वपूर्ण उत्खनित स्थल है। वी.एन. मिश्र के नेतृत्व में हुए उत्खनन से यहाँ ताम्रपाषाण काल के साथ-साथ लौह युगीन स्तर भी मिले हैं। यहाँ से प्राप्त 11 कमरों का विशाल परकोटा युक्त ढांचा तत्कालीन सामूहिक सुरक्षा व्यवस्था को प्रकट करता है। यहाँ से लगभग 4000 वर्ष पुराना एक पुरुष कंकाल मिला है जो भारत में कुष्ठ रोग का प्राचीनतम वैज्ञानिक प्रमाण माना जाता है। इसके अलावा तांबे के सिक्के, मिट्टी के बैल, हाथी दांत के मनके और कपड़ा बुनने की तकली व बुना हुआ सूती कपड़ा मिला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भीलवाड़ा जिले के बदनौर के निकट स्थित ताम्रपाषाण कालीन स्थल 'ओझियाना' के संदर्भ में कौन-सा तथ्य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उत्खनन बी.आर. मीणा एवं आलोक त्रिपाठी द्वारा करवाया गया जहाँ से सफेद रंग से चित्रित गाय एवं बैल की टेराकोटा मूर्तियाँ मिली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केवल लौह युग के अस्त्र-शस्त्र मिले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 सम्राट कनिष्क की सोने की मुहरें मिली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राजस्थान का एकमात्र नवपाषाण युगीन गुफा चित्रकला केंद्र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26/150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इसका उत्खनन बी.आर. मीणा एवं आलोक त्रिपाठी द्वारा करवाया गया जहाँ से सफेद रंग से चित्रित गाय एवं बैल की टेराकोटा मूर्तियाँ मिली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केवल लौह युग के अस्त्र-शस्त्र मिले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 सम्राट कनिष्क की सोने की मुहरें मिली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राजस्थान का एकमात्र नवपाषाण युगीन गुफा चित्रकला केंद्र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ओझियाना (बदनौर, ब्यावर/भीलवाड़ा) कोठारी नदी के ऊपरी जलग्रहण क्षेत्र में पहाड़ी ढलान पर स्थित आहड़ संस्कृति का अनूठा ताम्रपाषाण कालीन स्थल है। इसका उत्खनन भारतीय पुरातत्व सर्वेक्षण के श्री बी.आर. मीणा और डॉ. आलोक त्रिपाठी के निर्देशन में 2000-2001 में किया गया। यहाँ से आहड़ संस्कृति के तीन चरण मिले हैं। ओझियाना की सबसे अनूठी विशेषता सफेद रंग से रेखांकित पकी मिट्टी की गाय और 'ओझियाना बुल' (सफेद रंग से चित्रित बैल) की आकृतियाँ हैं, जो अन्यत्र दुर्लभ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26/150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नागौर जिले में स्थित डीडवाना और जायल क्षेत्र पुरातात्विक दृष्टि से किस काल के महत्वपूर्ण प्रमाणों के लिए प्रसिद्ध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पूर्व-पुरापाषाण काल के पाषाण उपकरणों एवं 16R टीले की स्तरीकृत जलवायु शृंखला के लिए</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गुप्तकालीन स्वर्ण मुद्राओं के विशाल भंडार के लिए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मध्यकालीन तोपखाने के कारखानों के लिए</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हड़प्पाकालीन विशाल स्नानागार के लिए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27/150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पूर्व-पुरापाषाण काल के पाषाण उपकरणों एवं 16R टीले की स्तरीकृत जलवायु शृंखला के लिए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गुप्तकालीन स्वर्ण मुद्राओं के विशाल भंडार के लिए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मध्यकालीन तोपखाने के कारखानों के लिए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हड़प्पाकालीन विशाल स्नानागार के लिए</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डीडवाना और जायल (नागौर) पश्चिमी राजस्थान में पूर्व-पुरापाषाण काल (Lower Palaeolithic) के प्रमुख केंद्र हैं। यहाँ भारतीय एवं विदेशी वैज्ञानिकों द्वारा किए गए अध्ययनों में '16R टीले' से लाखों वर्ष पुरानी क्रमिक जलवायु परतों और पैलियोलिथिक काल के हस्तकुठार (हैंड-एक्स), विदारणी (क्लीवर) व चॉपर-चॉपिंग उपकरण प्राप्त हुए हैं। यह स्थल सिद्ध करते हैं कि थार मरुस्थल में लाखों वर्ष पूर्व नदियाँ बहती थीं और आदिमानव यहाँ निवास करता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27/150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पुरातात्विक स्थलों और उनके संबंधित युगों के वर्गीकरण के संबंध में निम्नलिखित कथनों पर विचार कीजिए: A. जायल, डीडवाना, भानगढ़, दर और इन्द्रगढ़ पुरापाषाण काल से संबंधित हैं। B. बागोर (भीलवाड़ा), तिलवाड़ा (बालोतरा) और विराटनगर (कोटपूतली) मध्यपाषाण काल के भी साक्ष्य प्रस्तुत करते हैं। C. गणेश्वर, झाड़ोल, पिंड-पाडलिया, कुराड़ा, साबणिया और पुगल ताम्र युगीन स्थल हैं। D. नोह, जोधपुरा, सुनारी और रैढ़ प्रमुख लौह युगीन स्थल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प्रागैतिहासिक संस्कृतियों का विकास अत्यंत समृद्ध रहा है। पुरापाषाण काल में डीडवाना, जायल, दर, भानगढ़ प्रमुख थे। मध्यपाषाण काल (माइक्रोलिथिक युग) में बागोर और तिलवाड़ा पशुपालन के प्रमुख केंद्र बने। ताम्र युग में गणेश्वर (सीकर), झाड़ोल (उदयपुर), पिण्ड-पाडलिया (चित्तौड़गढ़), कुराड़ा (डीडवाना-कुचामन), साबणिया व पूंगल (बीकानेर), किराडोत व चीथवाड़ी (जयपुर) फैले हुए थे। लौह युग में नोह (भरतपुर), जोधपुरा (जयपुर), सुनारी (झुंझुनूं) और रैढ़ (टोंक) धातु उद्योग के प्रधान केंद्र बनकर उभरे।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28/150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पुरातात्विक स्थलों और उनके प्रमुख उत्खननकर्ताओं का सही सुमेलन कीजिए: सूची-I (स्थल): सूची-I: A. कालीबंगा B. आहड़ C. रैढ़ D. बैराठ सूची-II: 1. अक्षय कीर्ति व्यास एवं आर.सी. अग्रवाल 2. अमलानंद घोष एवं बी.बी. लाल 3. दयाराम साहनी एवं नीलरत्न बनर्जी 4. डॉ. केदारनाथ पुरी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कालीबंगा की खोज 1952 में अमलानंद घोष ने की तथा 1961-69 में बी.बी. लाल व बी.के. थापर ने उत्खनन कराया। आहड़ का प्रथम उत्खनन 1953 में अक्षय कीर्ति व्यास तथा 1954 में आर.सी. अग्रवाल व 1961 में एच.डी. सांकलिया ने किया। रैढ़ (टोंक) का उत्खनन 1938-40 में दयाराम साहनी और डॉ. केदारनाथ पुरी ने किया। बैराठ का उत्खनन 1936-37 में दयाराम साहनी तथा 1962-63 में नीलरत्न बनर्जी व के.एन. दीक्षित ने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29/150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महाभारत, पतंजलि के महाभाष्य तथा गार्गी संहिता-तीनों प्राचीन ग्रंथों में राजस्थान के किस ऐतिहासिक नगर का उल्लेख मिलता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मध्यमिका (नगरी)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विराटनगर (बैराठ)</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रैढ़ (टोंक)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कार्कोट नगर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30/150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मध्यमिका (नगरी)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विराटनगर (बैराठ)</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रैढ़ (टोंक)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कार्कोट नगर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चित्तौड़गढ़ के निकट स्थित 'मध्यमिका' (वर्तमान नगरी) का उल्लेख महाभारत के सभापर्व में नकुल की पश्चिमी विजय यात्रा के संदर्भ में आता है। महर्षि पतंजलि (2री सदी ई.पू.) ने अपने व्याकरण ग्रंथ महाभाष्य में यवनों द्वारा मध्यमिका के घेराव का उल्लेख किया है। इसके अतिरिक्त गार्गी संहिता के 'युग पुराण' में भी यवनों के मध्यमिका और साकेत पर आक्रमण का ऐतिहासिक वर्णन मिलता है। यह स्थल शुंग और कुषाण काल में शिवि जनपद की राजधानी के रूप में प्रसिद्ध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30/150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गुहिल वंश के संस्थापक 'गुहिल' एवं इस राजवंश की उत्पत्ति के संदर्भ में निम्नलिखित कथनों पर विचार कीजिए: A. डॉ. गौरीशंकर हीराचंद ओझा के अनुसार गुहिल ने लगभग 566 ई. में मेवाड़ में गुहिल वंश की स्थापना की थी। B. अबुल फज़ल ने 'आईन-ए-अकबरी' में गुहिल वंश को ईरान के बादशाह नौशेरवाँ आदिल से संबंधित माना है। C. कर्नल जेम्स टॉड ने गुहिलों का संबंध गुजरात के वल्लभी के शासक शिलादित्य से जोड़ा है। D. मुहणोत नैणसी और डॉ. गोपीनाथ शर्मा ने गुहिलों को मूलतः ब्राह्मण माना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31/150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के गुहिल वंश की स्थापना 566 ई. के लगभग मानी जाती है। समकालीन साक्ष्यों और इतिहासकारों में इनकी उत्पत्ति को लेकर विविध मत हैं। डॉ. जी.एच. ओझा सामोली शिलालेख (646 ई.) के आधार पर 566 ई. को गुहिल का समय मानते हैं। अबुल फज़ल ने इन्हें ईरान के नौशेरवाँ के वंश से संबंधित बताया। कर्नल टॉड ने वल्लभी के पतन के बाद रानी पुष्पावती के पुत्र गुहादित्य (गुहिल) की कथा प्रस्तुत की। वहीं आहड़, कुंभलगढ़ व अचलेश्वर शिलालेखों में उल्लिखित 'विप्र' शब्द के आधार पर नैणसी, भंडारकर और डॉ. गोपीनाथ शर्मा ने गुहिलों को आनंदपुर (बड़नगर) के नागर ब्राह्मणों की संतान स्वीकार किया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31/150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बप्पा रावल (कालभोज) के ऐतिहासिक योगदान के संदर्भ में निम्नलिखित कथनों पर विचार कीजिए: A. बप्पा रावल ने 734 ई. में चित्तौड़ के मौर्य शासक मानमोरी को पराजित कर चित्तौड़ दुर्ग पर अधिकार किया था। B. बप्पा रावल ने अपनी राजधानी नागदा को बनाया और कैलाशपुरी में एकलिंगजी (लकुलीश पाशुपत) मंदिर का निर्माण करवाया। C. हारीत ऋषि की कृपा से बप्पा रावल को मेवाड़ का राज्य प्राप्त हुआ था। D. बप्पा रावल के नेतृत्व में बने संयुक्त राजपूत मोर्चे ने अरब आक्रमणकारी जुनैद/मुहम्मद बिन कासिम की सेना को परास्त कर गजनी तक खदेड़ा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32/150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बप्पा रावल (मूल नाम कालभोज) मेवाड़ के गुहिल साम्राज्य के वास्तविक संस्थापक माने जाते हैं। 734 ई. में उन्होंने मौर्य शासक मानमोरी को हराकर चित्तौड़ जीता, किंतु अपनी राजधानी नागदा को ही बनाए रखा। उन्होंने अपने कुलदेवता भगवान एकलिंगजी (लकुलीश) का भव्य मंदिर कैलाशपुरी में बनवाया और स्वयं को उनका दीवान मानकर शासन चलाया। बप्पा रावल ने प्रतिहार नागभट्ट प्रथम और चालुक्य विक्रमादित्य के साथ मिलकर पश्चिमी सीमा से आने वाले अरब आक्रमणकारियों को सिंध से आगे नहीं बढ़ने दिया और उन्हें ईरान/गजनी की सीमाओं तक पीछे धकेल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32/150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मेवाड़ के किस गुहिल शासक ने 1227 ई. में 'भूताला के युद्ध' में दिल्ली के सुल्तान इल्तुतमिश की सेना को पराजित किया तथा चित्तौड़ को अपनी नई राजधानी बनाया?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समरसिंह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जैत्रसिंह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तेजसिंह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 हम्मीर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33/150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रावल जैत्रसिंह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रावल समरसिंह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रावल तेजसिंह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 हम्मीर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रावल जैत्रसिंह (1213-1253 ई.) मेवाड़ के एक अत्यंत प्रतापी और वीर शासक थे। 1227 ई. में दिल्ली के सुल्तान इल्तुतमिश ने नागदा पर भीषण आक्रमण किया, किंतु जैत्रसिंह ने भूताला के ऐतिहासिक युद्ध में मुस्लिम सेना को बुरी तरह परास्त कर दिया। यद्यपि लौटती हुई तुर्क सेना ने नागदा को नष्ट कर दिया, जिसके बाद जैत्रसिंह ने सुरक्षा की दृष्टि से चित्तौड़गढ़ को मेवाड़ की नई राजधानी बनाया। जयसिंह सूरि के संस्कृत नाटक 'हम्मीर-मद-मर्दन' में जैत्रसिंह द्वारा इल्तुतमिश के मान-मर्दन का विशद विवरण मिलता है। डॉ. दशरथ शर्मा ने जैत्रसिंह के काल को मध्यकालीन मेवाड़ का स्वर्णकाल कहा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33/150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रावल रतनसिंह एवं 1303 ई. के चित्तौड़ आक्रमण के संदर्भ में निम्नलिखित कथनों पर विचार कीजिए: A. अलाउद्दीन खिलजी ने 28 जनवरी 1303 को चित्तौड़ का घेरा डाला और 26 अगस्त 1303 को दुर्ग पर अधिकार कर लिया। B. रतनसिंह के वीर सेनापति गोरा और बादल मातृभूमि की रक्षा करते हुए वीरगति को प्राप्त हुए। C. रानी पद्मिनी के नेतृत्व में 1600 वीरांगनाओं ने जौहर किया, जो चित्तौड़ का प्रथम साका (1303 ई.) कहलाता है। D. अलाउद्दीन खिलजी ने चित्तौड़ का नाम बदलकर अपने पुत्र के नाम पर 'खिज्राबाद' रखा।</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34/150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रावल रतनसिंह मेवाड़ की रावल शाखा के अंतिम शासक थे। अलाउद्दीन खिलजी के चित्तौड़ आक्रमण के प्रमुख कारणों में चित्तौड़ का सामरिक व व्यापारिक महत्व (गुजरात-मालवा मार्ग), खिलजी की साम्राज्यवादी महत्वाकांक्षा तथा रानी पद्मिनी को प्राप्त करने की लालसा (मलिक मुहम्मद जायसी कृत 'पद्मावत') शामिल थे। इस ऐतिहासिक युद्ध में रावल रतनसिंह, गोरा और बादल के नेतृत्व में केसरिया हुआ और रानी पद्मिनी के नेतृत्व में चित्तौड़ का प्रथम जौहर संपन्न हुआ। विजय के बाद अलाउद्दीन ने चित्तौड़ का नाम बदलकर खिज्राबाद कर दिया और अपने बेटे खिज़र खाँ को सौंप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34/150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1326 ई. में चित्तौड़ पर पुनः अधिकार करके मेवाड़ में 'सिसोदिया वंश' की नींव रखने वाले किस शासक को 'मेवाड़ का उद्धारक' एवं 'विषमघाटी पंचानन' कहा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लाखा</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 हम्मीर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कुंभा</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राणा सांगा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35/150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राणा हम्मीर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लाखा</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कुंभा</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राणा सांगा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 हम्मीर सिसोदा ग्राम के जागीरदार (राणा लक्ष्मण सिंह के पौत्र) थे, जिसके कारण इनके वंशज 'सिसोदिया' कहलाए। उन्होंने 1326 ई. में मालदेव मूँछला के पुत्र जैसा को पराजित कर चित्तौड़ पर पुनः गुहिल सत्ता स्थापित की, इसलिए उन्हें 'मेवाड़ का उद्धारक' कहा जाता है। हम्मीर ने सिंगोली (बांसवाड़ा) के युद्ध में दिल्ली के सुल्तान मुहम्मद बिन तुगलक की सेना को परास्त कर अपनी शक्ति सिद्ध की। कुंभलगढ़ प्रशस्ति तथा कीर्तिस्तंभ प्रशस्ति में हम्मीर को 'विषमघाटी पंचानन' (विकट युद्धों में सिंह के समान) की सर्वोच्च उपाधि दी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35/150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कुंभा (1433-1468 ई.) की सैनिक एवं राजनीतिक उपलब्धियों के संबंध में निम्नलिखित कथनों पर विचार कीजिए: A. कुंभा ने 1437 ई. के सारंगपुर युद्ध में मालवा के सुल्तान महमूद खिलजी प्रथम को पराजित कर बंदी बना लिया था। B. सारंगपुर विजय के उपलक्ष्य में कुंभा ने चित्तौड़ दुर्ग में विश्वविख्यात नौमंजिला 'विजय स्तंभ' (कीर्ति स्तंभ) का निर्माण करवाया। C. 1456 ई. में मालवा के महमूद खिलजी और गुजरात के कुतुबुद्दीन के मध्य हुई 'चंपानेर की संधि' के संयुक्त आक्रमण को कुंभा ने विफल कर दिया। D. कुंभा को उनकी अद्वितीय युद्ध कुशलताओं और मुस्लिम सुल्तानों पर विजय के कारण 'हिंदू सुरत्राण' और 'अभिनव भरताचार्य' कहा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36/150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कुंभा मेवाड़ के सबसे महान व बहुमुखी प्रतिभा संपन्न शासक थे। 1437 ई. में सारंगपुर के युद्ध में मालवा के महमूद खिलजी को हराकर उन्होंने 6 महीने तक चित्तौड़ में बंदी रखा और इस ऐतिहासिक विजय की स्मृति में 1440-48 के मध्य 122 फीट ऊँचे 9 मंजिला विजय स्तंभ का निर्माण कराया। 1456 में जब मालवा और गुजरात के सुल्तानों ने चंपानेर की संधि कर मेवाड़ को बांटने की योजना बनाई, तो कुंभा ने कूटनीति व सैन्य बल से दोनों सुल्तानों को परास्त कर 'हिंदू सुरत्राण' (हिंदू सम्राट) की उपाधि चरितार्थ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36/150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कुंभा के सांस्कृतिक एवं स्थापत्य योगदान के संदर्भ में कौन-से कथन सत्य हैं? A. कविराज श्यामलदास (वीर विनोद) के अनुसार मेवाड़ के 84 दुर्गों में से 32 दुर्गों का निर्माण महाराणा कुंभा ने करवाया था। B. कुंभलगढ़ दुर्ग के प्रमुख वास्तुकार 'मंडन' थे और इसकी प्राचीर लगभग 36 किलोमीटर लंबी है। C. कुंभलगढ़ दुर्ग के भीतर सबसे ऊँचे भाग पर कुंभा का निजी निवास 'कटारगढ़' स्थित है, जिसे 'मेवाड़ की आँख' कहा जाता है। D. कुंभा के शासनकाल में धरणक शाह ने रणकपुर के प्रसिद्ध चौमुखा जैन मंदिर (1444 खंभे) का निर्माण करवाया, जिसके वास्तुकार देपाक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37/150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कुंभा को राजस्थान की स्थापत्य कला का जनक माना जाता है। वीर विनोद के अनुसार मेवाड़ के 84 किलों में से 32 का निर्माण कुंभा ने करवाया, जिनमें कुंभलगढ़, अचलगढ़, बसंतगढ़ और मचान दुर्ग प्रमुख हैं। कुंभलगढ़ का निर्माण प्रसिद्ध वास्तुकार मंडन की देखरेख में हुआ, जिसकी 36 किमी लंबी दीवार 'ग्रेट वॉल ऑफ इंडिया' कहलाती है। इसके उच्चतम भाग 'कटारगढ़' में महाराणा प्रताप का जन्म हुआ था। 1439 ई. में कुंभा के शासनकाल में पाली के रणकपुर में मथाई नदी के तट पर 1444 कलात्मक स्तंभों वाला अद्भुत जैन मंदिर निर्मित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37/150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महाराणा कुंभा द्वारा रचित ग्रंथों के संदर्भ में निम्नलिखित में से कौन-सा विकल्प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संगीतराज (5 उल्लास/रत्नकोश), संगीत मीमांसा, सूड प्रबंध और रसिकप्रिया (गीत गोविंद की टीका)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पृथ्वीराज विजय और हम्मीर महाकाव्य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ललित विग्रहराज और हरिकेलि नाटक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 विनोद और वंश भास्कर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38/150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संगीतराज (5 उल्लास/रत्नकोश), संगीत मीमांसा, सूड प्रबंध और रसिकप्रिया (गीत गोविंद की टीका)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पृथ्वीराज विजय और हम्मीर महाकाव्य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ललित विग्रहराज और हरिकेलि नाटक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 विनोद और वंश भास्कर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कुंभा स्वयं वीणा वादन में निपुण और प्रकांड संगीत शास्त्री थे, इसलिए उन्हें 'अभिनव भरताचार्य' की उपाधि प्राप्त थी। उन्होंने संगीत शास्त्र का विश्वकोश माना जाने वाला 'संगीतराज' ग्रंथ रचा, जो 5 भागों में विभक्त है-पाठ्यरत्नकोश, गीतरत्नकोश, वाद्यरत्नकोश, नृत्यरत्नकोश और रसरत्नकोश। इसके अलावा उन्होंने संगीत मीमांसा, सूड प्रबंध, कामराज रतिसार, संगीत रत्नाकर टीका और जयदेव के 'गीत गोविंद' पर 'रसिकप्रिया' नामक प्रामाणिक टीका लिखी। कान्ह व्यास द्वारा रचित 'एकलिंग माहात्म्य' का प्रथम भाग 'राजवर्णन' भी स्वयं कुंभा द्वारा लिखा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38/150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संग्राम सिंह प्रथम (राणा सांगा, 1509-1528 ई.) के युद्ध अभियानों के संबंध में निम्नलिखित कथनों पर विचार कीजिए: A. सांगा ने 1517 ई. में खातोली के युद्ध में तथा 1518 ई. में बाड़ी (धौलपुर) के युद्ध में दिल्ली के सुल्तान इब्राहिम लोदी को पराजित किया। B. 1519 ई. में गागरोन के युद्ध में सांगा ने मालवा के सुल्तान महमूद खिलजी द्वितीय को परास्त कर बंदी बनाया। C. फरवरी 1527 ई. में बयाना के युद्ध में सांगा की सेना ने बाबर की मुगल सेना को बुरी तरह परास्त किया। D. 17 मार्च 1527 ई. को खानवा के ऐतिहासिक युद्ध में बाबर ने तुलुगमा युद्ध पद्धति और तोपखाने के बल पर सांगा को पराजित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39/150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 सांगा अंतिम ऐसे हिंदू सम्राट थे जिनके नेतृत्व में सभी राजपूत राजा एक झंडे के नीचे संगठित होकर लड़े (पाती परवण परंपरा)। सांगा के शरीर पर 80 घाव थे जिसके कारण कर्नल टॉड ने उन्हें 'सैनिकों का भग्नावशेष' कहा। उन्होंने खातोली, बाड़ी, गागरोन और बयाना के युद्धों में लगातार दिल्ली, मालवा और मुगलों की सेनाओं को धूल चटाई। 17 मार्च 1527 को भरतपुर के खानवा के मैदान में बाबर ने बारूद, तोपखाने और तुलुगमा रणनीति से सांगा को घायल कर विजय प्राप्त की और 'गाजी' की उपाधि धारण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39/150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पन्नाधाय के बलिदान और महाराणा उदयसिंह के संदर्भ में निम्नलिखित कथनों पर विचार कीजिए: A. पन्नाधाय ने दासीपुत्र बनवीर से उदयसिंह के प्राण बचाने के लिए अपने पुत्र चंदन का बलिदान दिया था। B. 1540 ई. में मावली के युद्ध में मालदेव के सहयोग से बनवीर को मारकर उदयसिंह ने मेवाड़ की सत्ता प्राप्त की। C. उदयसिंह ने 1559 ई. में उदयपुर नगर की स्थापना की और उदयसागर झील का निर्माण करवाया। D. 1567-68 ई. में अकबर के चित्तौड़ आक्रमण के समय जयमल राठौड़ और फत्ता सिसोदिया ने अद्वितीय वीरता दिखाते हुए बलिदान दिया।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40/150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पन्नाधाय ने स्वामीभक्ति की अद्वितीय मिसाल पेश करते हुए 1536 में अपने अबोध पुत्र चंदन को बनवीर की तलवार के आगे सुला दिया और बालक उदयसिंह को कुंभलगढ़ पहुँचाया। 1540 में मावली के युद्ध में बनवीर का वध कर उदयसिंह मेवाड़ के शासक बने। 1559 में उन्होंने उदयपुर नगर बसाकर अपनी नई सुरक्षित राजधानी बनाई। 1567-68 में अकबर ने चित्तौड़ पर घेरा डाला तो सरदारों की सलाह पर उदयसिंह गोगुंदा की पहाड़ियों में चले गए तथा किले की रक्षा का भार जयमल और पत्ता (फत्ता) को सौंपा। जयमल, पत्ता और कल्लाजी राठौड़ (चार हाथों वाले लोकदेवता) के बलिदान के साथ चित्तौड़ का तीसरा साका संपन्न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40/150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प्रताप (1572-1597 ई.) के जीवन एवं प्रारंभिक संघर्ष के संबंध में कौन-से कथन सत्य हैं? A. प्रताप का जन्म 9 मई 1540 (ज्येष्ठ शुक्ल तृतीया, वि.सं. 1597) को कुंभलगढ़ के बादल महल की जूनी कचहरी में हुआ था। B. प्रताप की माता का नाम जयवंता बाई (पाली के अखैराज सोनगरा की पुत्री) था तथा स्थानीय लोग उन्हें 'कीका' कहते थे। C. 28 फरवरी 1572 को गोगुंदा में होली के दिन प्रताप का प्रथम राजतिलक हुआ, जबकि विधिवत राज्याभिषेक कुंभलगढ़ में हुआ। D. अकबर ने प्रताप को समझाने के लिए क्रमशः चार शिष्टमंडल भेजे: जलाल खाँ कोरची, मानसिंह, भगवानदास और राजा टोडरमल।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41/150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प्रताप राजस्थान की स्वतंत्रता और स्वाभिमान के अमर प्रतीक हैं। उनका जन्म 9 मई 1540 को कुंभलगढ़ में हुआ और बचपन में भील समुदाय में वे 'कीका' नाम से पुकारे जाते थे। 1572 में उदयसिंह की मृत्यु के बाद जगमाल को हटाकर मेवाड़ी सरदारों ने गोगुंदा में प्रताप का राज्याभिषेक किया। अकबर ने 1572 से 1573 के बीच प्रताप को बिना युद्ध के अधीन करने के लिए चार दूत भेजे-(1) जलाल खाँ (नवंबर 1572), (2) मानसिंह (जून 1573), (3) भगवानदास (अक्टूबर 1573), और (4) टोडरमल (दिसंबर 1573), किंतु प्रताप ने स्वतंत्रता की रक्षा हेतु सभी प्रस्ताव ठुकरा दिए।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41/150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हल्दीघाटी के ऐतिहासिक युद्ध (18 जून 1576 ई.) के संदर्भ में निम्नलिखित कथनों पर विचार कीजिए: A. इस युद्ध की संपूर्ण व्यूहरचना और योजना अकबर ने अजमेर के 'मैगजीन दुर्ग' (दौलतखाना/अकबर का किला) में बनाई थी। B. मुगल सेना का मुख्य सेनापति आमेर का कुंवर मानसिंह था, जिसके साथ आसफ खाँ और इतिहासकार अल-बदायूनी उपस्थित थे। C. प्रताप की सेना के हरावल (अग्रिम पंक्ति) का नेतृत्व हकीम खाँ सूर ने तथा चंदावल (पिछली पंक्ति) का नेतृत्व पूंजा भील ने किया। D. युद्ध में प्रताप के घायल होने पर झाला बीदा (झाला मान) ने छत्र और मुकुट धारण कर प्रताप को सुरक्षित युद्धभूमि से बाहर निकाला।</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42/150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हल्दीघाटी का युद्ध खमनोर और गोगुंदा के मध्य तंग घाटी में 18 जून 1576 को लड़ा गया। अकबर ने अजमेर के मैगजीन किले में मानसिंह को प्रधान सेनापति नियुक्त कर रणनीति बनाई थी। प्रताप की सेना में अफगान योद्धा हकीम खाँ सूर, रामदास तंवर (ग्वालियर), झाला मान (बीदा) और भील सरदार पूंजा ने अद्भुत पराक्रम दिखाया। जब प्रताप का प्रिय घोड़ा चेतक घायल हुआ और मुगल सेना ने उन्हें घेर लिया, तब झाला बीदा ने राजचिह्न धारण कर युद्ध की कमान संभाली और वीरगति पाई। अल-बदायूनी ने इसे 'गोगुंदा का युद्ध', अबुल फज़ल ने 'खमनोर का युद्ध' और कर्नल टॉड ने 'मेवाड़ की थर्मोपॉली' कहा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42/150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महाराणा प्रताप ने 1582 ई. में अपने पुत्र अमरसिंह के साथ मिलकर किस ऐतिहासिक युद्ध में मुगल सेनापति सुल्तान खाँ को परास्त किया, जिसे कर्नल टॉड ने 'मेवाड़ का मैराथन' कहा?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दिवेर का युद्ध</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हल्दीघाटी का युद्ध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सारंगपुर का युद्ध</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खातोली का युद्ध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43/150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दिवेर का युद्ध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हल्दीघाटी का युद्ध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सारंगपुर का युद्ध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खातोली का युद्ध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1582 ई. के विजयादशमी के दिन लड़ा गया 'दिवेर का युद्ध' महाराणा प्रताप के जीवन का निर्णायक विजय अभियान था। राजसमंद जिले में स्थित दिवेर की शाही मुगल छावनी पर प्रताप और कुंवर अमरसिंह ने भीषण आक्रमण किया। अमरसिंह ने अपने एक ही भाले के प्रहार से मुगल सेनापति सुल्तान खाँ को घोड़े सहित जमीन में गाड़ दिया। दिवेर की विजय के बाद प्रताप ने कुंभलगढ़, गोगुंदा, जावर आदि 36 मुगल थाने जीत लिए और 1585 में 'चावंड' को अपनी संकटकालीन नई राजधानी बनाया। कर्नल जेम्स टॉड ने इस गौरवशाली विजय को 'मेवाड़ का मैराथन' कहा।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43/150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महाराणा राजसिंह प्रथम (1652-1680 ई.) के शासनकाल एवं उपलब्धियों के संदर्भ में कौन-से कथन सही हैं? A. उन्होंने 'विजय कटकटु' और 'हाइड्रोलिक रूलर' की उपाधियाँ धारण की थीं। B. उन्होंने किशनगढ़ की राजकुमारी चारुमती से विवाह कर मुगल बादशाह औरंगजेब की इच्छा को चुनौती दी। C. औरंगजेब द्वारा 1679 ई. में जजिया कर लगाए जाने पर राजसिंह ने कड़ा विरोध पत्र भेजा और राठौड़-सिसोदिया गठबंधन का समर्थन किया। D. उन्होंने अकाल राहत कार्यों हेतु गोमती नदी का पानी रोककर राजसमंद झील का निर्माण कराया और नाथद्वारा में श्रीनाथजी की मूर्ति स्थापित करवाई।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44/150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राजसिंह प्रथम औरंगजेब की धर्मांध नीतियों के प्रबल विरोधी थे। 1669 में जब औरंगजेब ने चारुमती से विवाह का दबाव बनाया, तो राजसिंह ने उससे विवाह कर रक्षा की। 1679 में जजिया कर का ऐतिहासिक विरोध पत्र लिखा और मारवाड़ के अजीतसिंह व दुर्गादास राठौड़ को शरण देकर 30 वर्षीय राठौड़-सिसोदिया संघर्ष की धुरी बने। उन्होंने ब्रज से लाई गई श्रीनाथजी की प्रतिमा को सिहाड़ (नाथद्वारा) में और द्वारिकाधीश की प्रतिमा को कांकरोली में स्थापित कराया। 1662-76 के भीषण अकाल में राजसमंद झील व राजनगर का निर्माण कराया।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44/150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राजसमंद झील की नौचौकी पाल पर स्थित 'राज प्रशस्ति' के संदर्भ में निम्नलिखित कथनों पर विचार कीजिए: A. यह विश्व का सबसे बड़ा शिलालेख माना जाता है जो 25 काले संगमरमर के विशाल शिलापट्टों पर उत्कीर्ण है। B. इसकी रचना रणछोड़ भट्ट तैलंग द्वारा संस्कृत भाषा के 24 सर्गों में की गई थी। C. इसमें बप्पा रावल से लेकर महाराणा राजसिंह तक मेवाड़ के गुहिल-सिसोदिया शासकों की विस्तृत वंशावली व उपलब्धियों का वर्णन है। D. इसमें 1615 ई. की मुगल-मेवाड़ संधि तथा राजसमंद झील निर्माण के अकाल राहत कार्यों का प्रामाणिक विवरण 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45/150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राजसमंद झील की उत्तरी पाल (नौचौकी) पर 25 ताखों में जड़ी 'राज प्रशस्ति' (महाकाव्य) संसार का सबसे बड़ा शिलालेखीय महाकाव्य है। महाराणा राजसिंह के आदेश पर तेलंग ब्राह्मण रणछोड़ भट्ट ने 24 सर्गों में अमरकाव्य वंशावली के रूप में संस्कृत में इसकी रचना की। इस शिलालेख में मेवाड़ का विस्तृत राजनीतिक इतिहास, हल्दीघाटी युद्ध, अमरसिंह-जहाँगीर की 1615 की संधि, अकाल राहत के लिए लाखों लोगों को रोजगार देकर झील निर्माण, और महाराणा राजसिंह द्वारा किए गए तुलादान व धर्म कार्यों का प्रामाणिक साक्ष्य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45/150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मेवाड़ के किस महाराणा के शासनकाल में उदयपुर में 'सहेलियों की बाड़ी' तथा सीसारमा में 'वैद्यनाथ मंदिर' का निर्माण हुआ और प्रसिद्ध चित्र 'कलीला-दमना' चित्रित हुआ?</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संग्राम सिंह द्वितीय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जगत सिंह द्वितीय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अमर सिंह प्रथम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महाराणा राज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46/150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महाराणा संग्राम सिंह द्वितीय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जगत सिंह द्वितीय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अमर सिंह प्रथम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राज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महाराणा संग्राम सिंह द्वितीय (1710-1734 ई.) मेवाड़ के एक कला-प्रेमी और प्रभावशाली शासक थे। उन्होंने उदयपुर में अपनी राजपुत्रियों व रानियों के मनोरंजन हेतु प्रसिद्ध फव्वारों युक्त 'सहेलियों की बाड़ी' का निर्माण करवाया और सीसारमा गाँव में भव्य वैद्यनाथ शिव मंदिर बनवाया। उनके काल में पंचतंत्र की कहानियों पर आधारित अरबी-फारसी पात्रों 'कलीला-दमना' का प्रसिद्ध चित्रांकन मेवाड़ शैली में हुआ। प्रसिद्ध संगीत ग्रंथ 'राग सागर' और 'राग कल्पद्रुम' भी इन्हीं के समय लिखे गए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46/150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17 जुलाई 1734 ई. को भीलवाड़ा के 'हुरड़ा' नामक स्थान पर आयोजित ऐतिहासिक सम्मेलन के संदर्भ में कौन-से कथन सत्य हैं? A. इस सम्मेलन का मुख्य उद्देश्य राजस्थान के सभी राजपूत शासकों को संगठित कर मराठों के बढ़ते आक्रमणों को रोकना था। B. इस सम्मेलन की अध्यक्षता मेवाड़ के महाराणा जगत सिंह द्वितीय ने की थी। C. इस सम्मेलन के आयोजन में जयपुर के सवाई जयसिंह द्वितीय और जोधपुर के अभयसिंह की मुख्य भूमिका थी। D. सम्मेलन में वर्षा ऋतु के बाद रामपुर (मालवा) में सेना एकत्रित करने का अहदनामा (समझौता) हुआ, किंतु आपसी अविश्वास के कारण यह योजना विफल रही।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47/150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मराठा चौथ वसूली और लूटपाट को रोकने के लिए सवाई जयसिंह के सुझाव पर 17 जुलाई 1734 को हुरड़ा (भीलवाड़ा) में राजपूताना के राजाओं का महासम्मेलन हुआ। मेवाड़ महाराणा संग्राम सिंह द्वितीय की मृत्यु हो जाने के कारण उनके पुत्र महाराणा जगत सिंह द्वितीय ने इसकी अध्यक्षता की। सम्मेलन में जयपुर, जोधपुर, कोटा, बीकानेर, नागौर, बूंदी और करौली के शासकों ने भाग लिया और संयुक्त सेना द्वारा मराठों का मुकाबला करने की संधि पर हस्ताक्षर किए। किंतु राजपूत राजाओं के आपसी वैमनस्य, स्वार्थ और अविश्वास के कारण यह योजना कभी धरातल पर क्रियान्वित नहीं हो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47/150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आधुनिक इतिहास एवं प्रशासनिक सुधारों के संदर्भ में निम्नलिखित कथनों पर विचार कीजिए: A. महाराणा शंभू सिंह (1861-1872) ने मेवाड़ में सती प्रथा और दास प्रथा पर पूर्ण प्रतिबंध लगाया तथा 'शंभू पलटन' सेना बनाई। B. महाराणा सज्जन सिंह ने 1877 में 'इजलास खास' तथा 1880 में सर्वोच्च न्यायिक संस्था 'महेंद्रराज सभा' की स्थापना की। C. महाराणा सज्जन सिंह के समय कविराज श्यामलदास ने मेवाड़ का प्रामाणिक इतिहास 'वीर विनोद' लिखना प्रारंभ किया। D. राजस्थान के एकीकरण के समय मेवाड़ के शासक महाराणा भूपाल सिंह थे, जिन्हें 'महाराजप्रमुख' बनाया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48/150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19वीं सदी के उत्तरार्द्ध में मेवाड़ में महत्वपूर्ण सामाजिक और प्रशासनिक सुधार हुए। महाराणा शंभू सिंह ने गैर-कानूनी सामाजिक कुप्रथाओं का उन्मूलन किया और नई प्रशासनिक व्यवस्था की नींव रखी। महाराणा सज्जन सिंह ने शासन सुधार हेतु 1877 में 'इजलास खास' तथा 1880 में 'महेंद्रराज सभा' का गठन किया, 'सज्जन कीर्ति सुधाकर' समाचार पत्र निकाला और स्वामी दयानंद सरस्वती को आमंत्रित कर 'परोपकारिणी सभा' का अध्यक्ष पद ग्रहण किया। उन्होंने श्यामलदास को 'कविराजा' की उपाधि देकर 'वीर विनोद' लिखने का दायित्व सौंपा। एकीकरण के समय महाराणा भूपाल सिंह को आजीवन महाराजप्रमुख का पद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48/150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मेवाड़ चित्रशैली का प्रथम उपलब्ध चित्रित ग्रंथ 'श्रावक प्रतिक्रमण सूत्र चूर्णि' 1260 ई. में आहड़ में किस गुहिल शासक के समय चित्रित हुआ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तेजसिंह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समरसिंह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रावल जैत्रसिंह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महाराणा कुंभा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49/150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रावल तेजसिंह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रावल समरसिंह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रावल जैत्रसिंह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महाराणा कुंभा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रावल तेजसिंह (1253-1273 ई.) के शासनकाल में 1260 ई. (वि.सं. 1317) में कमलचंद्र नामक चित्रकार द्वारा ताड़पत्र पर 'श्रावक प्रतिक्रमण सूत्र चूर्णि' ग्रंथ चित्रित किया गया। यह आहड़ (उदयपुर) में रचा गया मेवाड़ शैली का तथा राजस्थान का प्रथम उपलब्ध तिथि-युक्त सचित्र ग्रंथ है, जो वर्तमान में बोस्टन संग्रहालय में सुरक्षित है। तेजसिंह ने 'परमभट्टारक', 'महाराजाधिराज' और 'परमेश्वर' की उपाधियां धारण की थीं तथा दिल्ली के सुल्तान बलबन के आक्रमण को विफल किया था। उनकी रानी जयतल्लदेवी ने चित्तौड़ में श्याम पार्श्वनाथ मंदिर बनवाया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49/150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मालवा एवं राजस्थान के परमार शासक राजा भोज (1010-1055 ई.) के संदर्भ में निम्नलिखित कथनों पर विचार कीजिए: A. राजा भोज स्वयं एक महान विद्वान, कवि और विद्यानुरागी शासक थे, जिन्हें 'कविराज' और 'कवि वृष' की उपाधि प्राप्त थी। B. उन्होंने अपनी राजधानी धारानगरी में 'सरस्वती कंठाभरण' नामक भव्य संस्कृत पाठशाला (भोजशाला) बनवाई और वाग्देवी की प्रतिमा स्थापित की। C. राजा भोज ने चित्तौड़गढ़ दुर्ग में 'त्रिभुवन नारायण मंदिर' (समिद्धेश्वर/मोकल जी का मंदिर) का निर्माण करवाया था। D. उन्होंने नागदा (मेवाड़) में 'भोजसर' नामक विशाल जलाशय का निर्माण करवाया, जिसका प्रमाण कुंभलगढ़ प्रशस्ति से मिलता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50/150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परमार वंश के सबसे प्रतापी शासक राजा भोज बहुमुखी प्रतिभा के धनी थे। उन्होंने समरांगण सूत्रधार, सरस्वती कंठाभरण, सिद्धांत संग्रह, युक्तिकल्पतरु आदि 84 से अधिक ग्रंथों की रचना की। उन्होंने धार में सरस्वती कंठाभरण पाठशाला बनाई जहाँ स्थापित वाग्देवी (सरस्वती) की प्रतिमा आज ज्ञानपीठ पुरस्कार का प्रतीक चिह्न है। चित्तौड़ पर अधिकार के दौरान उन्होंने त्रिभुवन नारायण मंदिर बनवाया जिसका जीर्णोद्धार बाद में महाराणा मोकल ने करवाया। कुंभलगढ़ प्रशस्ति (1460 ई.) से प्रमाणित होता है कि नागदा स्थित भोजसर तालाब का निर्माण भी परमार भोज ने ही कराया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50/150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मध्यकालीन सामंती व्यवस्था (Feudal System) के स्वरूप एवं विशेषताओं के संदर्भ में निम्नलिखित कथनों पर विचार कीजिए: A. राजस्थान की सामंती व्यवस्था रक्त संबंध और कुलीय भावना (Kinship &amp; Clan basis) पर आधारित एक पैतृक भाईचारा ढांचा थी। B. राजा और सामंत के मध्य यूरोपीय सामंतवाद के समान 'स्वामी-सेवक' का संबंध न होकर 'भाई-बंधु' (सगोत्रीय) जैसा संबंध होता था। C. राजा अपने सामंतों को 'भाईजी' या 'बापजी' कहकर संबोधित करते थे और बिना सामंतों के परामर्श के कोई महत्वपूर्ण निर्णय नहीं लेते थे। D. सामंतों को दी गई जागीर उनका पैतृक जन्मसिद्ध अधिकार मानी जाती थी, जिसे राजा मनमाने ढंग से छीनकर खालसा में नहीं मिला सकता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51/150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कर्नल टॉड ने राजस्थान की सामंती व्यवस्था की तुलना पश्चिमी यूरोप के फ्यूडलिज्म (सामंतवाद) से की थी, किंतु भारतीय इतिहासकारों ने स्पष्ट किया कि राजस्थान की व्यवस्था यूरोप से सर्वथा भिन्न थी। यूरोप में सामंत राजा का 'सेवक/दास' (Vassal) होता था, जबकि राजस्थान में सामंत राजा के ही कुल व वंश के सगोत्रीय बंधु होते थे जिन्होंने मिलकर राज्य की स्थापना में रक्त बहाया था। यहाँ भूमि सामंत का जन्मसिद्ध पैतृक अधिकार थी। राजा सामंतों के मंडल में 'समकक्षों में प्रथम' (Primus inter pares) होता था और उन्हें 'भाईजी' कहकर सम्मान देता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51/150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मारवाड़ (जोधपुर) रियासत में सामंतों के श्रेणी विभाजन के संदर्भ में कौन-से कथन सही हैं? A. मारवाड़ में सामंतों की मुख्य रूप से चार श्रेणियाँ थीं: राजवी, सरदार, गनायत और मुत्सद्दी। B. 'राजवी' राजा के तीन पीढ़ियों तक के निकटतम सगे-संबंधी होते थे। C. राजवी सामंतों को रेख (सैनिक शुल्क), हुक्मनामा (उत्तराधिकार कर) और नियमित सैनिक चाकरी से पूर्णतः मुक्त रखा जाता था। D. 'गनायत' वे राजपूत सामंत थे जो राठौड़ वंश के अलावा अन्य राजपूत वंशों (जैसे भाटी, चौहान, कच्छावा) से संबंधित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52/150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राज्य में सामंती विभाजन अत्यंत सुव्यवस्थित था। सामंतों की 4 मुख्य श्रेणियाँ थीं: (1) राजवी - शासक के 3 पीढ़ियों के निकट संबंधी (जैसे जोधा के भाई-बेटे), जिन्हें रेख व हुक्मनामा कर नहीं देना होता था। (2) सरदार - राठौड़ों के अन्य उच्च कुलीन सामंत। (3) गनायत - मारवाड़ राज्य में वैवाहिक संबंधों या अन्य कारणों से बसे अन्य राजपूत वंशों (भाटी, सांखला, कच्छावा, हाड़ा) के जागीरदार। (4) मुत्सद्दी - राज्य के उच्च प्रशासनिक पदों पर नियुक्त गैर-राजपूत अधिकारी (जैसे कायस्थ, ओसवाल, नागर ब्राह्मण) जिन्हें जागीरें दी गई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52/150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एवं आमेर (जयपुर) रियासतों में सामंतों के श्रेणी विभाजन के संदर्भ में निम्नलिखित कथनों पर विचार कीजिए: A. मेवाड़ में सामंतों को 'उमराव' कहा जाता था, जो तीन श्रेणियों (प्रथम श्रेणी में 16, द्वितीय श्रेणी में 32 और तृतीय श्रेणी में गोल के सामंत) में विभाजित थे। B. मेवाड़ के प्रथम श्रेणी के 'सोलह उमरावों' में सलूंबर के चूंडावत सरदार का सर्वोच्च स्थान था, जो महाराणा की अनुपस्थिति में राजधानी के प्रशासक होते थे। C. जयपुर राज्य में राजा पृथ्वीराज कच्छावा के समय से सामंतों को 12 स्थायी जागीरों में बाँटा गया जिसे 'बारह कोटड़ी' कहा गया। D. जयपुर राज्य में सामंत मुख्य रूप से दो प्रमुख श्रेणियों में विभाजित थे-'ताजीमी' और 'खास चौकी'।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53/150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में महाराणा अमरसिंह प्रथम के समय सामंतों का वर्गीकरण निश्चित हुआ। 'सोलह' (बड़ी जागीरें जैसे सलूंबर, बिजोलिया, देलवाड़ा, बेगूं, कोठारिया आदि) तथा 'बत्तीस' (मध्यम जागीरें) प्रसिद्ध थीं। सलूंबर के रावत को राज्य के पट्टे-परवानों पर महाराणा के साथ हस्ताक्षर करने और सेना के हरावल का नेतृत्व करने का विशेषाधिकार था। जयपुर में राजा पृथ्वीराज ने 12 कोटड़ियों की स्थापना की और बाद में जयपुर के सामंत ताजीमी (जिन्हें दरबार में राजा द्वारा खड़े होकर सम्मान दिया जाता था) और खास चौकी (सैन्य सेवा देने वाले सामंत) में वर्गीकृत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53/150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कोटा और जैसलमेर रियासतों में सामंत व्यवस्था के संदर्भ में कौन-से कथन सत्य हैं? A. बीकानेर राज्य में सामंतों की तीन श्रेणियाँ थीं (प्रथम-राव बीका के वंशज, द्वितीय-अन्य रक्त संबंधी, तृतीय-भाटी व सांखला राजपूत)। B. कोटा राज्य में सामंतों को 'राजवी सरदार' कहा जाता था जिनकी कुल संख्या तीस (30) थी और इनमें अधिकांश हाड़ा चौहान थे। C. जैसलमेर राज्य में भाटी रावल हरराज के समय से सामंतों की दो श्रेणियाँ थीं-'डावी' (बाईं ओर बैठने वाले) और 'जीवणी' (दाईं ओर बैठने वाले)। D. जैसलमेर में 'जीवणी' श्रेणी के सामंतों का पद और मर्यादा 'डावी' श्रेणी की तुलना में अधिक उच्च मानी जाती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54/150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विभिन्न राज्यों में स्थानीय परंपराओं के आधार पर सामंती पदक्रम तय थे। बीकानेर में बीकावत सरदार सर्वोच्च थे। कोटा में महाराव के निकट संबंधी 'राजवी' कहलाते थे जिनकी 30 जागीरें थीं। जैसलमेर दरबार में सामंतों के बैठने के स्थान के आधार पर दो स्पष्ट श्रेणियाँ बनीं-'जीवणी मिसल' (दाईं पंक्ति) और 'डावी मिसल' (बाईं पंक्ति)। जीवणी मिसल में रावल के निकटतम रक्त संबंधी सरदार बैठते थे जिन्हें अधिक प्रतिष्ठा प्राप्त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54/150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राजस्थान में भूमि के विभिन्न प्रकारों के संदर्भ में निम्नलिखित कथनों पर विचार कीजिए: A. 'खालसा भूमि' वह भूमि थी जो सीधे राजा के प्रत्यक्ष नियंत्रण में होती थी और जिसका भू-राजस्व सीधे शाही खजाने में जमा होता था। B. 'जागीर भूमि' वह भूमि थी जो सामंतों को उनके भरण-पोषण और सैनिक सेवा के बदले प्रदान की जाती थी। C. 'हुकूमत जागीर' उन सामंतों को दी जाती थी जो राज्य में नियमित सैनिक और प्रशासनिक कर्तव्य निभाते थे। D. 'माफी जागीर' (पुण्य/शासण/इनाम) धार्मिक, शैक्षणिक या पवित्र संस्थाओं, मंदिरों व ब्राह्मणों को दी जाने वाली कर-मुक्त भूमि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55/150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मध्यकालीन राजस्थान में राज्य की आय का मुख्य स्रोत भूमि था। भूमि मुख्य रूप से खालसा और जागीर में बंटी थी। खालसा भूमि का प्रबंधन राज्य के हाकिम और पटवारी करते थे। जागीर भूमि में चार उप-प्रकार थे: (1) सामंत जागीर (वंशानुगत), (2) हुकूमत जागीर (प्रशासनिक/सैन्य दायित्व वाली), (3) भोम जागीर (राज्य की रक्षा या बलिदान के बदले कर-मुक्त भूमि), और (4) माफी/शासण जागीर (चारण, भाट, मंदिर, मठ व ब्राह्मणों को दी गई लगान-मुक्त भूमि जिसे कभी छीना नहीं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55/150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राजस्थान में भू-राजस्व (लगान) संग्रह की प्रचलित पद्धतियों के संदर्भ में कौन-से कथन सही हैं? A. 'लाटा या बटाई प्रणाली' में फसल कटाई और अनाज की गहाई (मड़ाई) के बाद खलिहान में तौलकर राज्य का हिस्सा अलग किया जाता था। B. 'कुंता प्रणाली' में खेत में खड़ी फसल को देखकर ही उसके संभावित उत्पादन का अनुमान लगाकर लगान निर्धारित कर लिया जाता था। C. 'मुकाता प्रणाली' में भूमि पर एकमुश्त या नकद राशि के रूप में लगान का निर्धारण किया जाता था। D. 'डोरी प्रणाली' में नापी गई भूमि के क्षेत्रफल (बीघा) के आधार पर तथा 'घूघरी प्रणाली' में दिए गए बीज की मात्रा के आधार पर लगान लिया जाता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56/150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लगान वसूली के विविध और व्यावहारिक तरीके मौजूद थे। लाटा (खलिहान में तौलकर बँटवारा) सबसे सटीक पद्धति थी। कुंता (खड़ी फसल का केवल नेत्र-अनुमान) में जागीरदार के कर्मचारी अक्सर किसानों पर अधिक लगान थोप देते थे, जिससे विवाद होते थे। नकद लगान को मुकाता कहा जाता था। भूमि माप की रस्सी को 'डोरी' कहा जाता था और उस आधार पर निश्चित लगान डोरी कहलाता था। घूघरी प्रणाली में अकाल या बुवाई के समय राज्य द्वारा दिए गए बीज के अनुपात में अनाज वसूला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56/150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मध्यकालीन राजस्थान की सामंती कर व्यवस्था एवं शब्दावली के संदर्भ में कौन-से कथन सत्य हैं? A. 'रेख' जागीर की अनुमानित वार्षिक आय होती थी, जिसके आधार पर सामंत की सैनिक सेवा (चाकरी) और उत्तराधिकार शुल्क तय होता था। B. 'हुक्मनामा' (तलवार बंधाई/कैद खालसा) नए सामंत के गद्दी पर बैठने पर राजा को दिया जाने वाला अनिवार्य उत्तराधिकार शुल्क था। C. 'दस्तूर' वह अवैध रकम (दस्तूरी) थी जो भू-राजस्व कर्मचारी (पटेल, पटवारी, कानूनगो, चौधरी) किसानों से जबरन वसूलते थे। D. 'दसूंद' जागीरदार द्वारा सामान्य लगान (भोग) के अलावा कृषि उपज का 1/10वाँ अतिरिक्त भाग लेने की प्रथा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57/150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सामंती व्यवस्था में किसानों और जागीरदारों पर अनेक प्रकार के कर लागू थे। 'रेख' दो प्रकार की होती थी-पट्टा रेख (पट्टे में लिखी अनुमानित आय) और भरतू रेख (सामंत द्वारा वास्तव में राजकोष में जमा कराई जाने वाली रकम)। किसी सामंत की मृत्यु पर उसके उत्तराधिकारी से राजा 'तलवार बंधाई' शुल्क लेता था। पटेल, पटवारी आदि स्थानीय कर्मचारी किसानों से अपने खर्च के नाम पर 'दस्तूर' ऐंठते थे। उपज का दसवां हिस्सा अलग से लेने को 'दसूंद' कहा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57/150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राजस्थान के प्रशासनिक एवं पत्राचार दस्तावेजों का सही सुमेलन कीजिए: सूची-I (दस्तावेज/पद): सूची-I: A. मंसूर B. अर्जदाश्त C. खरीता D. रुक्का सूची-II: 1. राजपूत राजाओं द्वारा मुगल सम्राट या शहजादे को भेजा गया लिखित प्रार्थना पत्र 2. बादशाह की मौजूदगी में शहजादे द्वारा जारी किया गया शाही आदेश 3. एक राजा द्वारा दूसरे राजा को भेजा जाने वाला औपचारिक पत्र 4. राज्य के उच्च अधिकारियों के मध्य होने वाला आंतरिक पत्र-व्यवहार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58/150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राजपूत राज्यों के प्रशासनिक रिकॉर्ड में विविध प्रकार के पत्र सुरक्षित हैं। 'मंसूर' वह शाही फरमान था जो शहजादे द्वारा बादशाह के निर्देश पर जारी होता था (जैसे 1658 में औरंगजेब द्वारा जारी मंसूर)। 'अर्जदाश्त' राजा या दीवान द्वारा सम्राट को भेजी जाने वाली आधिकारिक अर्जी होती थी। 'खरीता' दो स्वतंत्र शासकों के बीच राजनीतिक पत्र-व्यवहार था। 'रुक्का' अधिकारियों के बीच संदेश या आदेश का पत्र होता था। इसी प्रकार 'परवाना' राजा द्वारा अपने मातहत सामंतों को भेजा जाने वाला आज्ञापत्र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58/150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1803 ई. एवं 1817-1818 ई. में ईस्ट इंडिया कंपनी के साथ राजस्थान की रियासतों की सहायक संधियों के संदर्भ में निम्नलिखित कथनों पर विचार कीजिए: A. लॉर्ड वेलेजली के समय 29 सितंबर 1803 को भरतपुर के महाराजा रणजीत सिंह ने राजस्थान में सर्वप्रथम सहायक संधि की थी। B. नवंबर 1803 में अलवर के राजा बख्तावर सिंह ने अंग्रेजों के साथ व्यापक रक्षात्मक व आक्रामक संधि की थी। C. 1817-1818 की संधियों में दिल्ली के ब्रिटिश रेजिडेंट चार्ल्स मेटकॉफ ने करौली (प्रथम-9 नवंबर 1817), कोटा, उदयपुर, जयपुर, जोधपुर आदि से संधियाँ कीं। D. डूंगरपुर, बांसवाड़ा और प्रतापगढ़ की सहायक संधियों पर ब्रिटिश प्रतिनिधि जॉन मालकम ने हस्ताक्षर किए तथा सिरोही सबसे अंत में (1823 ई.) संधि करने वाली रियासत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59/150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19वीं सदी के प्रारंभ में मराठों और पिंडारियों की लूटपाट से त्रस्त होकर राजपूत राज्यों ने अंग्रेजों से संधियाँ कीं। 1803 में लॉर्ड वेलेजली के काल में भरतपुर ने पहली और अलवर ने व्यापक संधि की। लॉर्ड हेस्टिंग्स (1817-1818) के काल में अधीनस्थ पृथक्करण की नीति (Policy of Subordinate Isolation) के तहत चार्ल्स मेटकॉफ ने उत्तर व पूर्वी राजस्थान की रियासतों के साथ संधियाँ कीं (करौली के हरबक्षपाल प्रथम शासक थे)। दक्षिण राजस्थान की वागड़ रियासतों से संधियाँ जनरल जॉन मालकम ने कीं। सिरोही के राव शिवसिंह ने 11 सितंबर 1823 को सबसे अंत में संधि की क्योंकि जोधपुर उस पर अपना दावा जता रहा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59/150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1857 की क्रांति के प्रारंभ एवं सैनिक छावनियों के संदर्भ में निम्नलिखित कथनों पर विचार कीजिए: A. 1857 के समय राजस्थान में 6 ब्रिटिश सैनिक छावनियाँ थीं: नसीराबाद, नीमच, देवली, ब्यावर, एरिनपुरा और खेरवाड़ा। B. ब्यावर (मेर रेजीमेंट) और खेरवाड़ा (मेवाड़ भील कोर) छावनियों के सैनिकों ने 1857 के विद्रोह में प्रत्यक्ष भाग नहीं लिया था। C. राजस्थान में क्रांति की शुरुआत 28 मई 1857 को नसीराबाद छावनी में 15वीं बंगाल नेटिव इन्फैंट्री के सैनिकों द्वारा की गई। D. 3 जून 1857 को नीमच छावनी में मोहम्मद अली बेग और हीरासिंह के नेतृत्व में सैनिकों ने विद्रोह का बिगुल फूंका।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60/150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में राजस्थान के ए.जी.जी. (Agent to the Governor General) जॉर्ज पैट्रिक लॉरेंस थे जिनका ग्रीष्मकालीन मुख्यालय माउंट आबू था। 19 मई को मेरठ विद्रोह की खबर मिलने पर उन्होंने सभी शासकों को अलर्ट किया। 28 मई 1857 को नसीराबाद में 15वीं व 30वीं नेटिव इन्फैंट्री के भारतीय सैनिकों ने विद्रोह कर मेजर स्पोटिसवुड और कर्नल न्यूबरी की हत्या कर दी और दिल्ली कूच कर गए। 3 जून को नीमच में विद्रोह हुआ जहाँ कैप्टन मैकडोनाल्ड की निष्ठा की शपथ को मोहम्मद अली बेग ने चुनौती दी। ब्यावर और खेरवाड़ा छावनियाँ विद्रोह से अछूती रहीं।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60/150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कोटा रियासत में 1857 के सुनियोजित जन-विद्रोह के संदर्भ में कौन-से कथन सत्य हैं? A. कोटा में विद्रोह का नेतृत्व रिसालदार मेहराब खाँ (करौली निवासी) और लाला जयदयाल (कामा, भरतपुर निवासी वकील) ने किया था। B. 15 अक्टूबर 1857 को विद्रोही सैनिकों ने रेजीडेंसी को घेरकर पॉलिटिकल एजेंट मेजर बर्टन, उनके दो पुत्रों और डॉक्टर सैडलर की हत्या कर दी। C. क्रांतिकारियों ने मेजर बर्टन का सिर पूरे कोटा शहर में घुमाया और महाराव रामसिंह द्वितीय को राजमहल में नजरबंद कर 9 सूत्रीय संधि पत्र पर हस्ताक्षर करवाए। D. मार्च 1858 में मेजर जनरल रॉबर्ट्स की सेना ने करौली के राजा मदनपाल के सहयोग से कोटा को मुक्त कराया; बाद में जयदयाल और मेहराब खाँ को फांसी दे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61/150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में 1857 का विद्रोह राजस्थान का सर्वाधिक भीषण, संगठित और व्यापक जन-विद्रोह था। यहाँ किसी सैनिक छावनी के बजाय राज्य की नारायण और भवानी पलटन तथा आम नागरिकों ने मिलकर बगावत की। लगभग 6 महीने (अक्टूबर 1857 से मार्च 1858) तक कोटा का शासन पूरी तरह क्रांतिकारियों के हाथों में रहा और उन्होंने एक लोक-प्रशासन की स्थापना की। मार्च 1858 में जनरल रॉबर्ट्स की ब्रिटिश सेना और करौली के मदनपाल की सेना ने कोटा पर तोपों से हमला कर शहर को मुक्त कराया। एजेंसी के पास नीम के पेड़ पर जयदयाल और मेहराब खाँ को सार्वजनिक रूप से फांसी दी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61/150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आऊवा (पाली) के ठाकुर कुशाल सिंह चंपावत एवं 1857 के स्वतंत्रता संघर्ष के संदर्भ में निम्नलिखित कथनों पर विचार कीजिए: A. 21 अगस्त 1857 को एरिनपुरा छावनी की जोधपुर लीजन ने 'चलो दिल्ली, मारो फिरंगी' का नारा देकर विद्रोह किया और आऊवा पहुँची। B. 8 सितंबर 1857 को 'बिथोड़ा के युद्ध' में कुशाल सिंह की विद्रोही सेना ने जोधपुर महाराजा तख्तसिंह के सेनापति ओनाड़ सिंह और कैप्टन हीथकोट को पराजित किया। C. 18 सितंबर 1857 को 'चेलावास के युद्ध' (गोरे-काले का युद्ध) में क्रांतिकारियों ने ए.जी.जी. लॉरेंस को हराया और जोधपुर के पॉलिटिकल एजेंट मोंक मेसन का सिर काटकर आऊवा दुर्ग के द्वार पर टांग दिया। D. आऊवा के ठाकुरों की कुलदेवी 'सुगाली माता' (10 सिर और 54 भुजाओं वाली प्रतिमा) क्रांतिकारियों की आराध्य देवी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62/150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एरिनपुरा के सैनिकों (मोती खाँ, शीतल प्रसाद, तिलकराम) ने शिवनाथ सिंह के नेतृत्व में विद्रोह कर आऊवा के ठाकुर कुशाल सिंह का नेतृत्व स्वीकार किया। कुशाल सिंह ने बिथोड़ा (8 सितंबर) और चेलावास (18 सितंबर) के युद्धों में अंग्रेजी सेना और जोधपुर रियासत की संयुक्त फौजों को करारी शिकस्त दी। मोंक मेसन का सिर काटकर आऊवा के मुख्य द्वार पर लटकाया गया। जनवरी 1858 में कर्नल होम्स ने आऊवा पर तोपों से हमला कर कब्जा किया और सुगाली माता की 10 सिर 54 हाथों वाली काले संगमरमर की मूर्ति अजमेर ले गया। 1860 में कुशाल सिंह ने आत्मसमर्पण किया और मेजर टेलर कमीशन ने उन्हें निर्दोष मानकर रिहा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62/150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1857 की क्रांति के दौरान राजस्थान के प्रमुख शासकों की भूमिका के संदर्भ में कौन-से कथन सत्य हैं? A. करौली के महाराजा मदनपाल ने अंग्रेजों और कोटा महाराव को बचाने हेतु अपनी सेना भेजकर सक्रिय सहायता की, जिसके बदले अंग्रेजों ने उनकी तोपों की सलामी 13 से बढ़ाकर 17 कर दी। B. बीकानेर के महाराजा सरदार सिंह राजस्थान के एकमात्र ऐसे शासक थे जो अपनी सेना लेकर राज्य से बाहर (पंजाब/हरियाणा के बाडलू तक) अंग्रेजों की मदद हेतु गए। C. जयपुर के महाराजा रामसिंह द्वितीय ने अंग्रेजों का पूर्ण साथ दिया, जिसके कारण उन्हें 'सितार-ए-हिंद' की उपाधि और कोटपूतली परगना दिया गया। D. धौलपुर के महाराजा भगवंत सिंह अंग्रेजों के समर्थक थे, किंतु ग्वालियर व इंदौर के क्रांतिकारियों ने धौलपुर पर दो माह तक कब्जा बनाए रखा जिसे पटियाला की सेना ने मुक्त कराया।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63/150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क्रांति में राजस्थान के अधिकांश राजाओं ने अंग्रेजों की 'सुरक्षा दीवार' की तरह काम किया। लॉर्ड कैनिंग ने कहा था कि "यदि राजाओं ने तूफान में बांध के रूप में कार्य न किया होता, तो हमारा साम्राज्य बह गया होता।" मदनपाल (करौली) को अंग्रेजों ने G.C.S.I. का खिताब और 17 तोपों की सलामी दी। सरदार सिंह (बीकानेर) ने हांसी, सिरसा, बाडलू तक जाकर विद्रोहियों को कुचला जिसके लिए अंग्रेजों ने उन्हें टीबी परगने के 41 गाँव भेंट किए। जयपुर के रामसिंह द्वितीय को कोटपूतली जागीर दी गई। धौलपुर में विद्रोह इतना उग्र था कि वहां देवहंस परिहार और बाहर के क्रांतिकारियों ने शासन हाथ में ले लिया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63/150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स्वतंत्रता संग्राम के दौरान आऊवा के ठाकुर कुशालसिंह और नाना साहेब पेशवा के परिवार को मेवाड़ के किन दो देशभक्त सामंतों ने अंग्रेजों के दबाव की परवाह न करते हुए अपने यहाँ सुरक्षित शरण दी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सलूंबर के रावत केसरीसिंह और कोठारिया के रावत ज्योतसिंह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बिजोलिया के राव कृष्णसिंह और बेगूं के अनूपसिंह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आमेर के मानसिंह और जोधपुर के मानसिंह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शाहपुरा के राजा उम्मेदसिंह और बनेड़ा के राजा</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64/150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सलूंबर के रावत केसरीसिंह और कोठारिया के रावत ज्योतसिंह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बिजोलिया के राव कृष्णसिंह और बेगूं के अनूपसिंह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आमेर के मानसिंह और जोधपुर के मानसिंह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शाहपुरा के राजा उम्मेदसिंह और बनेड़ा के राजा</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रियासत के दो प्रमुख सामंतों-सलूंबर के रावत केसरीसिंह चूंडावत और कोठारिया के रावत ज्योतसिंह ने 1857 के संग्राम में अप्रतिम त्याग और देशभक्ति का परिचय दिया। जब अंग्रेजों ने आऊवा पर अधिकार कर लिया और ठाकुर कुशालसिंह दर-दर भटक रहे थे, तब कोठारिया के रावत ज्योतसिंह ने उन्हें गले लगाया और सुरक्षित आश्रय प्रदान किया। उन्होंने पेशवा नाना साहेब और उनके परिजनों को भी कोठारिया में गुप्त रूप से शरण दी। सलूंबर के रावत केसरीसिंह ने तात्या टोपे को रसद व सैनिक सहायता भेजी और अंग्रेजों के फरमानों की खुली अवहेलना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64/150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बीकानेर निवासी किस देशभक्त सेनानी को झाँसी की रानी लक्ष्मीबाई और तात्या टोपे को ग्वालियर का शाही खजाना सौंपकर वित्तीय सहायता देने के कारण '1857 की क्रांति का भामाशाह' और 'राजस्थान का प्रथम शहीद' कहा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अमरचंद बांठिया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दामोदरदास राठी</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जमनालाल बजाज</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सेठ घिसाराम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65/150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अमरचंद बांठिया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दामोदरदास राठी</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जमनालाल बजाज</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सेठ घिसाराम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अमरचंद बांठिया मूलतः बीकानेर के निवासी थे और ग्वालियर में सिंधिया राजघराने के प्रधान कोषाध्यक्ष (नगर सेठ) थे। 1857 के संघर्ष के दौरान जब रानी लक्ष्मीबाई और तात्या टोपे ग्वालियर पहुँचे और सेना के लिए धन की भारी कमी थी, तब अमरचंद बांठिया ने मातृभूमि के लिए सिंधिया का संपूर्ण राजकोष क्रांतिकारियों के हवाले कर दिया। अंग्रेजों ने ग्वालियर पर अधिकार करने के बाद बांठिया को देशद्रोह के आरोप में गिरफ्तार कर 22 जून 1858 को ग्वालियर के सर्राफा बाजार में नीम के पेड़ पर लटकाकर फांसी दे दी। वे 1857 की क्रांति में शहीद होने वाले राजस्थान के प्रथम व्यक्ति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65/150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लोक-नायक क्रांतिकारी 'डूंगजी और जवाहरजी' (काका-भतीजा) के संदर्भ में निम्नलिखित कथनों पर विचार कीजिए: A. उनका संबंध सीकर जिले के पाटोदा-बाठोठ (खाटू-पाटोदा) क्षेत्र के कच्छावा/राठौड़ राजपूत परिवार से था। B. डूंगजी प्रारंभ में ब्रिटिश सेना (जोधपुर लीजन/शेखावाटी ब्रिगेड) में रिसालदार के पद पर कार्यरत थे, किंतु देशप्रेम के कारण नौकरी त्याग दी। C. उन्होंने 1847 ई. में नसीराबाद छावनी को लूटकर 27,000 रुपये प्राप्त किए और यह धन गरीबों व धार्मिक स्थलों में बांट दिया। D. इनके प्रमुख सहयोगियों में लोटिया जाट (लोठू जी निठारवाल) और करणा मीणा शामिल थे जिन्होंने डूंगजी को आगरा के किले से छुड़ाया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66/150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डूंगजी (बलजी) और जवाहरजी (भूरजी) 1857 से पूर्व शेखावाटी में जनक्रांति के अग्रदूत लोकदेवता बने। उन्होंने अंग्रेजों और उनके समर्थक सामंतों की तिजोरियों को लूटा और निर्धनों में बांट दिया। जब डूंगजी को धोखे से पकड़कर आगरा के किले में कैद किया गया, तब लोठू जी निठारवाल, करणा मीणा, सांखला नाई आदि ने साधु वेश बनाकर आगरा दुर्ग पर धावा बोला और डूंगजी को छुड़ा लिया। 1847 में उन्होंने नसीराबाद छावनी पर छापा मारकर अंग्रेजों के होश उड़ा दिए। बाद में जवाहरजी को बीकानेर दरबार ने और डूंगजी को जोधपुर नरेश मानसिंह ने अपने संरक्षण में रखा जहाँ जोधपुर दुर्ग में डूंगजी का देहांत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66/150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क्रांति के दौरान पुरुष वेश धारण कर अंग्रेजों से लोहा लेने वाली और अपनी वीरता से लाडनूं (डीडवाना-कुचामन) से ब्रिटिश सेना को भगाने वाली राजस्थान की अद्वितीय महिला क्रांतिकारी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सुजा कँवर राजपुरोहित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किशोरी देवी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रमा देवी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कालीबाई</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67/150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सुजा कँवर राजपुरोहित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किशोरी देवी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रमा देवी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कालीबाई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सुजा कँवर राजपुरोहित 1857 के प्रथम स्वतंत्रता संग्राम की एक अत्यंत साहसी और शौर्यवान वीरांगना थीं। उन्होंने पुरुषों की भांति युद्ध वेशभूषा धारण की, हाथों में तलवार थामी और स्थानीय देशभक्तों को संगठित कर लाडनूं क्षेत्र में अंग्रेजी सेना और उनके सहयोगियों पर भीषण आक्रमण किया। उनकी अदम्य वीरता और युद्ध कौशल के आगे ब्रिटिश टुकड़ी को लाडनूं छोड़कर भागना पड़ा। इस अप्रतिम शौर्य ने पूरे राजस्थान में महिलाओं और नवयुवकों के भीतर क्रांति की नई ज्वाला प्रज्वलित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67/150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तात्या टोपे के राजस्थान अभियानों (1858-1859 ई.) के संदर्भ में निम्नलिखित कथनों पर विचार कीजिए: A. तात्या टोपे ने राजस्थान में सर्वप्रथम 8 अगस्त 1858 को भीलवाड़ा में प्रवेश किया जहाँ कुवाड़ा के युद्ध में जनरल रॉबर्ट्स से संघर्ष हुआ। B. तात्या टोपे ने 11 दिसंबर 1857/58 को बांसवाड़ा पर आक्रमण कर महारावल लक्ष्मण सिंह को पराजित किया और बांसवाड़ा पर अधिकार कर लिया। C. तात्या ने झालावाड़ के शासक पृथ्वीसिंह को परास्त कर उसके तोपखाने और गद्दी पर अधिकार कर लिया था। D. नरवर के जागीरदार मानसिंह नरूका के विश्वासघात के कारण अप्रैल 1859 में तात्या पकड़े गए और 18 अप्रैल 1859 को शिवपुरी (म.प्र.) में उन्हें फांसी दे दी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68/150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महान क्रांतिकारी तात्या टोपे ने राजस्थान में क्रांति की ज्वाला को पुनर्जीवित करने के लिए दो बार प्रवेश किया। वे केवल जैसलमेर को छोड़कर राजस्थान की लगभग सभी रियासतों (जयपुर, टोंक, बूंदी, झालावाड़, बांसवाड़ा, उदयपुर, सलूंबर, सीकर) में घूमे। टोंक के नवाब की विद्रोही सेना (नासिर मुहम्मद) और झालावाड़ की सेना तात्या से जा मिली। 11 दिसंबर को उन्होंने बांसवाड़ा पर पूरी तरह कब्जा कर लिया और महारावल को भागना पड़ा। अंततः नरवर के जागीरदार मानसिंह नरूका की गद्दारी से सोते हुए पकड़े गए और 18 अप्रैल 1859 को शिवपुरी में उन्हें फांसी दी गई, जिस पर मेजर शॉवर्स ने टिप्पणी की थी कि "इतिहास में इस निष्ठावान सैनिक को फांसी देना एक अपराध माना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68/150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1857 की क्रांति के समय राष्ट्रीय चेतना और शौर्य का संचार करने वाले राजस्थान के साहित्यकारों एवं उनकी रचनाओं के संबंध में कौन-से कथन सत्य हैं? A. बूंदी के राजकवि सूर्यमल्ल मीसण (मिश्रण) ने 'वीर सतसई' (700 दोहे) लिखकर राजपूत शासकों और सामंतों को मातृभूमि की रक्षा हेतु ललकारा। B. जोधपुर के कविराज बांकीदास ने 'आयो अंग्रेज मुलक रै ऊपर' कविता लिखकर अंग्रेजों की दासता का विरोध करने की प्रेरणा दी। C. कवि गिरवरदान ने आऊवा के ठाकुर कुशाल सिंह और चेलावास के युद्ध पर ओजस्वी छंदों की रचना की। D. डूंगरपुर के दलपतराम और राघवदास ने भी अंग्रेजों के विरुद्ध लोकगीतों और कविताओं से जनजागृति फैलाई।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69/150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1857 की क्रांति में कलम के सिपाहियों ने तलवार से भी अधिक शक्तिशाली भूमिका निभाई। सूर्यमल्ल मीसण ने वीर सतसई में अमर पंक्तियाँ लिखीं-"इला न देणी आपणी, हालरिया हुलराय। पूत सिखावै पालणै, मरण बड़ाई माय॥" उन्होंने राजपूत शासकों को अंग्रेजों की गुलामी छोड़ने हेतु पत्र लिखे। जोधपुर नरेश मानसिंह के दरबारी कवि बांकीदास आसिया ने अंग्रेजी शासन की शोषणकारी नीतियों की धज्जियाँ उड़ाईं। गिरवरदान ने आऊवा के युद्धों में अंग्रेजों के सिर काटे जाने का जीवंत चित्रण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69/150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 गोविंद गिरि एवं 'भगत आंदोलन' के संदर्भ में निम्नलिखित कथनों पर विचार कीजिए: A. गोविंद गिरि का जन्म 1858 ई. में डूंगरपुर जिले के बाँसीया (बेड़सा) गाँव में एक बंजारा परिवार में हुआ था। B. वे कोटा-बूंदी अखाड़े के साधु राजगिरि के शिष्य बने तथा 1881 में उदयपुर में स्वामी दयानंद सरस्वती से मिलकर समाज सुधार की प्रेरणा ली। C. गोविंद गिरि ने 1883 ई. में 'सम्प सभा' (सम्प = आपसी एकता व बंधुत्व) की स्थापना की, जिसके 10 कड़े सामाजिक-नैतिक नियम थे। D. उन्होंने बेड़सा गाँव में धूनी व निशान स्थापित कर भीलों में मद्यपान, मांस, चोरी त्यागने, शिक्षा अपनाने और स्वदेशी पर जोर देने का 'भगत पंथ' चलाया।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70/150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 गोविंद गिरि दक्षिणी राजस्थान, गुजरात और मालवा के आदिवासी अंचल में आध्यात्मिक, सामाजिक और राजनीतिक नवजागरण के प्रवर्तक थे। 1881 में उदयपुर में स्वामी दयानंद सरस्वती के संपर्क में आकर उन्होंने भीलों को कुरीतियों से मुक्त कराने का बीड़ा उठाया। 1883 में स्थापित सम्प सभा ने आदिवासियों में एकता स्थापित की और सामंती बेगार व शराब के ठेकों का बहिष्कार कराया। उनके प्रमुख शिष्य पूंजा धीरजी थे। गोविंद गिरि के बढ़ते प्रभाव से डूंगरपुर, बांसवाड़ा, ईडर और सूँथ राज्यों के राजा व अंग्रेज अधिकारी भयभीत हो गए क्योंकि भीलों ने सामंती कर देना बंद कर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70/150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मानगढ़ पहाड़ी हत्याकांड (17 नवंबर 1913 ई.) के संदर्भ में कौन-से कथन सत्य हैं? A. 17 नवंबर 1913 (मार्गशीर्ष पूर्णिमा) को आश्विन/कार्तिक मास में मानगढ़ पहाड़ी (बांसवाड़ा-गुजरात सीमा) पर हजारों भील सम्प सभा के वार्षिक अधिवेशन हेतु एकत्रित हुए थे। B. अंग्रेजी सेना (मेवाड़ भील कोर, 104th वेलेजली राइफल्स, 7th राजपूत रेजीमेंट) ने मानगढ़ पहाड़ी को चारों तरफ से घेरकर निहत्थी भीड़ पर अंधाधुंध गोलियां चलाईं। C. इस भीषण नरसंहार में 1500 से अधिक निर्दोष भील स्त्री-पुरुष शहीद हो गए, जिसके कारण इसे 'राजस्थान का जलियांवाला बाग हत्याकांड' कहा जाता है। D. गोविंद गिरि को बंदी बनाकर मृत्युदंड की सजा दी गई, जिसे बाद में घटाकर 10 वर्ष किया गया और अंततः कंबोई (पंचमहल, गुजरात) में नजरबंद रखा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71/150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मानगढ़ पहाड़ी का नरसंहार भारत के स्वतंत्रता संग्राम के इतिहास का सबसे बड़ा आदिवासी बलिदान है, जो 1919 के जलियांवाला बाग से भी 6 वर्ष पूर्व हुआ था। रियासती शासकों और ब्रिटिश सरकार ने इसे भील राज स्थापित करने का षड्यंत्र मानकर मेजर हैमिल्टन के आदेश पर तोपों और बंदूकों से गोलियां बरसाईं। पूंजा धीरजी और गोविंद गिरि को गिरफ्तार किया गया। गोविंद गिरि को अहमदाबाद और बाद में हैदराबाद जेल में रखा गया। 1923 में रिहाई के बाद उन्हें मेवाड़ और डूंगरपुर में प्रवेश से प्रतिबंधित कर दिया गया और 30 अक्टूबर 1931 को कंबोई (गुजरात) में उनका देहावसान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71/150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मोतीलाल तेजावत एवं 'एकी आंदोलन' (भोमट भील आंदोलन, 1921 ई.) के संदर्भ में निम्नलिखित कथनों पर विचार कीजिए: A. मोतीलाल तेजावत का जन्म 1887 ई. में उदयपुर के कोलियारी गाँव में एक ओसवाल जैन परिवार में हुआ था और वे झाड़ोल ठिकाने के कामदार रहे थे। B. तेजावत ने जुलाई 1921 में चित्तौड़गढ़ की राशमी तहसील के 'मातृकुंडिया' (राजस्थान का हरिद्वार) नामक स्थान से करबंदी और असहयोग के साथ 'एकी आंदोलन' प्रारंभ किया। C. तेजावत ने मेवाड़ महाराणा के समक्ष आदिवासियों की 21 सूत्रीय मांगों का एक ऐतिहासिक मांग-पत्र प्रस्तुत किया, जिसे 'मेवाड़ की पुकार' कहा गया। D. महाराणा ने 21 में से 18 मांगें तत्काल स्वीकार कर लीं, किंतु वन संपदा, बेगार और जंगली सुअर मारने से संबंधित 3 मांगें अस्वीकार कर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72/150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मोतीलाल तेजावत को आदिवासी 'बावजी' (पिता तुल्य) और 'आदिवासियों का मसीहा' कहते थे। उन्होंने बिजोलिया आंदोलन और गांधीजी के असहयोग आंदोलन से प्रेरित होकर भीलों में 'एकी' (एकता) स्थापित करने का संकल्प लिया। 'ना हाकिम, ना हुक्म' का नारा देकर उन्होंने कर देने से इनकार कर दिया। 'मेवाड़ की पुकार' में किसानों पर लगे 84 प्रकार के करों, जंगलों से सूखी लकड़ी व महुआ एकत्र करने पर रोक, और बेगार प्रथा के विरुद्ध बिंदु शामिल थे। झाड़ोल के ठाकुर ने जब तेजावत को गिरफ्तार किया तो हजारों भीलों ने घेराबंदी कर उन्हें रिहा करा 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72/150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 मार्च 1922 को ईडर राज्य (विजयनगर/गुजरात सीमा) के किस गाँव में मेजर सटन के नेतृत्व में मेवाड़ भील कोर ने मोतीलाल तेजावत के किसान सम्मेलन पर गोलियां चलाईं जिसमें 1200 भील शहीद हुए (दूसरा जलियांवाला)?</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नीमड़ा (पाल-चितरिया)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मानगढ़</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डाबड़ा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मानपुर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73/150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नीमड़ा (पाल-चितरिया)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मानगढ़</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डाबड़ा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 मार्च 1922 को विजयनगर राज्य (वर्तमान साबरकांठा/गुजरात-सिरोही सीमा) के नीमड़ा (पाल-चितरिया) गाँव में वारिस नदी के तट पर तेजावत के नेतृत्व में विशाल आदिवासी सम्मेलन आयोजित हो रहा था। ब्रिटिश अधिकारी मेजर सटन ने बिना किसी चेतावनी के मशीनगनों से गोलियां चलवा दीं जिसमें 1200 से अधिक भील-गरासिया शहीद हो गए। तेजावत के पैर में गोली लगी किंतु उनके साथी उन्हें सुरक्षित निकाल ले गए। तेजावत वर्षों तक सिरोही व गुजरात की पहाड़ियों में भूमिगत रहे और 1929 में महात्मा गांधी के कहने पर उन्होंने आत्मसमर्पण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73/150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मीणा जनजाति आंदोलन एवं 'जरायम पेशा कानून' के संदर्भ में निम्नलिखित कथनों पर विचार कीजिए: A. 1924 ई. में भारत सरकार ने 'क्रिमिनल ट्राइब्स एक्ट' (आपराधिक जाति अधिनियम) तथा 1930 में 'जयपुर राज्य जरायम पेशा कानून' (दादरी अधिनियम) लागू किया। B. इस काले कानून के तहत 12 वर्ष से अधिक उम्र के सभी मीणा स्त्री-पुरुषों और बच्चों को प्रतिदिन स्थानीय थाने में अनिवार्य हाजिरी देनी होती थी। C. 1933 में 'मीणा क्षेत्रीय सभा' का गठन हुआ तथा अप्रैल 1944 में नीमकाथाना में जैन मुनि मगन सागर जी (मीणा पुराण के रचयिता) की अध्यक्षता में ऐतिहासिक मीणा सम्मेलन हुआ। D. अंततः 1952 ई. में हीरालाल शास्त्री और टीकाराम पालीवाल के प्रयासों से यह अपमानजनक जरायम पेशा कानून पूर्णतः समाप्त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74/150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ब्रिटिश सरकार और जयपुर रियासत ने मीणा समुदाय के परंपरागत चौकीदारी अधिकारों को छीनकर उन पर अत्यंत दमनकारी 'जरायम पेशा कानून' थोपा था। इसके विरोध में छोटूराम झरवाल, जवाहरराम, महादेवराम आदि ने संघर्ष शुरू किया। 1944 में नीमकाथाना में मुनि मगन सागर की अध्यक्षता में महासम्मेलन हुआ जिसमें 'जयपुर राज्य मीणा सुधार समिति' बनी (बंशीधर शर्मा अध्यक्ष, राजेंद्र कुमार मंत्री)। 28 अक्टूबर 1946 को बागावास (जयपुर) में विशाल सम्मेलन में लगभग 26,000 मीणाओं ने चौकीदारी के काम से सामूहिक त्यागपत्र दिया जिसे 'मुक्ति दिवस' के रूप में मनाया गया। 1952 में लोकतांत्रिक सरकार बनने पर यह कानून पूरी तरह रद्द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74/150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संत मावजी एवं 'लसाड़िया आंदोलन' के संदर्भ में कौन-से कथन सत्य हैं? A. संत मावजी का जन्म 1741 ई. में डूंगरपुर जिले के साबला गाँव में हुआ था और उन्होंने 'निष्कलंकी संप्रदाय' की स्थापना की थी। B. उन्होंने बेणेश्वर धाम (डूंगरपुर) में सोम, माही और जाखम नदियों के त्रिवेणी संगम पर तपस्या कर धाम की स्थापना की, जहाँ माघ पूर्णिमा को आदिवासियों का कुंभ मेला भरता है। C. मावजी द्वारा वागड़ी भाषा में रचित प्रमुख ग्रंथ 'चोपड़ा' कहलाता है, जिसमें संवाद शैली में तीसरे विश्व युद्ध की ऐतिहासिक भविष्यवाणियाँ दर्ज हैं। D. संत मावजी ने अछूतों, भीलों और दमित वर्गों के सामाजिक-धार्मिक उत्थान हेतु मेवाड़ व वागड़ क्षेत्र में 'लसाड़िया आंदोलन' चलाया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75/150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 मावजी को वागड़ का निष्कलंक (कल्कि) अवतार माना जाता है। उन्होंने 1784 वि.सं. (माघ शुक्ल एकादशी) को बेणेश्वर धाम की प्रतिष्ठा की। वे सामाजिक समरसता के अग्रदूत थे जिन्होंने लसाड़िया (उदयपुर/सलूंबर) क्षेत्र के उपेक्षित भीलों को संगठित कर कुरीतियों के विरुद्ध 'लसाड़िया आंदोलन' चलाया। उनके 5 विशाल हस्तलिखित ग्रंथ 'चोपड़े' (प्रेमसागर, मेघसागर आदि) वागड़ी भाषा में हैं जो केवल दीपावली के दिन दर्शनार्थ निकाले जाते हैं। इनमें तत्कालीन राजनीति, कलियुग के प्रभाव और भविष्य के वैश्विक युद्धों की सटीक भविष्यवाणियाँ मिलती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आदिवासी एवं प्रजामंडल युग की प्रमुख सेवा संस्थाओं और उनके संस्थापकों का सही सुमेलन कीजिए: सूची-I (संस्था): सूची-I: A. वागड़ सेवा मंदिर B. हरिजन सेवा समिति (डूंगरपुर) C. सागवाड़ा आश्रम D. खांडलाई आश्रम सूची-II: 1. भोगीलाल पंड्या 2. माणिक्य लाल वर्मा 3. शोभालाल गुप्त 4. माणिक्य लाल वर्मा</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76/150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दक्षिणी राजस्थान में आदिवासियों में शिक्षा और चेतना फैलाने के लिए अनेक रचनात्मक संस्थाएं बनीं। माणिक्य लाल वर्मा ने वागड़ क्षेत्र में 'वागड़ सेवा मंदिर' तथा सागवाड़ा के पास 'खांडलाई आश्रम' की स्थापना की। 'वागड़ के गांधी' भोगीलाल पंड्या ने 'हरिजन सेवा समिति' और 'सेवा संघ' बनाकर भील बालकों हेतु पाठशालाएं खोलीं। शोभालाल गुप्त ने सागवाड़ा आश्रम और हरिजन आश्रम के माध्यम से जनजातियों में शिक्षा का प्रसार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76/150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19वीं-20वीं सदी के सामाजिक सुधारों एवं कानूनों के संदर्भ में कौन-से कथन सही हैं? A. जनवरी 1889 ई. में अजमेर में कार्यवाहक ए.जी.जी. कर्नल सी.के.एम. वाल्टर के प्रयासों से 'वाल्टरकृत राजपूत हितकारिणी सभा' का गठन हुआ। B. वाल्टरकृत सभा ने राजपूत विवाह में लड़के की न्यूनतम आयु 18 वर्ष तथा लड़की की न्यूनतम आयु 14 वर्ष निर्धारित की और बहुविवाह रोकने का प्रस्ताव रखा। C. 10 दिसंबर 1903 को अलवर रियासत (महाराजा जयसिंह) ने राजस्थान में पहली बार 'बाल विवाह एवं बेमेल विवाह प्रतिषेध अधिनियम' पारित किया। D. 1844 ई. में जयपुर रियासत ने जॉन लुडलो के प्रयासों से सर्वप्रथम कन्या वध और समाधि प्रथा को गैर-कानूनी घोषित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77/150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19वीं सदी के उत्तरार्द्ध में राजस्थान की रियासतों में ब्रिटिश अधिकारियों और स्थानीय सुधारकों के सहयोग से महत्वपूर्ण समाज सुधार कानून बने। 1889 में कर्नल वाल्टर ने राजपूत हितकारिणी सभा बनाकर त्याग प्रथा पर रोक लगाई और विवाह की आयु तय की। 10 दिसंबर 1903 को अलवर राज्य ने कड़ाई से बाल विवाह व बेमेल विवाह पर रोक लगाई। इससे पूर्व कोटा ने 1831 में कन्या वध, बूंदी ने 1822 में सती प्रथा, और जयपुर ने 1844-47 में लुडलो के समय कन्या वध, समाधि प्रथा और मानव व्यापार पर प्रतिबंध लगाया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77/150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स्वतंत्रता संग्राम में महिलाओं के अप्रतिम योगदान के संदर्भ में निम्नलिखित कथनों पर विचार कीजिए: A. श्रीमती रतन शास्त्री ने 1929 में निवाई (टोंक) में 'जीवन कुटीर' (वनस्थली विद्यापीठ) की स्थापना में योगदान दिया और 1942 के भारत छोड़ो आंदोलन में भूमिगत क्रांतिकारियों की मदद की। B. अंजना देवी चौधरी (रामनारायण चौधरी की पत्नी) राजस्थान की प्रथम महिला थीं जो 1930 में नमक सत्याग्रह और किसान आंदोलनों के दौरान गिरफ्तार व निर्वासित हुईं। C. नारायणी देवी वर्मा (माणिक्य लाल वर्मा की पत्नी) ने 1942 में बिजोलिया/मेवाड़ आंदोलन में अपने 6 माह के अबोध बालक दीनबंधु के साथ कुंभलगढ़ दुर्ग में जेल यात्रा की और 1944 में भीलवाड़ा में 'महिला आश्रम' खोला। D. इंदुमती गोयनका राजस्थान मूल की प्रवासी महिला थीं जिन्हें 1930 के सविनय अवज्ञा आंदोलन के दौरान कलकत्ता (बंगाल) में गिरफ्तार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78/150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वीरांगनाओं ने राष्ट्रीय आंदोलन में पुरुषों के कंधे से कंधा मिलाकर भाग लिया। रतन शास्त्री को पद्मश्री और पद्मभूषण से सम्मानित किया गया। अंजना देवी चौधरी ने बिजोलिया और बेगूं में 500 से अधिक किसान महिलाओं का नेतृत्व किया और लाठियाँ खाईं। नारायणी देवी वर्मा ने प्रजामंडल के कठिन दौर में महिला चेतना का अलख जगाया और भीलवाड़ा में महिला आश्रम की स्थापना की। इंदुमती गोयनका, जानकी देवी बजाज, मणिबेन पटेल, रमादेवी, कृष्णा कुमारी आदि ने जेल जाकर नारी शक्ति की मिसाल कायम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78/150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1857 के प्रमुख स्वतंत्रता सेनानियों और उनके मुख्य कार्यक्षेत्रों का सही सुमेलन कीजिए: सूची-I (क्रांतिकारी): सूची-I: A. लाला जयदयाल एवं मेहराब खाँ B. ठाकुर कुशाल सिंह चंपावत C. अमरचंद बांठिया D. लोटिया जाट एवं करणा मीणा सूची-II: 1. आऊवा (पाली) 2. कोटा 3. सीकर एवं आगरा 4. बीकानेर एवं ग्वालियर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79/150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लाला जयदयाल और मेहराब खाँ ने कोटा में 1857 के जनविद्रोह का सफल नेतृत्व किया। ठाकुर कुशाल सिंह चंपावत ने आऊवा में ब्रिटिश सेना को बिथोड़ा व चेलावास के युद्धों में परास्त किया। अमरचंद बांठिया ने ग्वालियर में रानी लक्ष्मीबाई को राजकोष सौंपकर शहादत दी। लोटिया जाट (लोठू जी) और करणा मीणा ने डूंगजी-जवाहरजी के साथ मिलकर नसीराबाद छावनी को लूटा और आगरा किले से डूंगजी को छुड़ाया।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79/150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मध्यकालीन प्रशासनिक शब्दावली एवं पदों के संदर्भ में कौन-से कथन सत्य हैं? A. 'नैमित्तिक' पदनाम पूर्व मध्यकालीन राजस्थान के राज्यों में 'राजकीय ज्योतिषी' (राजज्योतिषी) के लिए प्रयुक्त होता था। B. 'दीवान' राज्य का सर्वोच्च प्रशासनिक और वित्त अधिकारी होता था जो राजा के बाद सबसे महत्वपूर्ण पद था। C. 'बख्शी' सेना विभाग का प्रमुख अधिकारी होता था जो सैनिकों की भर्ती, रसद, निरीक्षण और वेतन वितरण की देखरेख करता था। D. 'खजांची' राज्य के राजकोष का मुख्य संरक्षक होता था और आय-व्यय का लेखा-जोखा रखता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80/150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मध्यकालीन राजस्थान में राजा प्रशासन का सर्वोच्च केंद्र होता था और उसकी सहायता के लिए एक मंत्रिपरिषद होती थी। दीवान (प्रधान/मुसाहिब) शासन का मुख्य संचालक होता था (जैसे जयपुर में दीवान, मारवाड़ में प्रधान, मेवाड़ में प्रधान/दीवान)। बख्शी सैन्य मामलों का सर्वेसर्वा था। नैमित्तिक राजदरबार में शुभ मुहूर्त, शकुन विचार और ग्रह नक्षत्रों की गणना करने वाला राजकीय ज्योतिषी होता था। शिकदार परगने का मुख्य शांति अधिकारी और आमिल राजस्व संग्राहक होता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80/150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मालवा के परमार शासक मुंज परमार (वाक्पतिराज द्वितीय) के संदर्भ में कौन-से कथन सही हैं? A. मुंज परमार ने 'पृथ्वीवल्लभ', 'श्रीवल्लभ' और 'अमोघवर्ष' की उपाधियाँ धारण की थीं। B. उन्होंने कल्याणी के चालुक्य नरेश तैलप द्वितीय को युद्ध में छह बार पराजित किया था। C. मुंज के दरबार में हलायुध (अभिधान रत्नमाला), पद्मगुप्त परिमल (नवसाहसांकचरित), धनंजय (दशरूपक) और धनिक रहते थे। D. सातवीं बार के युद्ध में गोदावरी नदी पार करने पर तैलप द्वितीय द्वारा मुंज बंदी बना लिए गए और उनकी हत्या कर दी गई।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81/150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मुंज परमार (973-995 ई.) मालवा के परमारों के सर्वाधिक शक्तिशाली और विद्यानुरागी राजा थे। उन्होंने हूणों, कलचुरियों, चोलों और गुहिलों को पराजित किया। मुंज ने चालुक्य राजा तैलप द्वितीय को 6 बार परास्त किया, किंतु अंतिम अभियान में अपने प्रधानमंत्री रुद्रादित्य की सलाह की उपेक्षा कर गोदावरी पार कर गए, जहाँ तैलप ने उन्हें बंदी बनाकर कारागार में डाल दिया और अंततः मृत्युदंड दिया। मुंज के आश्रय में संस्कृत के प्रकांड पंडित पद्मगुप्त, धनंजय, हलायुध और अमितगति रहते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81/150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आबू के परमार राजवंश के संदर्भ में निम्नलिखित कथनों पर विचार कीजिए: A. धारावर्ष आबू के परमारों का सबसे प्रसिद्ध और पराक्रमी शासक था। B. धारावर्ष के छोटे भाई प्रह्लादन देव ने 'पार्थ-पराक्रम-व्यायोग' नाटक लिखा तथा 'पालनपुर' (प्रह्लादनपुर) नगर बसाया। C. परमार शासक धंधुक के काल में गुजरात के चालुक्य भीमदेव प्रथम ने विमलशाह को आबू का दंडपति नियुक्त किया था। D. विमलशाह ने 1031 ई. में देलवाड़ा (आबू) में भगवान आदिनाथ को समर्पित 'विमल वसही' जैन मंदिर का निर्माण करवाया।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82/150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आबू के परमारों की वंशावली उत्पलराज से प्रारंभ होती है और इसमें धारावर्ष सर्वाधिक शक्तिशाली शासक हुआ जिसने मुहम्मद गोरी के विरुद्ध युद्ध लड़ा था। धारावर्ष के विद्वान अनुज प्रह्लादन देव ने संस्कृत नाटक 'पार्थ-पराक्रम-व्यायोग' रचा और पालनपुर नगर की नींव रखी। गुजरात के सोलंकी शासक भीमदेव प्रथम के मंत्री विमलशाह ने 1031 ई. में आबू के देलवाड़ा में श्वेत संगमरमर का अलौकिक प्रथम तीर्थंकर आदिनाथ का मंदिर (विमल वसही) बनवाया। बाद में 1230 ई. में तेजपाल ने 22वें तीर्थंकर नेमिनाथ का लूणवसही मंदिर बनवाया।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82/150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जैसलमेर के भाटी राजवंश के इतिहास के संदर्भ में निम्नलिखित कथनों पर विचार कीजिए: A. जैसलमेर का भाटी राजवंश स्वयं को चंद्रवंशीय यादव कुल और भगवान श्रीकृष्ण का वंशज मानता है। B. भाटी शासक विजयराज के पुत्र भोज ने गौड़ों के विरुद्ध युद्ध करते हुए वीरगति प्राप्त की थी। C. 1155 ई. में महारावल जैसल ने त्रिकूट पहाड़ी पर जैसलमेर दुर्ग (सोनार किला) की नींव रखी और राजधानी बनाया। D. जैसलमेर का किला अपने ढाई साकों (अर्ध-साका अमीर अली के समय 1550 ई.) के लिए पूरे भारत में विख्यात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83/150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जैसलमेर के भाटी राजपूतों का संबंध मथुरा और द्वारिका के चंद्रवंशीय यादवों से है। प्रारंभ में इनकी राजधानियाँ तनोट, लोद्रवा आदि रहीं। 1155 ई. में राव जैसल ने लोद्रवा से हटाकर त्रिकूट पर्वत पर स्वर्ण जैसे पीले पत्थरों से जैसलमेर दुर्ग का निर्माण करवाया। जैसलमेर अपने ढाई साकों के लिए प्रसिद्ध है-प्रथम साका अलाउद्दीन खिलजी के समय (मूलराज), द्वितीय साका फिरोजशाह तुगलक के समय (दूदा), तथा तीसरा अर्ध-साका 1550 ई. में कंधार के अमीर अली के विश्वासघात पर हुआ, जिसमें राव लूणकरण के नेतृत्व में केसरिया तो हुआ किंतु रानियों को जौहर का समय नहीं मिला।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83/150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बूंदी के हाड़ा राजवंश के संदर्भ में निम्नलिखित कथनों पर विचार कीजिए: A. बूंदी का नामकरण स्थानीय बूंदा मीणा के नाम पर हुआ था और 1241 ई. में राव देवा ने हाड़ा राज्य की स्थापना की। B. बूंदी के तारागढ़ दुर्ग (तिलिस्मी किला) का निर्माण 14वीं शताब्दी में बरसिंह हाड़ा ने करवाया था। C. 1569 ई. में रणथंभौर में राव सुरजन सिंह हाड़ा ने अकबर की अधीनता स्वीकार की थी। D. 1658 ई. में सामूगढ़ के युद्ध में शत्रुशाल हाड़ा (राव छत्रसाल) औरंगजेब के विरुद्ध दारा शिकोह के पक्ष में लड़ते हुए वीरगति को प्राप्त हुए, जिनकी स्मृति में चौरासी खंभों की छतरी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84/150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हाड़ौती में चौहानों की हाड़ा शाखा का राज्य स्थापित हुआ। 1241 ई. में राव देवा हाड़ा ने मीणाओं को परास्त कर बूंदी पर अधिकार किया। 1354 ई. में बरसिंह हाड़ा ने विशाल तारागढ़ किले का निर्माण करवाया। 1569 में सुरजन हाड़ा ने मानसिंह व भगवानदास की मध्यस्थता से अकबर से सम्मानजनक संधि की। 1658 के उत्तराधिकार युद्ध (सामूगढ़) में छत्रसाल हाड़ा (शत्रुशाल) ने शाही सेनापति के रूप में दारा शिकोह की ओर से लड़ते हुए वीरगति पाई। उनके सम्मान में उनके पुत्र राव राजा अनिरुद्ध सिंह ने बूंदी के देवपुरा गाँव के पास 84 खंभों की भव्य स्मारक छतरी का निर्माण करवाया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84/150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कोटा राज्य को बूंदी से पृथक कर एक स्वतंत्र रियासत के रूप में मान्यता 1631 ई. में किस मुगल सम्राट द्वारा राव माधोसिंह को प्रदान की गई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अकबर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जहाँगीर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शाहजहाँ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औरंगजेब</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85/150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शाहजहाँ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अकबर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जहाँगीर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औरंगजेब</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कोटा मूलतः बूंदी रियासत का ही एक भाग था। बूंदी के राव रतनसिंह हाड़ा के द्वितीय पुत्र माधोसिंह हाड़ा ने मुगल सम्राट शाहजहाँ के शहजादा खुर्रम के विद्रोह के दमन तथा दक्षिण भारत के अभियानों में अद्वितीय वीरता दिखाई थी। उनकी सेवाओं से प्रसन्न होकर सम्राट शाहजहाँ ने 1631 ई. में एक शाही फरमान जारी कर कोटा को बूंदी से अलग एक स्वतंत्र राज्य बना दिया और माधोसिंह को कोटा का प्रथम स्वतंत्र शासक स्वीकार किया। बाद में झाला जालिम सिंह कोटा राज्य के सर्वशक्तिमान प्रशासक (दीवान)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85/150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उदयपुर स्थित प्रसिद्ध 'जगदीश मंदिर' (सपने से बना मंदिर) के संदर्भ में कौन-सा कथन असत्य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निर्माण महाराणा जगत सिंह प्रथम द्वारा 1651 ई. में करवाया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मंदिर नागर एवं पंचायतन शैली में निर्मित है जिसके गर्भगृह में भगवान विष्णु की काले पत्थर की 5 फीट ऊँची प्रतिमा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मंदिर की उत्तरी दीवार पर रणछोड़ भट्ट द्वारा रचित राज प्रशस्ति उत्कीर्ण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मंदिर के सभामंडप के आगे गरुड़ की एक विशाल कांस्य/पाषाण प्रतिमा स्थापित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86/150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मंदिर की उत्तरी दीवार पर रणछोड़ भट्ट द्वारा रचित राज प्रशस्ति उत्कीर्ण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निर्माण महाराणा जगत सिंह प्रथम द्वारा 1651 ई. में करवाया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मंदिर नागर एवं पंचायतन शैली में निर्मित है जिसके गर्भगृह में भगवान विष्णु की काले पत्थर की 5 फीट ऊँची प्रतिमा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मंदिर के सभामंडप के आगे गरुड़ की एक विशाल कांस्य/पाषाण प्रतिमा स्थापित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उदयपुर का जगदीश मंदिर (जगन्नाथ राय मंदिर) 1651 ई. में महाराणा जगत सिंह प्रथम ने बनवाया था। यह पंचायतन शैली का शिखरबद्ध भव्य मंदिर है जिसके चारों कोनों पर शिव-पार्वती, गणपति, सूर्य और देवी के चार छोटे मंदिर हैं। इस मंदिर के प्रशस्तिकार 'कृष्ण भट्ट' थे जिन्होंने 'जगन्नाथराय प्रशस्ति' की रचना की थी, न कि रणछोड़ भट्ट (रणछोड़ भट्ट ने राजसमंद पर राज प्रशस्ति लिखी थी), अतः विकल्प C असत्य है। इस मंदिर की अद्भुत मूर्तिकला की प्रशंसा कर्नल टॉड और कविराज श्यामलदास ने मुक्तकंठ से 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86/150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2 जुलाई 1877 ई. को उदयपुर में स्थापित 'देश हितैषिणी सभा' के संदर्भ में कौन-से कथन सत्य हैं? A. इसकी स्थापना मेवाड़ के महाराणा सज्जन सिंह की अध्यक्षता में की गई थी। B. कविराज श्यामलदास इस सभा के प्रमुख एवं सक्रिय सदस्यों में शामिल थे। C. इसका मुख्य उद्देश्य राजपूतों में विवाह में होने वाले अत्यधिक फिजूलखर्ची (त्याग प्रथा) और बहुविवाह की कुप्रथा को नियंत्रित करना था। D. इस सभा ने वैवाहिक नियमों को संहिताबद्ध कर पूरे मेवाड़ राज्य में लागू करने का प्रयास किया था।</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87/150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19वीं शताब्दी में राजपूत समाज में 'त्याग प्रथा' (चारण-भाटों को विवाह के समय दी जाने वाली अनिवार्य भारी राशि) और बहुविवाह के कारण कन्या वध और बेमेल विवाह जैसी गंभीर सामाजिक बुराइयाँ फैल रही थीं। 2 जुलाई 1877 को महाराणा सज्जन सिंह ने उदयपुर में सभी प्रमुख जागीरदारों और विद्वानों की बैठक बुलाकर 'देश हितैषिणी सभा' की स्थापना की। कविराज श्यामलदास ने इसके नियम तैयार करने में मुख्य भूमिका निभाई। इस सभा ने विवाह खर्च की सीमाएं तय कीं और सामाजिक सुधारों की दिशा में राजस्थान में पहला संस्थागत प्रयास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87/150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मेवाड़ के प्रमुख ऐतिहासिक युद्धों और उनके वर्षों का सही कालानुक्रमिक सुमेलन कीजिए: सूची-I (युद्ध): सूची-I: A. भूताला का युद्ध B. सारंगपुर का युद्ध C. खातोली का युद्ध D. दिवेर का युद्ध सूची-II: 1. 1437 ई. 2. 1227 ई. 3. 1582 ई. 4. 1517 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88/150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भूताला का युद्ध 1227 ई. में रावल जैत्रसिंह और दिल्ली के सुल्तान इल्तुतमिश के मध्य लड़ा गया जिसमें जैत्रसिंह विजयी रहे। सारंगपुर का युद्ध 1437 ई. में महाराणा कुंभा और मालवा के सुल्तान महमूद खिलजी प्रथम के मध्य हुआ जिसमें कुंभा ने विजय प्राप्त कर विजय स्तंभ बनवाया। खातोली का युद्ध 1517 ई. में राणा सांगा और इब्राहिम लोदी के मध्य हुआ जिसमें लोदी पराजित हुआ। दिवेर का युद्ध अक्टूबर 1582 ई. में महाराणा प्रताप और अकबर की मुगल सेना के मध्य हुआ जिसमें प्रताप की ऐतिहासिक विजय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88/150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की राजकुमारी 'कृष्णा कुमारी' विवाद (1807 ई.) के संदर्भ में निम्नलिखित कथनों पर विचार कीजिए: A. कृष्णा कुमारी मेवाड़ के महाराणा भीमसिंह की पुत्री थीं, जिनकी प्रारंभिक सगाई जोधपुर के महाराजा भीमसिंह से तय हुई थी। B. जोधपुर के भीमसिंह के निधन के बाद महाराणा ने सगाई जयपुर के महाराजा जगतसिंह द्वितीय से कर दी, जिस पर जोधपुर के नए शासक मानसिंह ने आपत्ति की। C. इस विवाद के कारण 13 मार्च 1807 को जयपुर और जोधपुर की सेनाओं के मध्य 'गिंगोली (परबतसर) का युद्ध' हुआ, जिसमें मानसिंह की पराजय हुई। D. अमीर खाँ पिंडारी और अजीतसिंह चूंडावत के दबाव में आकर जुलाई 1810 में कृष्णा कुमारी को विष देकर इस संघर्ष को समाप्त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89/150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कृष्णा कुमारी विवाद 19वीं सदी के प्रारंभिक राजस्थान के इतिहास की एक अत्यंत हृदयविदारक घटना थी। जोधपुर के राजा भीमसिंह की मृत्यु के बाद उनकी सगाई जयपुर नरेश जगतसिंह द्वितीय से कर दी गई, किंतु जोधपुर के नए शासक मानसिंह राठौड़ ने इसे कुल की प्रतिष्ठा का प्रश्न बना लिया। 1807 में नागौर के गिंगोली के मैदान में दोनों रियासतों के बीच भीषण युद्ध हुआ जिसमें पिंडारी सेना की मदद से जयपुर विजयी रहा। बाद में अमीर खाँ पिंडारी ने मेवाड़ पर दबाव डाला और मेवाड़ रियासत को बर्बादी से बचाने हेतु 21 जुलाई 1810 को 16 वर्षीय कृष्णा कुमारी ने हंसते-हंसते विषपान कर अपने प्राण त्याग दिए।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89/150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एवं दक्षिणी राजस्थान के मध्यकालीन इतिहास के संदर्भ में कौन-से कथन सत्य हैं? A. जीवधर की रचना 'अमरसार' से महाराणा प्रताप के अंतिम दिनों के सुव्यवस्थित शासन प्रबंधन की जानकारी मिलती है। B. महाराणा प्रताप के निधन पर समकालीन प्रसिद्ध कवि दुरसा आढ़ा ने अकबर के दरबार में भावुक दोहा सुनाकर प्रताप के स्वाभिमान की प्रशंसा की थी। C. राणा लाखा के समय जावर (उदयपुर) में चांदी व सीसे की खान निकली तथा एक बंजारे द्वारा पिछोला झील का निर्माण करवाया गया। D. राणा मोकल ने चित्तौड़ के समिद्धेश्वर मंदिर का जीर्णोद्धार कराया और रामपुरा में द्वारिकानाथ मंदिर बनवाया।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90/150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मेवाड़ का इतिहास त्याग, शौर्य और कला का अनुपम संगम रहा है। जीवधर कृत 'अमरसार' ग्रंथ महाराणा प्रताप और अमरसिंह प्रथम के काल का सजीव विवरण देता है। 19 जनवरी 1597 को प्रताप की मृत्यु पर दुरसा आढ़ा ने अकबर के सम्मुख दोहा पढ़ा ("गहलोत राण न जीती गयो..."), जिसे सुनकर अकबर की आँखें भी नम हो गईं। राणा लाखा (1382-1421) के काल में जावर की प्रसिद्ध चांदी खानों की खोज हुई और बिच्छूमार बंजारे ने पिछोला झील बनाई। राणा मोकल ने चित्तौड़ के त्रिभुवन नारायण मंदिर का जीर्णोद्धार कराकर 'मोकल जी का मंदिर' नाम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90/150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मारवाड़ के राठौड़ राजवंश की उत्पत्ति से संबंधित विभिन्न ऐतिहासिक मतों के संदर्भ में निम्नलिखित कथनों पर विचार कीजिए: A. दयालदास ने अपनी ख्यात में राठौड़ों को 'ब्राह्मण भल्लराव' की संतान बताया है। B. मुहणोत नैणसी ने राठौड़ों को कन्नौज के गहड़वालों का वंशज माना है। C. कर्नल जेम्स टॉड ने अपनी वंशावलियों के आधार पर राठौड़ों को सूर्यवंशी क्षत्रिय माना है। D. आधुनिक इतिहासकार राठौड़ों को दक्षिण भारत के 'राष्ट्रकूट' राजवंश से संबंधित मानते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91/150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मारवाड़ के राठौड़ वंश की उत्पत्ति के संबंध में इतिहासकारों में विभिन्न मत प्रचलित हैं। दयालदास सिंढायच ने 'दयालदास री ख्यात' में इन्हें भल्लराव ब्राह्मण का वंशज कहा। मुहणोत नैणसी व जोधपुर राज्य की ख्यात इन्हें कन्नौज के राजा जयचंद गहड़वाल के प्रपौत्र राव सीहा का वंशज मानती है। कर्नल टॉड ने इन्हें सूर्यवंशी बताया। भाषावैज्ञानिक और पुरातात्विक दृष्टि से 'राठौड़' शब्द संस्कृत के 'राष्ट्रकूट' का अपभ्रंश है, अतः अधिकांश आधुनिक विद्वान (जैसे डॉ. ओझा) इन्हें दक्षिण भारत के राष्ट्रकूटों की उत्तरी शाखा से उत्पन्न मानते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91/150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के प्रारंभिक राठौड़ शासकों के संदर्भ में कौन-से कथन सत्य हैं? A. राव सीहा को मारवाड़ के राठौड़ों का आदि पुरुष (मूल पुरुष) माना जाता है, जिनका स्मारक बीठू (पाली) में स्थित है। B. राव चूंडा (1394-1423 ई.) ने प्रतिहारों से दहेज में प्राप्त 'मण्डोर' को राठौड़ों की स्थाई राजधानी बनाया। C. राव चूंडा ने खाटू, डीडवाना, सांभर, अजमेर और नाडोल पर अधिकार कर मारवाड़ में राठौड़ राज्य का विस्तार किया। D. राव रणमल ने अपनी बहन हंसाबाई का विवाह मेवाड़ के राणा लाखा से इस शर्त पर किया कि हंसाबाई का पुत्र (मोकल) ही मेवाड़ का उत्तराधिकारी बनेगा।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92/150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सीहा ने 13वीं सदी में पाली क्षेत्र में राठौड़ वंश की स्थापना की। 1394 ई. में राव चूंडा ने इंदा प्रतिहारों से मंडोर प्राप्त कर उसे अपनी राजधानी बनाया और सामंती व्यवस्था की मजबूत नींव रखी। उनके पुत्र राव रणमल ने मेवाड़ की राजनीति में सक्रिय भूमिका निभाई और अपनी बहन हंसाबाई का विवाह राणा लाखा से कराया। रणमल ने अपने भांजे मोकल और पौत्र कुंभा के संरक्षण का कार्य किया, किंतु 1438 में मेवाड़ी सरदारों (चूंडावत सरदारों) ने भारमली की सहायता से चित्तौड़ में रणमल की हत्या कर 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92/150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राव जोधा (1453-1489 ई.) के शासनकाल एवं ऐतिहासिक कार्यों के संदर्भ में निम्नलिखित कथनों पर विचार कीजिए: A. 1453 ई. में हंसाबाई की मध्यस्थता से महाराणा कुंभा और राव जोधा के मध्य 'आवल-बावल की संधि' हुई, जिसमें सोजत को सीमा बनाया गया। B. 1459 ई. में राव जोधा ने जोधपुर नगर की स्थापना की और चिड़ियाटूँक पहाड़ी पर 'मेहरानगढ़' (मयूरध्वजगढ़/गढ़ चिंतामणि) दुर्ग का निर्माण करवाया। C. राव जोधा ने दिल्ली के सुल्तान बहलोल लोदी की सेना को पराजित कर मारवाड़ की प्रतिष्ठा बढ़ाई थी। D. डॉ. गौरीशंकर हीराचंद ओझा ने राव जोधा को 'जोधपुर का प्रथम प्रतापी एवं वीर शासक' माना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93/150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रणमल के पुत्र राव जोधा ने 15 वर्ष के अनवरत संघर्ष के बाद 1453 में मंडोर पर पुनः अधिकार किया और आवल-बावल संधि द्वारा मेवाड़-मारवाड़ सीमा का निर्धारण कराया (जहाँ तक बबूल के पेड़ हैं वह मारवाड़, और जहाँ आंवले के पेड़ हैं वह मेवाड़)। 12 मई 1459 को उन्होंने जोधपुर नगर बसाया और मेहरानगढ़ दुर्ग की नींव रखी, जिसकी नींव का पत्थर करणी माता (रिद्धू बाई) द्वारा रखा गया था। जोधा ने बहलोल लोदी को हराया और पश्चिमी राजस्थान में एक शक्तिशाली संगठित राठौड़ राज्य का निर्माण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93/150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राव मालदेव (1531-1562 ई.) एवं 'गिरि-सुमेल के युद्ध' (जनवरी 1544 ई.) के संदर्भ में कौन-से कथन सत्य हैं? A. फारसी इतिहासकारों ने मालदेव को 'हशमत वाला राजा' (ऐश्वर्यशाली शासक) कहा है और उन्होंने 52 युद्धों में 58 परगने जीते थे। B. 1541-42 ई. में 'साहेबा/पाहेबा के युद्ध' में मालदेव ने बीकानेर के राव जैतसी को पराजित किया था। C. जनवरी 1544 ई. में गिरि-सुमेल (जैतारण, पाली) के युद्ध में शेरशाह सूरी की कूटनीति के कारण मालदेव पीछे हट गए, किंतु उनके वीर सेनापति जैता और कूंपा ने अद्भुत शौर्य दिखाया। D. जैता और कूंपा की वीरता से प्रभावित होकर शेरशाह सूरी ने कहा था: "एक मुट्ठी बाजरे के लिए मैं हिंदुस्तान की बादशाहत खो देता।"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94/150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मालदेव 16वीं सदी के उत्तर भारत के सर्वाधिक शक्तिशाली हिंदू शासक थे। उन्होंने खानवा युद्ध में राणा सांगा की ओर से भाग लिया था। मालदेव ने मेड़ता, सिवाना, जालौर, नागौर और बीकानेर को जीतकर मारवाड़ की सीमाएं दिल्ली के निकट तक पहुँचा दी थीं। जनवरी 1544 में गिरि-सुमेल के युद्ध में शेरशाह ने जाली पत्रों द्वारा मालदेव व उनके सेनापतियों में अविश्वास पैदा कर दिया। मालदेव के लौटने के बावजूद वीर जैता और कूंपा ने 12,000 सैनिकों के साथ शेरशाह की 80,000 अफगान सेना के छक्के छुड़ा दिए, जिससे घबराकर शेरशाह को 'बाजरे वाली बादशाहत' का प्रसिद्ध कथन कहना पड़ा।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94/150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मारवाड़ के राव चंद्रसेन (1562-1581 ई.) के संदर्भ में निम्नलिखित कथनों पर विचार कीजिए: A. राव चंद्रसेन को 'मारवाड़ का प्रताप', 'प्रताप का अग्रगामी' तथा 'भूला-बिसरा राजा' (A Forgotten Hero) कहा जाता है। B. 1570 ई. के अकबर के 'नागौर दरबार' में उपस्थित होने के बाद भी उन्होंने मुगलों की अधीनता स्वीकार नहीं की और दरबार छोड़कर चले गए। C. अकबर ने चंद्रसेन के विरुद्ध हुसैन कुली खाँ और रायसिंह के नेतृत्व में सेनाएं भेजकर जोधपुर पर अधिकार कर लिया था। D. चंद्रसेन ने भाद्राजूण, सिवाना और सारण (पाली) की पहाड़ियों से आजीवन मुगलों के विरुद्ध छापामार/गुरिल्ला युद्ध जारी रखा।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95/150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राव चंद्रसेन (मालदेव के पुत्र) राजस्थान के प्रथम ऐसे शासक थे जिन्होंने मुगलों की दासता के विरुद्ध स्वतंत्रता का ध्वज उठाया। 1570 में नागौर दरबार में अकबर की कुटिल नीति देखकर वे बिना अधीनता स्वीकार किए लौट आए। इसके बाद मुगलों ने जोधपुर छीन लिया, किंतु चंद्रसेन ने भाद्राजूण, सिवाना दुर्ग और बाद में सारण की दुर्गम पहाड़ियों में रहकर जीवन भर छापामार युद्ध लड़ा। उन्होंने महलों के ऐश्वर्य की जगह पहाड़ों के कष्टों को चुना, जिससे वे महाराणा प्रताप के प्रेरणास्रोत और अग्रगामी बने। 11 जनवरी 1581 को सारण की पहाड़ियों (सिचियाई) में उनका निधन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95/150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महाराजा जसवंत सिंह प्रथम (1638-1678 ई.) के संदर्भ में कौन-से कथन सत्य हैं? A. गजसिंह की मृत्यु के समय वे बूंदी में थे और बादशाह शाहजहाँ ने उन्हें आगरा बुलाकर राजा का पद व 4000 का मनसब प्रदान किया था। B. 1658 ई. में उत्तराधिकार के 'धर्मत के युद्ध' में उन्होंने औरंगजेब के विरुद्ध शाही सेनापति के रूप में दारा शिकोह का साथ दिया था। C. धर्मत से लौटने पर उनकी हाड़ी रानी जसवंतदे (उदयपुरी रानी) ने किले के द्वार खोलने से इनकार कर दिया था। D. वे संस्कृत और डिंगल के प्रकांड विद्वान थे तथा उन्होंने 'भाषा-भूषण', 'प्रबोध चंद्रोदय' और 'आनंद विलास' ग्रंथों की रचना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96/150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जसवंत सिंह प्रथम मारवाड़ के एक अत्यंत प्रभावशाली शासक और विद्वान थे। अल्पायु में गद्दी पर बैठने के कारण शाहजहाँ ने आसोप के ठाकुर राजसिंह कुंपावत को उनका मंत्री नियुक्त किया था। 1658 में धर्मत (उज्जैन) के युद्ध में कासिम खाँ के विश्वासघात के कारण शाही सेना हारी, तो जसवंत सिंह जोधपुर लौटे जहाँ उनकी रानी ने राजपूत परंपरा की याद दिलाते हुए दुर्ग के द्वार बंद कर दिए थे। जसवंत सिंह ने 'भाषा-भूषण' (अलंकार शास्त्र का मानक ग्रंथ), 'अपरोक्ष सिद्धांत सार', 'आनंद विलास' और 'प्रबोध चंद्रोदय नाटक' जैसे उच्च कोटि के संस्कृत ग्रंथों की रचना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96/150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महाराजा अजीतसिंह एवं वीर दुर्गादास राठौड़ के 30 वर्षीय स्वतंत्रता संघर्ष (1679-1709 ई.) के संदर्भ में निम्नलिखित कथनों पर विचार कीजिए: A. 1678 ई. में जमरूद (अफगानिस्तान) में जसवंत सिंह की मृत्यु के बाद औरंगजेब ने मारवाड़ को खालसा घोषित कर दिया था। B. दुर्गादास राठौड़ ने गोरा धाय (मारवाड़ की पन्नाधाय) और मुकनदास खींची के सहयोग से शिशु अजीतसिंह को दिल्ली (रूपसिंह की हवेली) से सुरक्षित निकाला। C. मेवाड़ के महाराणा राजसिंह ने अजीतसिंह को शरण दी और केलवा की जागीर प्रदान कर राठौड़-सिसोदिया गठबंधन बनाया। D. दुर्गादास राठौड़ को 'मारवाड़ का अणबींध्या मोती' और कर्नल टॉड द्वारा 'राठौड़ों का यूलीसेस' कहा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97/150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1678 में जसवंत सिंह के निधन पर औरंगजेब ने कहा था-"आज कुफ्र का दरवाजा टूट गया" और मारवाड़ पर सीधा कब्जा कर लिया। जब रानी ने दिल्ली में अजीतसिंह को जन्म दिया, तो दुर्गादास राठौड़ ने गोरा धाय (महान त्यागमयी वीरांगना) की सहायता से बालक अजीतसिंह को मुगलों के चंगुल से निकालकर सिरोही के कालिंद्री गाँव में गुप्त रूप से पाला। दुर्गादास ने 30 वर्षों तक (1679-1709) लगातार मुगलों से संघर्ष कर औरंगजेब के पुत्र शहजादा अकबर को अपने पक्ष में किया और अंततः अजीतसिंह को जोधपुर का शासक बनाया। कर्नल टॉड ने दुर्गादास के अदम्य साहस व स्वामीभक्ति के कारण उन्हें 'राठौड़ों का यूलीसेस' कहा।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97/150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प्रारंभिक राठौड़ शासकों (राव बीका से राव जैतसी तक) के संदर्भ में कौन-से कथन सही हैं? A. राव जोधा के पुत्र राव बीका ने 1488 ई. में बीकानेर नगर की स्थापना की और कोडमदेसर व बीकानेर में राठौड़ सत्ता स्थापित की। B. राव लूणकरण (1505-1526 ई.) को उनकी अपार दानशीलता के कारण बिठू सूजा ने 'कलयुग का कर्ण' कहा तथा उन्होंने लूणकरणसर झील बनवाई। C. राव जैतसी (1526-1541 ई.) ने 1534 ई. में काबुल के मुगल शासक कामरान (हुमायूँ के भाई) को पराजित किया था। D. इस विजय का विशद ऐतिहासिक वर्णन बिठू सूजा ने अपने प्रसिद्ध डिंगल काव्य ग्रंथ 'राव जैतसी रो छंद' में किया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98/150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के राठौड़ वंश की नींव राव बीका ने रखी। राव लूणकरण की दानशीलता की तुलना कर्ण से करते हुए जयसोम ने 'कर्मचंद्रवंशोत्कीर्तनक काव्यम्' में और बिठू सूजा ने 'राव जैतसी रो छंद' में उन्हें 'कलयुग का कर्ण' कहा। राव जैतसी ने 1534 में रातीघाटी के युद्ध में कामरान की मुगल सेना को पराजित कर भटनेर और बीकानेर से खदेड़ा। 1541 ई. में मालदेव की सेना के विरुद्ध लड़ते हुए जैतसी साहेबा/पाहेबा के युद्ध में वीरगति को प्राप्त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98/150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महाराजा रायसिंह (1574-1612 ई.) के संदर्भ में निम्नलिखित कथनों पर विचार कीजिए: A. मुंशी देवी प्रसाद ने महाराजा रायसिंह की अद्वितीय दानशीलता के कारण उन्हें 'राजपूताने का कर्ण' कहा है। B. उन्होंने 1589-1594 ई. के मध्य अपने प्रधानमंत्री कर्मचंद्र की देखरेख में बीकानेर के प्रसिद्ध 'जूनागढ़ दुर्ग' (जमीन का जेवर) का निर्माण करवाया। C. जूनागढ़ के मुख्य प्रवेश द्वार (सूरज पोल) पर जयमल और पत्ता की गजारूढ़ पाषाण प्रतिमाएं स्थापित करवाई गईं। D. जूनागढ़ दुर्ग में उत्कीर्ण 'रायसिंह प्रशस्ति' के रचयिता जैन मुनि जइता (जयता)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99/150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रायसिंह अकबर और जहाँगीर दोनों के सर्वाधिक विश्वासपात्र सेनापतियों में थे, जिन्हें 5000 का मनसब प्राप्त था। उन्होंने गुजरात, काबुल, कंधार और दक्षिण भारत के अभियानों में मुगलों का नेतृत्व किया। मुंशी देवी प्रसाद ने उन्हें 'राजपूताने का कर्ण' कहा। 1589 से 1594 के बीच उन्होंने बीकानेर में लाल पत्थरों से जूनागढ़ किले का निर्माण कराया। दुर्ग के सूरज पोल पर 1567 के चित्तौड़ साके के अमर नायक जयमल और पत्ता की हाथी पर सवार मूर्तियाँ लगवाईं तथा संस्कृत में जैन मुनि जयता द्वारा रचित 'रायसिंह प्रशस्ति' स्थापित करवाई।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99/150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1642-1644 ई. के मध्य बीकानेर के महाराजा कर्णसिंह और नागौर के राव अमरसिंह राठौड़ के बीच जाखणियाँ गाँव की सीमा पर मतीरे की बेल को लेकर हुए ऐतिहासिक युद्ध को किस नाम से जाना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मतीरे की राड़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पाहेबा का युद्ध</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साहेबा का युद्ध</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हरमाड़ा का युद्ध</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100/150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मतीरे की राड़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पाहेबा का युद्ध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साहेबा का युद्ध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हरमाड़ा का युद्ध</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'मतीरे की राड़' (1642-1644 ई.) राजस्थान के इतिहास का एक अत्यंत प्रसिद्ध सीमा-विवाद युद्ध है। बीकानेर रियासत के सीलवा गाँव और नागौर रियासत के जाखणियाँ गाँव की सीमा पर एक मतीरे (तरबूज) की बेल बीकानेर की सीमा में उगी थी, किंतु उसका फल नागौर की सीमा में लगा था। दोनों राज्यों के किसानों से शुरू हुआ यह विवाद दोनों रियासतों के शासकों-बीकानेर के कर्णसिंह और नागौर के अमरसिंह राठौड़ के बीच सशस्त्र युद्ध में बदल गया, जिसमें अंततः बीकानेर की सेना विजयी रही। कर्णसिंह को 'शुकसप्तति' ग्रंथ में 'जांगलधर बादशाह' कहा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100/150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महाराजा अनूप सिंह (1669-1698 ई.) के सांस्कृतिक एवं साहित्यिक योगदान के संदर्भ में कौन-से कथन सत्य हैं? A. औरंगजेब ने दक्षिण अभियानों में उनकी वीरता और मराठों के दमन से प्रसन्न होकर उन्हें 'माही मरातिब' की सर्वोच्च उपाधि दी थी। B. उन्होंने दक्षिण भारत से अनेक दुर्लभ संस्कृत पांडुलिपियों और हिंदू मूर्तियों को लाकर बीकानेर में 'अनूप संस्कृत पुस्तकालय' स्थापित किया। C. अनूप सिंह स्वयं विद्वान थे और उन्होंने 'अनूप विवेक', 'काम प्रबोध', 'श्राद्ध प्रयोग चिंतामणि' और 'गीत गोविंद पर अनूपोदाय टीका' लिखी। D. उनके आश्रित संगीतकार भावभट्ट ने 'अनूप संगीत विलास', 'अनूप संगीत रत्नाकर' और 'अनूप संगीत अंकुश' जैसे मानक संगीत ग्रंथ लिखे।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101/150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अनूप सिंह का काल बीकानेर में साहित्य और कला का स्वर्ण युग माना जाता है। औरंगजेब ने उन्हें 'माही मरातिब' का शाही सम्मान दिया था। अनूप सिंह ने औरंगजेब द्वारा तोड़ी जा रही सैकड़ों दुर्लभ मूर्तियों को दक्षिण भारत से सुरक्षित लाकर बीकानेर के '33 करोड़ देवी-देवताओं के मंदिर' में स्थापित कराया। उन्होंने दक्षिण से अमूल्य संस्कृत हस्तलिखित ग्रंथ एकत्र कर बीकानेर दुर्ग में विश्वविख्यात 'अनूप संस्कृत लाइब्रेरी' की स्थापना की। वे स्वयं उच्च कोटि के संगीतज्ञ व लेखक थे और उन्होंने भावभट्ट जैसे संगीत मर्मज्ञों को राजाश्रय प्रदान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101/150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के महाराजा गंगा सिंह (1887-1943 ई.) के संदर्भ में निम्नलिखित कथनों पर विचार कीजिए: A. उन्होंने 1927 ई. में सतलुज नदी से 'गंग नहर' लाकर बीकानेर के मरुस्थल को हरा-भरा किया, जिसके कारण उन्हें 'आधुनिक भारत का भागीरथ' कहा जाता है। B. उन्होंने प्रथम विश्व युद्ध के दौरान 'गंगा रिसाला' (ऊँट सेना) का नेतृत्व किया तथा वे इम्पीरियल वॉर कैबिनेट के एकमात्र गैर-श्वेत सदस्य थे। C. वे 1921 में गठित 'नरेंद्र मंडल' (Chamber of Princes) के प्रथम चांसलर (अध्यक्ष) चुने गए थे। D. उन्होंने लंदन में आयोजित तीनों गोलमेज सम्मेलनों (1930, 1931, 1932 ई.) में देसी रियासतों के प्रतिनिधि के रूप में भाग लिया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102/150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महाराजा गंगा सिंह आधुनिक राजस्थान के प्रमुख निर्माताओं में से एक थे। 1899-1900 के छप्पनिया अकाल के बाद उन्होंने दृढ़ संकल्प लेकर 1927 में गंग नहर का निर्माण करवाया जिसका उद्घाटन वायसराय लॉर्ड इरविन ने किया था। उन्होंने 1913 में बीकानेर में 'प्रजा प्रतिनिधि सभा' की स्थापना की और 1917 में ऐतिहासिक 'रोम नोट' प्रस्तुत किया। वे 1921 से 1926 तक नरेंद्र मंडल के प्रथम चांसलर रहे तथा 1919 के वर्साय शांति सम्मेलन व तीनों गोलमेज सम्मेलनों में भाग लेने वाले एकमात्र भारतीय नरेश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102/150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आमेर (जयपुर) के कच्छावा राजवंश की उत्पत्ति एवं प्रारंभिक इतिहास के संदर्भ में कौन-से कथन सत्य हैं? A. कच्छावा राजवंश स्वयं को भगवान श्रीराम के ज्येष्ठ पुत्र 'कुश' का वंशज (सूर्यवंशी) मानता है। B. 1137 ई. में दुल्हराय (धोला राय) ने बड़गूजरों और मीणाओं को हराकर ढूंढाड़ में कच्छावा राज्य की स्थापना की तथा जमवारामगढ़ को राजधानी बनाया। C. 1207 ई. में कोकिलदेव ने आमेर के स्थानीय मीणाओं को परास्त कर आमेर को कच्छावा राज्य की स्थाई राजधानी बनाया। D. कच्छावा शासक पृथ्वीराज ने अपने 12 पुत्रों के नाम पर आमेर राज्य को 12 भागों में बाँटा, जिसे 'बारह कोटड़ी व्यवस्था' कहा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103/150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कच्छावा शासक सूर्यवंशी रघुवंशी क्षत्रिय हैं जो कुश के वंशज होने के कारण 'कच्छावा' कहलाए। 1137 में दुल्हराय ने दौसा और जमवारामगढ़ पर अधिकार कर ढूंढाड़ राज्य की नींव रखी और अपनी कुलदेवी जमवाय माता का मंदिर बनवाया। 1207 में कोकिलदेव ने आमेर के मीणाओं को हराकर आमेर को मुख्य राजधानी बनाया। खानवा युद्ध में सांगा की ओर से लड़ते हुए वीरगति पाने वाले आमेर के राजा पृथ्वीराज कच्छावा ने अपने 12 पुत्रों के लिए जागीर व्यवस्था निश्चित की जिसे 'बारह कोटड़ी' कहा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103/150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 भारमल एवं राजा भगवानदास के संदर्भ में निम्नलिखित कथनों पर विचार कीजिए: A. राजा भारमल राजस्थान के पहले राजपूत शासक थे जिन्होंने 1562 ई. में अकबर की अधीनता स्वीकार की। B. भारमल ने 1562 ई. में सांभर में अपनी पुत्री हरखाबाई (मरियम-उज़-ज़मानी) का विवाह अकबर से किया। C. भगवानदास ने अपनी पुत्री मानबाई का विवाह शहजादा सलीम (जहाँगीर) से किया, जिससे शहजादा खुसरो उत्पन्न हुआ। D. राजा भगवानदास सात वर्षों तक पंजाब के सूबेदार रहे तथा कश्मीर को मुगल साम्राज्य में मिलाने में मुख्य भूमिका निभाई।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104/150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भारमल (बिहारीमल) ने चगताई खाँ के सहयोग से जनवरी 1562 में सांगानेर में अकबर से भेंट की और सांभर में अपनी पुत्री हरखाबाई का विवाह अकबर से कर मुगल-राजपूत वैवाहिक संधियों की शुरुआत की। भारमल को अकबर ने 5000 का मनसब और 'अमीर-उल-उमरा' की उपाधि दी। भारमल के पुत्र राजा भगवानदास ने 1585 में अपनी पुत्री मानबाई (सुल्तान निशा/शाह बेगम) का विवाह जहाँगीर से किया। भगवानदास सात वर्ष तक पंजाब के गवर्नर रहे और 1589 में लाहौर में उनका निधन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104/150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मिर्जा राजा मानसिंह प्रथम (1589-1614 ई.) के ऐतिहासिक योगदान के संदर्भ में निम्नलिखित कथनों पर विचार कीजिए: A. अकबर ने मानसिंह को 'फर्जंद' (दत्तक पुत्र) और 'मिर्जा राजा' की उपाधि तथा सर्वोच्च 7000 जात व 7000 सवार का मनसब प्रदान किया था। B. मानसिंह ने 1592 ई. में उड़ीसा को जीतकर पहली बार मुगल साम्राज्य का अंग बनाया तथा वे काबुल, बिहार और बंगाल के सूबेदार रहे। C. मानसिंह ने 1592 ई. में आमेर के भव्य राजमहलों का निर्माण करवाया तथा बंगाल के राजा केदार को हराकर 'शीला देवी' की मूर्ति आमेर लाए। D. मानसिंह की रानी कनकवती ने अपने दिवंगत पुत्र जगतसिंह की स्मृति में आमेर में प्रसिद्ध 'जगत शिरोमणि मंदिर' का निर्माण करवाया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105/150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 मानसिंह प्रथम अकबर के नवरत्नों में प्रधान सेनापति थे। उन्होंने 1576 के हल्दीघाटी युद्ध का नेतृत्व किया, काबुल के 5 कबीलों को हराकर जयपुर के ध्वज को पचरंगा बनाया, 1592 में उड़ीसा जीता, और बंगाल के ढाका में मानसिंहपुर (अकबरनगर) बसाया। वे जसोर (पूर्वी बंगाल) से काले संगमरमर की अष्टभुजा महिषासुरमर्दिनी शीला देवी की चमत्कारी प्रतिमा लाए। उनकी रानी कनकवती द्वारा निर्मित जगत शिरोमणि मंदिर में वही काले पत्थर की कृष्ण मूर्ति स्थापित है जिसकी पूजा मीराबाई चित्तौड़ में किया करती थीं। मानसिंह के दरबार में 'मानचरित्र' और 'महाराजकोष' जैसे ग्रंथ रचे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105/150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मिर्जा राजा जयसिंह प्रथम (1621-1667 ई.) के संदर्भ में कौन-से कथन सत्य हैं? A. उन्होंने 11 वर्ष की अल्पायु में आमेर की गद्दी संभाली और तीन मुगल सम्राटों-जहाँगीर, शाहजहाँ और औरंगजेब की 46 वर्षों तक सेवा की। B. शाहजहाँ ने 1637 ई. में शुजा के साथ कंधार अभियान के समय उन्हें 'मिर्जा राजा' की उपाधि से सम्मानित किया था। C. 11 जून 1665 ई. को मिर्जा राजा जयसिंह और छत्रपति शिवाजी महाराज के मध्य ऐतिहासिक 'पुरंदर की संधि' संपन्न हुई थी। D. प्रसिद्ध रीतिकालीन कवि बिहारीलाल (बिहारी सतसई के रचयिता) मिर्जा राजा जयसिंह के ही दरबारी कवि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106/150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मिर्जा राजा जयसिंह प्रथम कच्छावा वंश के सबसे दीर्घकाल तक (1621-1667) शासन करने वाले प्रतापी कूटनीतिज्ञ थे। उन्होंने दक्षिण में मलिक अंबर के विद्रोह और उत्तर-पश्चिम में उजबेगों का दमन किया। 1665 में औरंगजेब ने उन्हें दक्षिण का सूबेदार बनाकर भेजा जहाँ जयसिंह ने शिवाजी को चारों ओर से घेरकर 11 जून 1665 को पुरंदर की ऐतिहासिक संधि पर हस्ताक्षर करने को विवश किया (जिसके तहत शिवाजी को 23 दुर्ग मुगलों को देने पड़े)। प्रसिद्ध कवि बिहारी ने इनके दरबार में 'बिहारी सतसई' (713 दोहे) की रचना की, जिसके प्रत्येक दोहे पर राजा उन्हें एक अशर्फी (सोने का सिक्का) देते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106/150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सवाई जयसिंह द्वितीय (1700-1743 ई.) के संदर्भ में निम्नलिखित कथनों पर विचार कीजिए: A. औरंगजेब ने उनकी वाक्पटुता और बुद्धिमत्ता से प्रभावित होकर उन्हें 'सवाई' (जयसिंह प्रथम से सवा गुना श्रेष्ठ) की उपाधि दी थी। B. 18 नवंबर 1727 ई. को उन्होंने वास्तुकार विद्याधर भट्टाचार्य के नक्शे के आधार पर वैदिक ग्रिड पद्धति पर 'जयपुर' नगर की स्थापना की। C. उन्होंने भारत के पाँच नगरों-जयपुर, दिल्ली, मथुरा, उज्जैन और वाराणसी में खगोलीय वेधशालाएं (जंतर-मंतर) बनवाईं। D. उन्होंने 1725 में नक्षत्रों की गति पर 'जीज-ए-मोहम्मदशाही' सारणी तैयार की और 'जयसिंह कारिका' नामक ज्योतिष ग्रंथ लिखा तथा 1740 में अंतिम अश्वमेध यज्ञ करवाया।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107/150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सवाई जयसिंह द्वितीय 18वीं सदी के भारत के महानतम खगोलविद्, वास्तुकार और राजनीतिज्ञ थे। उन्होंने सात मुगल बादशाहों का काल देखा। उन्होंने 1727 में जयपुर की स्थापना की जिसमें नाहरगढ़ दुर्ग (सुदर्शनगढ़) और जयगढ़ में एशिया की सबसे बड़ी तोप 'जयबाण' बनवाई। जयपुर का जंतर-मंतर (यूनेस्को विश्व धरोहर) दुनिया की सबसे बड़ी पत्थर की सूर्य घड़ी (सम्राट यंत्र) रखता है। उन्होंने बाल विवाह व सती प्रथा रोकने के नियम बनाए, और 1740 में पुंडरीक रत्नाकर के पौरोहित्य में भारत का अंतिम अश्वमेध यज्ञ संपन्न करवाया।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107/150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सवाई प्रताप सिंह (1778-1803 ई.) के कला एवं साहित्य प्रेम के संदर्भ में निम्नलिखित कथनों पर विचार कीजिए: A. उन्होंने 1799 ई. में बिना किसी नींव के भगवान श्रीकृष्ण के मुकुट के आकार में पाँच मंजिला 'हवा महल' का निर्माण करवाया, जिसके वास्तुकार लालचंद उस्ता थे। B. सवाई प्रताप सिंह स्वयं 'ब्रजनिधि' उपनाम से ब्रजभाषा और ढूंढाड़ी में उत्कृष्ट काव्य रचना करते थे। C. उनकी प्रमुख रचनाओं में 'मुरली विहार', 'रंग चौपड़', 'ब्रज शृंगार', 'प्रीतिलता' और 'श्री ब्रजनिधि मुक्तावली' शामिल हैं। D. उनके दरबार में 22 प्रकांड विद्वानों, संगीतज्ञों और कलाकारों की मंडली रहती थी जिसे 'गंधर्व बाईसी' या 'गुणीजन खाना' कहा जाता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108/150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सवाई प्रताप सिंह का शासनकाल जयपुर में कला, संगीत और साहित्य का स्वर्ण युग था। 1799 में निर्मित हवा महल में 953 खिड़कियाँ और 365 झरोखे हैं जिसकी पांच मंजिलें-शरद, रतन, विचित्र, प्रकाश और हवा मंदिर कहलाती हैं। प्रताप सिंह 'ब्रजनिधि' नाम से भक्ति व शृंगार रस के पद लिखते थे। उन्होंने देवर्षि ब्रजपाल भट्ट की अध्यक्षता में एक विशाल संगीत सम्मेलन आयोजित करवाकर 'राधा गोविंद संगीत सार' नामक मानक संगीत ग्रंथ तैयार करवाया। उनके दरबार में 22 कवि, 22 ज्योतिषी, 22 संगीतज्ञ व 22 चित्रकारों की प्रतिष्ठित 'गंधर्व बाईसी' सुशोभित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108/150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शाकम्भरी (सांभर) के चौहान राजवंश के प्रारंभिक इतिहास के संदर्भ में निम्नलिखित कथनों पर विचार कीजिए: A. बिजोलिया शिलालेख के अनुसार वासुदेव चौहान ने 551 ई. में सांभर झील का निर्माण कर शाकम्भरी चौहान वंश की स्थापना की थी। B. गूवक प्रथम ने प्रतिहारों की अधीनता समाप्त कर चौहानों को स्वतंत्र शासक के रूप में स्थापित किया और हर्षनाथ मंदिर बनवाया। C. वाक्पतिराज प्रथम चौहानों का शक्तिशाली शासक था जिसने 'महाराज' की उपाधि धारण की और प्रतिहारों को परास्त किया। D. विग्रहराज द्वितीय (973 ई. का हर्षनाथ लेख) ने गुजरात के चालुक्य शासक मूलराज प्रथम को पराजित कर भड़ौंच में आशापुरा माता का मंदिर बनवाया।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109/150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सांभर के चौहानों का मूल पुरुष वासुदेव चौहान (551 ई.) था जिसकी राजधानी अहिच्छत्रपुर (नागौर) थी। प्रारंभ में चौहान गुर्जर-प्रतिहारों के सामंत थे, किंतु गूवक प्रथम ने नागभट्ट द्वितीय के बाद प्रतिहारों की अधीनता से मुक्ति पाई। वाक्पतिराज प्रथम ने 188 युद्ध जीते। विग्रहराज द्वितीय ने 973 ई. में चालुक्य मूलराज प्रथम को हराकर दक्षिण में नर्मदा तट तक विजय पताका फहराई और भड़ौंच (गुजरात) में अपनी कुलदेवी आशापुरा माता का भव्य मंदिर बनवाया। उनके उत्तराधिकारी गोविंद तृतीय को पृथ्वीराज विजय में 'वैरीघट्ट' (शत्रुओं का संहारक) कहा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109/150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अजमेर के संस्थापक अजयराज चौहान (1105-1133 ई.) के संदर्भ में कौन-से कथन सही हैं? A. उन्होंने 1113 ई. में 'अजयमेरु' (अजमेर) नगर की स्थापना की तथा बीठली पहाड़ी पर अजयमेरु दुर्ग (तारागढ़/गढ़ बीठली) बनवाया। B. उन्होंने 'अजयप्रिय द्रम्म' नामक चांदी और तांबे के सिक्के चलाए, जिन पर उनकी रानी 'सोमलवती' (सोमलेखा) का नाम भी अंकित मिलता है। C. वे शैव मतावलंबी होते हुए भी सभी धर्मों के प्रति अत्यंत सहिष्णु थे। D. उन्होंने अजमेर में जैन मतावलंबियों को मंदिर बनाने की अनुमति दी और पार्श्वनाथ मंदिर के लिए स्वर्ण कलश भेंट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110/150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अजयराज चौहान ने 1113 ई. में सांभर से राजधानी स्थानांतरित कर अजमेर नगर बसाया और गढ़ बीठली दुर्ग का निर्माण करवाया। उन्होंने राजस्थान में पहली बार रानी के नाम वाले सिक्के चलाए जिसमें उनकी पटरानी सोमलवती का नाम और चित्र उत्कीर्ण है। अजयराज एक धर्म-सहिष्णु शासक थे जिन्होंने वैष्णव, शैव और जैन तीनों मतों को समान संरक्षण दिया। जैन विद्वान रविप्रभ सूरि कृत 'धर्मघोष स्तुति' से ज्ञात होता है कि अजयराज ने दिगंबर व श्वेतांबर जैन विद्वानों धर्मघोष और गुणचंद्र के मध्य हुए शास्त्रार्थ की स्वयं अध्यक्षता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110/150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अजमेर में तुर्कों (मुस्लिम आक्रांताओं) के रक्त से अपवित्र हुई भूमि को शुद्ध करने के लिए चंद्रा नदी का जल रोककर 'आनासागर झील' तथा पुष्कर में 'वराह मंदिर' का निर्माण किस चौहान शासक ने करवाया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अजयराज चौहान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अर्णोराज (आनाजी)</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विग्रहराज चतुर्थ</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पृथ्वीराज तृतीय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111/150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अर्णोराज (आनाजी)</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अजयराज चौहान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विग्रहराज चतुर्थ</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पृथ्वीराज तृतीय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अर्णोराज (आनाजी, 1133-1153 ई.) अजयराज के पुत्र थे। उन्होंने अजमेर पर आक्रमण करने वाली तुर्क सेना को बुरी तरह परास्त कर उनका संहार किया और युद्धभूमि को पवित्र करने के लिए चंद्रा (लूणी की सहायक) नदी का पानी रोककर 1137 ई. में भव्य 'आनासागर झील' का निर्माण कराया। बाद में जहाँगीर ने यहाँ 'दौलत बाग' (सुभाष उद्यान) तथा शाहजहाँ ने पाँच 'बारहदरी' (संगमरमर के मंडप) बनवाए। अर्णोराज ने पुष्कर में प्रसिद्ध वराह मंदिर का निर्माण कराया और उनके दरबार में देवबोध और धर्मघोष जैसे प्रकांड पंडित रहते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111/150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विग्रहराज चतुर्थ (बीसलदेव, 1158-1163 ई.) के गौरवशाली शासनकाल के संदर्भ में निम्नलिखित कथनों पर विचार कीजिए: A. उनका शासनकाल 'सपादलक्ष/अजमेर के चौहान साम्राज्य का स्वर्ण युग' कहलाता है तथा उन्होंने तोमरों को हराकर 'ढिल्लिका' (दिल्ली) पर अधिकार किया। B. उन्होंने संस्कृत में विश्वविख्यात 'हरिकेलि नाटक' की रचना की तथा जयानक भट्ट ने उन्हें 'कवि बांधव' (कवियों का आश्रयदाता) की उपाधि दी। C. उनके राजकवि सोमदेव ने 'ललित विग्रहराज' नाटक लिखा जिसमें बीसलदेव और इंद्रपुर की राजकुमारी देसलदेवी की प्रणय कथा है। D. उन्होंने अजमेर में 'सरस्वती कंठाभरण' संस्कृत पाठशाला बनवाई, जिसे 1198 ई. में कुतुबुद्दीन ऐबक ने तोड़कर 'ढाई दिन का झोंपड़ा' मस्जिद में बदल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112/150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विग्रहराज चतुर्थ चौहान वंश के सर्वाधिक महान सम्राट थे। उन्होंने दिल्ली के तोमर शासकों को हराकर चौहान साम्राज्य को हिमालय की शिवालिक पहाड़ियों तक फैलाया (दिल्ली-टोपरा स्तंभ लेख)। स्वयं महान विद्वान होने के कारण उन्होंने भारवि के किरातार्जुनीयम् पर आधारित 'हरिकेलि नाटक' लिखा जिसकी पंक्तियाँ आज भी ढाई दिन के झोंपड़े और ब्रिस्टल (इंग्लैंड) में राजा राममोहन राय के स्मारक पर खुदी हैं। इतिहासकार एफ. कीलहॉर्न ने उनकी विद्वता की प्रशंसा करते हुए लिखा कि "वह उन हिंदू शासकों में से थे जो कालिदास और भवभूति की होड़ कर सकते थे।" उन्होंने जैन मुनि धर्मघोष सूरि के उपदेश से एकादशी के दिन पशुवध पर पूर्ण प्रतिबंध लगाया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112/150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सम्राट पृथ्वीराज चौहान तृतीय (1177-1192 ई.) के संदर्भ में निम्नलिखित कथनों पर विचार कीजिए: A. उन्होंने 11 वर्ष की अल्पायु में गद्दी संभाली और 'दलपंगुल' (विश्व विजेता) एवं 'राय पिथौरा' की उपाधियाँ धारण कीं। B. 1182 ई. में उन्होंने महोबा के चंदेल शासक परमार्दिदेव को 'तुमूल के युद्ध' में पराजित किया, जिसमें वीर आल्हा और ऊदल वीरगति को प्राप्त हुए। C. 1191 ई. के तराइन के प्रथम युद्ध में पृथ्वीराज ने शहाबुद्दीन मुहम्मद गोरी को बुरी तरह परास्त किया। D. 1192 ई. के तराइन के द्वितीय युद्ध में गोरी ने कूटनीति व छल-बल से पृथ्वीराज तृतीय को पराजित कर भारत में मुस्लिम सत्ता की नींव रखी।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113/150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पृथ्वीराज तृतीय (भारतेश्वर) भारत के अंतिम प्रतापी हिंदू सम्राट थे। उन्होंने नागार्जुन के विद्रोह को दबाया, भंडानकों का दमन किया, गुजरात के चालुक्य भीमदेव द्वितीय से संधि की और महोबा के चंदेलों को हराया। 1191 में हरियाणा के करनाल में तराइन के पहले युद्ध में पृथ्वीराज के सेनापति गोविंदराज तोमर ने गोरी को घायल कर भगा दिया। किंतु 1192 के दूसरे युद्ध में गोरी ने रात्रि में कपटपूर्ण संधि वार्ता के बहाने अचानक हमला कर पृथ्वीराज को सिरसा (सरस्वती नदी के पास) बंदी बना लिया। पृथ्वीराज के दरबार में चंदबरदाई, जयानक, विद्यापति गौड़, वागीश्वर, जनार्दन और विश्वरूप जैसे विद्वान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113/150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पृथ्वीराज चौहान तृतीय और कन्नौज के राजा जयचंद गहड़वाल की पुत्री संयोगिता के स्वयंवर और विवाह के प्रसंग को किस इतिहासकार ने 'कोरी काल्पनिक कथा' मानकर ऐतिहासिक रूप से खारिज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महाकवि चंदबरदायी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अबुल फज़ल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गौरीशंकर हीराचंद ओझा एवं डॉ. आर.एस. त्रिपाठी</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 चंद्रशेखर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114/150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डॉ. गौरीशंकर हीराचंद ओझा एवं डॉ. आर.एस. त्रिपाठी</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महाकवि चंदबरदायी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अबुल फज़ल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 चंद्रशेखर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पृथ्वीराज और संयोगिता के प्रेम व स्वयंवर हरण की कथा का सर्वप्रथम विस्तृत वर्णन चंदबरदायी की 'पृथ्वीराज रासो' और बाद में अबुल फज़ल की 'आईन-ए-अकबरी' व चंद्रशेखर के 'सुरजन चरित' में मिलता है। किंतु आधुनिक वैज्ञानिक इतिहासकारों-डॉ. गौरीशंकर हीराचंद ओझा, डॉ. रोमिला थापर और डॉ. आर.एस. त्रिपाठी ने समकालीन रंभा मंजरी, पृथ्वीराज विजय व गहड़वाल शिलालेखों में इसका कोई उल्लेख न होने के कारण इसे कवियों की कोरी कल्पना व अनैतिहासिक माना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114/150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रणथंभौर के चौहान राजवंश के संदर्भ में निम्नलिखित कथनों पर विचार कीजिए: A. 1194 ई. में पृथ्वीराज तृतीय के पुत्र गोविंदराज ने रणथंभौर में चौहान वंश की नींव रखी थी। B. वीरनारायण का दिल्ली के सुल्तान इल्तुतमिश से संघर्ष हुआ जिसमें छल से वीरनारायण की हत्या कर दी गई। C. वाग्भट्ट और उनके पुत्र जैत्रसिंह ने दिल्ली के सुल्तानों (नासिरुद्दीन महमूद व बलबन) की सेनाओं को परास्त कर रणथंभौर की स्वतंत्रता बनाए रखी। D. जैत्रसिंह के 32 वर्षों के शासनकाल की स्मृति में उनके पुत्र राणा हम्मीर ने रणथंभौर दुर्ग में '32 खंभों की न्याय की छतरी' बनवाई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115/150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तराइन के द्वितीय युद्ध के बाद गोविंदराज ने रणथंभौर को अपना केंद्र बनाया। वीरनारायण ने इल्तुतमिश के हमलों का वीरता से सामना किया। जैत्रसिंह (जयसिंह) ने 32 वर्ष (1250-1282) तक सफलतापूर्वक शासन कर रणथंभौर को अजेय बना दिया। जैत्रसिंह की मृत्यु के बाद उनके सुयोग्य पुत्र हम्मीरदेव चौहान ने अपने पिता के 32 वर्षों के न्यायप्रिय शासन की याद में लाल पत्थरों की 32 खंभों वाली भव्य छतरी बनवाई, जिसके नीचे बैठकर वे प्रजा को न्याय प्रदान करते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115/150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रणथंभौर के प्रतापी शासक राणा हम्मीरदेव चौहान (1282-1301 ई.) के संदर्भ में कौन-से कथन सत्य हैं? A. हम्मीर ने अपने जीवन में लड़े गए 17 युद्धों में से 16 युद्धों में विजय प्राप्त की और राजपुरोहित विश्वरूप के निर्देशन में 'कोटियज्ञ' का आयोजन किया। B. 1291-92 ई. में जलालुद्दीन खिलजी ने रणथंभौर का घेरा डाला किंतु असफल होकर कहा: "मैं ऐसे दस किलों को मुसलमान के एक बाल के बराबर भी नहीं समझता।" C. हम्मीर ने शरणागत की रक्षा के धर्म का पालन करते हुए अलाउद्दीन खिलजी के विद्रोही मंगोल सेनापति मीर मुहम्मद शाह और केहब्रू को शरण दी। D. 11 जुलाई 1301 को रणमल और रतिपाल के विश्वासघात के कारण दुर्ग का पतन हुआ; रानी रंगदेवी के नेतृत्व में राजस्थान का प्रथम ऐतिहासिक जल जौहर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116/150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हम्मीरदेव चौहान अपने दृढ़ प्रण और शरणागत वत्सलता के लिए इतिहास में अमर हैं ("सिंह सवन सत्पुरुष वचन कदली फलत इक बार, तिरिया तेल हम्मीर हठ चढ़े न दूजी बार")। अलाउद्दीन ने जब विद्रोही मंगोल सेनापति मुहम्मद शाह को सौंपने की मांग की, तो हम्मीर ने शरणागत की रक्षा हेतु युद्ध चुना। अलाउद्दीन ने 1301 में उल्लूग खाँ व नुसरत खाँ के साथ आक्रमण किया (नुसरत खाँ मारा गया)। हम्मीर के सेनापतियों रणमल व रतिपाल को दुर्ग का लालच देकर मिला लिया गया जिससे खाद्य सामग्री में हड्डियां मिलवा दी गईं। 11 जुलाई 1301 को हम्मीर लड़ते हुए वीरगति को प्राप्त हुए और पद्मला तालाब में रानी रंगदेवी ने जल जौहर किया। हम्मीर स्वयं विद्वान थे और उन्होंने 'शृंगारहार' ग्रंथ लिखा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116/150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जालौर के सोनगरा चौहान शासक कान्हड़देव (1305-1311 ई.) के संदर्भ में निम्नलिखित कथनों पर विचार कीजिए: A. जालौर के चौहान वंश की स्थापना 1181 ई. के लगभग नाडोल शाखा के कीर्तिपाल ('कीतू एक महान राजा') ने की थी। B. पद्मनाभ कृत 'कान्हड़दे प्रबंध' और 'वीरमदे सोनगरा री बात' में कान्हड़देव के पुत्र वीरमदेव और अलाउद्दीन खिलजी की पुत्री फिरोजा के प्रेम प्रसंग और संघर्ष का वर्णन है। C. 1308 ई. में अलाउद्दीन ने सिवाना दुर्ग पर अधिकार कर उसका नाम 'खैराबाद' रखा, जहाँ सातलदेव और सोमेश्वर वीरगति को प्राप्त हुए। D. 1311 ई. में दहिया राजपूत बीका के विश्वासघात के कारण खिलजी सेना जालौर दुर्ग में घुसी; कान्हड़देव वीरगति को प्राप्त हुए और वीरांगनाओं ने जौहर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117/150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जालौर के सोनगरा चौहानों का इतिहास अद्वितीय वीरता का प्रतीक है। 1308 में खिलजी ने कमालुद्दीन गुर्ग के नेतृत्व में सिवाना (जालौर की कुंजी) पर हमला किया और भावले पंवार के विश्वासघात से दुर्ग जीतकर उसका नाम खैराबाद रखा। 1311 में जालौर पर आक्रमण हुआ। दहिया राजपूत बीका ने गुप्त सुरंग का भेद बता दिया (जिस पर उसकी देशभक्त पत्नी हीरादे ने सोते हुए बीका का वध कर दिया)। कान्हड़देव और उनके वीर पुत्र वीरमदेव मातृभूमि की रक्षा करते हुए खेत रहे। महाकवि पद्मनाभ ने इस अमर बलिदान को 'कान्हड़दे प्रबंध' में अमर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117/150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गुर्जर-प्रतिहार राजवंश के शासकों एवं उनकी उपलब्धियों के संदर्भ में कौन-से कथन सत्य हैं? A. नागभट्ट प्रथम (730-760 ई.) को 'राम का प्रतिहार', 'म्लेच्छों (अरबों) का नाशक' कहा गया और उनका दरबार 'नागावलोक का दरबार' कहलाता था। B. वत्सराज (775-800 ई.) के शासनकाल में 778 ई. में उद्योतन सूरि ने 'कुवलयमाला' तथा जिनसेन ने 'हरिवंश पुराण' की रचना की। C. नागभट्ट द्वितीय ने गंगा में जल समाधि ली थी तथा उन्होंने कन्नौज को जीतकर प्रतिहार साम्राज्य की मुख्य राजधानी बनाया। D. मिहिरभोज (836-885 ई.) के शासनकाल में अरब यात्री सुलेमान भारत आया था, जिसने मिहिरभोज को इस्लाम का सबसे बड़ा शत्रु और 'बरुआ' (आदिवराह) कहा।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118/150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गुर्जर-प्रतिहारों ने 8वीं से 10वीं शताब्दी तक पश्चिमोत्तर सीमा पर अरब मुस्लिम आक्रमणों के विरुद्ध भारत के 'द्वारपाल' (प्रतिहार) की भूमिका निभाई। नागभट्ट प्रथम ने अरब खलीफा जुनैद को हराया (ग्वालियर प्रशस्ति में इन्हें नारायण की मूर्ति कहा गया)। वत्सराज के समय प्रसिद्ध 18 देशी भाषाओं का उल्लेख करने वाला ग्रंथ 'कुवलयमाला' (जालौर में) रचा गया। मिहिरभोज प्रतिहार वंश के सबसे प्रतापी सम्राट थे जिन्होंने 'आदिवराह' और 'प्रभास' की उपाधियाँ धारण कीं। सुलेमान ने मिहिरभोज की विशाल घुड़सवार सेना और साम्राज्य में चोरी-डकैती न होने की भूरि-भूरि प्रशंसा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118/150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मध्यकालीन राजस्थान के प्रमुख ऐतिहासिक साहित्यिक ग्रंथों और उनके रचनाकारों का सही सुमेलन कीजिए: सूची-I (ग्रंथ): सूची-I: A. राजरूपक B. पृथ्वीराज विजय C. हम्मीर महाकाव्य D. सुरजन चरित सूची-II: 1. नयनचंद्र सूरि 2. कविराज वीरभाण 3. कश्मीरी कवि जयानक 4. कवि चंद्रशेखर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119/150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C-1,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डिंगल भाषा का प्रसिद्ध ग्रंथ 'राजरूपक' वीरभाण रतनू द्वारा लिखा गया, जिसमें 1787 में जोधपुर महाराजा अभयसिंह और गुजरात के सूबेदार सरबुलंद खाँ के बीच लड़े गए अहमदाबाद युद्ध का आँखों देखा विवरण है। 'पृथ्वीराज विजय' महाकाव्य 1191-93 के मध्य कश्मीरी पंडित जयानक ने अजमेर में संस्कृत में लिखा। 'हम्मीर महाकाव्य' जैन मुनि नयनचंद्र सूरि द्वारा रचित रणथंभौर के इतिहास का प्रामाणिक स्रोत है। 'सुरजन चरित' और 'हम्मीर हठ' की रचना बूंदी के राव सुरजन हाड़ा के दरबारी कवि चंद्रशेखर ने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119/150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प्रमुख राजवंशों के शासकों और उनकी ऐतिहासिक उपाधियों का सही सुमेलन कीजिए: सूची-I (शासक): सूची-I: A. विग्रहराज चतुर्थ B. सवाई प्रताप सिंह C. गोविंद तृतीय D. पृथ्वीराज चौहान तृतीय सूची-II: 1. दलपंगुल (विश्व विजेता) 2. कवि बांधव 3. ब्रजनिधि 4. वैरीघट्ट (शत्रु संहारक)</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120/150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B-3, C-4, D-1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विग्रहराज चतुर्थ को विद्वानों का आश्रयदाता होने के कारण जयानक ने 'कवि बांधव' कहा। सवाई प्रताप सिंह 'ब्रजनिधि' नाम से अपनी सुंदर कविताएं लिखते थे। सांभर के गोविंद तृतीय को शत्रुओं का नाश करने के कारण 'वैरीघट्ट' कहा गया। पृथ्वीराज चौहान तृतीय को उनकी दिग्विजियों के कारण 'दलपंगुल' (दलपुंगल) तथा 'राय पिथौरा' कहा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120/150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बिजोलिया किसान आंदोलन (1897-1941 ई.) के पृष्ठभूमि एवं प्रथम चरण के संदर्भ में निम्नलिखित कथनों पर विचार कीजिए: A. यह भारत का सबसे लंबा चलने वाला (44 वर्ष) पूर्णतः अहिंसक और स्वतःस्फूर्त किसान आंदोलन था, जो मेवाड़ के बिजोलिया (ऊपरमाल) ठिकाने में हुआ। B. 1897 ई. में गिरधारीपुरा गाँव में गंगाराम धाकड़ के पिता के मृत्यु-भोज (मौसर) के अवसर पर एकत्रित किसानों ने जागीरी अत्याचारों के विरुद्ध आवाज उठाने का निर्णय लिया। C. किसानों ने नानजी पटेल (बेरीसाल) और ठाकरी पटेल (गोपाल निवास) को महाराणा फतेहसिंह से शिकायत करने उदयपुर भेजा था। D. महाराणा ने जांच हेतु राजस्व अधिकारी हामिद हुसैन को भेजा, जिसने किसानों पर 84 प्रकार की अवैध लाग-बागों और बेगार की पुष्टि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121/150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बिजोलिया (भीलवाड़ा) मेवाड़ का प्रथम श्रेणी (सोलह उमराव) का ठिकाना था जहाँ धाकड़ जाति के 60% से अधिक मेहनतकश किसान रहते थे। जागीरदार किसानों से 84 प्रकार की लाग-बाग (लाटा-कुंता, चूड़ा लाग, कांसा परोसा, बैठ-बेगार आदि) वसूलता था। 1897 में गिरधारीपुरा गाँव से संगठित होकर नानजी और ठाकरी पटेल ने महाराणा से गुहार लगाई। यद्यपि हामिद हुसैन की जांच में जुल्म साबित हुए, किंतु महाराणा द्वारा राव कृष्णसिंह के विरुद्ध कोई ठोस कदम न उठाने से जागीरदार का हौसला और बढ़ गया तथा उसने दोनों पटेलों को ठिकाने से निष्कासित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121/150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बिजोलिया किसान आंदोलन में 'चंवरी कर' एवं 'तलवार बंधाई कर' के विरोध के संदर्भ में कौन-से कथन सत्य हैं? A. 1903 ई. में राव कृष्णसिंह ने प्रत्येक किसान पर अपनी लड़की के विवाह के अवसर पर 5 रुपये का 'चंवरी कर' लगाया। B. किसानों ने दो वर्षों तक अपनी पुत्रियों का विवाह स्थगित रखा और खेतों में हल न चलाकर भूमि को पड़त छोड़ दिया, जिससे विवश होकर 1904 में राव ने चंवरी कर आधा कर दिया। C. 1906 ई. में नए जागीरदार राव पृथ्वीसिंह ने किसानों पर भारी 'तलवार बंधाई कर' (उत्तराधिकार शुल्क) थोप दिया। D. साधु सीताराम दास, फतहकरण चारण और ब्रह्मदेव ने किसानों को संगठित कर तलवार बंधाई देने से साफ मना कर दिया; 1914 में ठिकाना कोर्ट ऑफ वार्ड्स (अमरसिंह राणावत प्रशासक) के अधीन आ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122/150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चंवरी कर (विवाह पर कर) का विरोध किसानों के आत्मसम्मान और आर्थिक असहयोग की अभूतपूर्व मिसाल था। 200 विवाह योग्य कन्याओं को लेकर किसान राव के सामने पहुँचे और जब वह नहीं माना तो 2 वर्ष तक शादी नहीं की और खेती बंद कर दी, जिससे जागीरदार को झुकना पड़ा। 1906 में पृथ्वीसिंह ने पूर्व रियायतें रद्द कर तलवार बंधाई का बोझ किसानों पर डाला। साधु सीताराम दास (बिजोलिया आंदोलन के जनक) ने पुस्तकालय से किसानों को जोड़ा। 1914 में पृथ्वीसिंह की मृत्यु के बाद नाबालिक केसरीसिंह के समय मेवाड़ सरकार ने अमरसिंह राणावत को मुंसरिम (प्रशासक) बनाकर कोर्ट ऑफ वार्ड्स स्थापित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122/150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विजय सिंह पथिक (भूप सिंह) एवं बिजोलिया आंदोलन के द्वितीय चरण (1916-1923 ई.) के संदर्भ में निम्नलिखित कथनों पर विचार कीजिए: A. विजय सिंह पथिक का जन्म 1882 ई. में गुठावली (बुलंदशहर, उ.प्र.) में हुआ था; वे रासबिहारी बोस और शचींद्रनाथ सान्याल के सशस्त्र क्रांति दल से जुड़े थे। B. पथिक जी ने 1916 में साधु सीताराम दास के आग्रह पर बिजोलिया आंदोलन का नेतृत्व संभाला और 1917 (हरियाली अमावस्या) को 'ऊपरमाल पंच बोर्ड' (मन्ना पटेल सरपंच) की स्थापना की। C. पथिक जी ने कानपुर से निकलने वाले गणेशशंकर विद्यार्थी के अखबार 'प्रताप', तिलक के 'मराठा' और गांधीजी के सहयोग से आंदोलन को राष्ट्रीय स्तर पर ख्याति दिलाई। D. आंदोलन के दबाव में मेवाड़ सरकार ने 1919 में मांडलगढ़ हाकिम बिंदुलाल भट्टाचार्य आयोग बनाया तथा फरवरी 1922 में ए.जी.जी. रॉबर्ट हॉलैंड ने किसानों से समझौता कर 35 लागतें माफ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123/150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विजय सिंह पथिक भारत में संगठित किसान आंदोलन के राष्ट्रीय जनक माने जाते हैं। टोडगढ़ जेल से फरार होकर वे बिजोलिया पहुँचे जहाँ उन्होंने 'विद्या प्रचारिणी सभा' और 'ऊपरमाल सेवा समिति' बनाई तथा 'ऊपरमाल का डंका' पर्चा निकाला। उन्होंने माणिक्य लाल वर्मा को सरकारी सेवा छुड़वाकर आंदोलन में जोड़ा (जिन्होंने 'पंछीड़ा' लोकगीत से किसानों में जोश भरा)। गांधीजी ने महादेव देसाई को जांच हेतु भेजा और पथिक जी को 'राष्ट्रीय पथिक' की उपाधि दी। बाल गंगाधर तिलक ने सेंट्रल असेंबली में बिजोलिया का मुद्दा उठाया। 11 फरवरी 1922 को हॉलैंड समझौते में 84 में से 35 कर समाप्त कर दिए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123/150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बेगूं किसान आंदोलन (1921-1925 ई.) के संदर्भ में निम्नलिखित कथनों पर विचार कीजिए: A. बिजोलिया से प्रेरित होकर बेगूं (चित्तौड़गढ़) के किसानों ने 1921 में मेनाल के 'भैंरूकूंड' नामक स्थान पर एकत्रित होकर राजस्थान सेवा संघ के रामनारायण चौधरी के नेतृत्व में आंदोलन शुरू किया। B. बेगूं के ठाकुर अनूपसिंह और राजस्थान सेवा संघ के मध्य हुए समझौते को मेवाड़ सरकार और अंग्रेजों ने मानने से इनकार कर दिया और इसे 'बोल्शेविक समझौता' की संज्ञा दी। C. मेवाड़ सरकार ने बंदोबस्त आयुक्त ट्रेंच की अध्यक्षता में 'ट्रेंच आयोग' गठित किया, जिसने किसानों पर दमनात्मक नीतियां अपनाईं। D. 13 जुलाई 1923 को गोविंदपुरा गाँव में किसानों के शांतिपूर्ण सम्मेलन पर ट्रेंच के आदेश से सेना ने गोलियां चलाईं, जिसमें रूपाजी और कृपाजी धाकड़ शहीद हो गए।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124/150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बेगूं मेवाड़ का प्रथम श्रेणी ठिकाना था जहाँ किसानों से 25 प्रकार की लागतें और अत्यधिक लगान लिया जाता था। किसानों ने मेनाल में एकत्रित होकर रामनारायण चौधरी को बागडोर सौंपी। ठाकुर अनूपसिंह ने विवश होकर समझौता किया, किंतु रेजीडेंट विलकिंसन और मेवाड़ सरकार ने इसे रूसी क्रांति जैसा 'बोल्शेविक समझौता' बताकर अनूपसिंह को उदयपुर में नजरबंद कर दिया। 13 जुलाई 1923 को गोविंदपुरा में किसान एकत्र हुए जहाँ पुलिस ने अंधाधुंध फायरिंग की। वीर रूपाजी धाकड़ और कृपाजी धाकड़ मातृभूमि और किसान अधिकारों के लिए शहीद हो गए। बाद में पथिक जी ने गुप्त रूप से बेगूं पहुंचकर आंदोलन का नेतृत्व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124/150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बूंदी किसान आंदोलन (बरड़ किसान आंदोलन) के दौरान 2 अप्रैल 1923 को 'डाबी' गाँव में पुलिस अधीक्षक इकराम हुसैन की गोलियों से कौन-से देशभक्त किसान 'झंडा गीत' गाते हुए शहीद हुए?</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नानकजी भील एवं देवीराम गुर्जर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रूपाजी एवं कृपाजी धाकड़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बीरबल सिंह एवं चुन्नीलाल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नानजी पटेल एवं ठाकरी पटेल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125/150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नानकजी भील एवं देवीराम गुर्जर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रूपाजी एवं कृपाजी धाकड़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बीरबल सिंह एवं चुन्नीलाल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नानजी पटेल एवं ठाकरी पटेल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बूंदी राज्य के पथरीले क्षेत्र 'बरड़' में 1922 में पंडित नयनूराम शर्मा और राजस्थान सेवा संघ के नेतृत्व में 25 प्रकार की लागतों और बेगार प्रथा के विरुद्ध किसान आंदोलन शुरू हुआ। 2 अप्रैल 1923 को डाबी गाँव में किसानों और महिलाओं की एक विशाल सभा हो रही थी। पुलिस अधीक्षक इकराम हुसैन के नेतृत्व में पुलिस ने निहत्थी भीड़ को घेरकर गोलियां चला दीं। देशभक्त नानकजी भील हाथ में तिरंगा झंडा थामे 'प्राण मित्रों भले ही गवाना पर झंडा ना नीचे गिराना' गाते हुए सीने पर गोली खाकर शहीद हो गए। उनके साथ देवीराम (देवा) गुर्जर भी शहीद हुए। माणिक्य लाल वर्मा ने नानक भील की स्मृति में अमर 'अर्जी' शीर्षक से ओजस्वी गीत लिखा।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125/150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अलवर रियासत के किसान आंदोलन एवं 'नीमूचाणा हत्याकांड' (14 मई 1925 ई.) के संदर्भ में निम्नलिखित कथनों पर विचार कीजिए: A. यह आंदोलन महाराजा जयसिंह द्वारा 1923-24 के नए भूमि बंदोबस्त में लगान में 40% की भारी वृद्धि करने और जंगली सुअरों के उत्पात के विरोध में शुरू हुआ था। B. बानसूर और थानागाजी के राजपूत किसानों ने माधोसिंह और गोविंदसिंह के नेतृत्व में लगान देने से इनकार कर दिया तथा दिल्ली में क्षत्रिय महासभा में 'पुकार' पुस्तिका बांटी। C. 14 मई 1925 को नीमूचाणा गाँव (बानसूर) में शांतिपूर्ण किसान सभा पर सरकारी कमांडर छाजू सिंह ने तोपों और बंदूकों से गोलियां चलवाईं जिसमें 156 किसान शहीद हुए और 144 घर जला दिए गए। D. महात्मा गांधी ने 'यंग इंडिया' में इस हत्याकांड को "जलियांवाला बाग से भी अधिक वीभत्स" और 'दोहरी डायरशाही' (Dyerism Double Distilled) कहा तथा 'रियासत' अखबार ने इसकी तुलना जलियांवाला से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126/150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अलवर में जंगली सुअरों को मारने पर प्रतिबंध था जो किसानों की तैयार फसलों को बर्बाद कर देते थे, साथ ही 40% बढ़ा हुआ लगान थोपा गया था। 14 मई 1925 को बानसूर के नीमूचाणा गाँव में 2500 से अधिक किसान एकत्रित थे। राज्य सेना के क्रूर कमांडर छाजू सिंह (जिसे राजस्थान का जनरल डायर कहा गया) ने पूरे गाँव को घेरकर आग लगा दी और अंधाधुंध मशीनगनें चलवाईं। गांधीजी ने यंग इंडिया में इसे 'दोहरी डायरशाही' लिखा और राजस्थान सेवा संघ ने तरुण राजस्थान में इसका सच उजागर किया। अंततः सरकार को झुकना पड़ा और पुराना लगान बहाल करना पड़ा।</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126/150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शेखावाटी / सीकर किसान आंदोलन एवं 'कटराथल महिला सम्मेलन' (25 अप्रैल 1934 ई.) के संदर्भ में कौन-से कथन सत्य हैं? A. सीकर के राव राजा कल्याण सिंह द्वारा लगान बढ़ाने और सिहोट के ठाकुर मानसिंह द्वारा सोतिया का बास गाँव में किसान महिलाओं से किए गए दुर्व्यवहार के विरोध में यह आंदोलन हुआ। B. 25 अप्रैल 1934 को कटराथल (सीकर) में सरदार हरलाल सिंह की पत्नी 'श्रीमती किशोरी देवी' की अध्यक्षता में 10,000 जाट महिलाओं का ऐतिहासिक महासम्मेलन हुआ। C. इस सम्मेलन में मुख्य ओजस्वी वक्ता उत्तमा देवी (ठाकुर देशराज की पत्नी) और धापी दादी थीं। D. 25 अप्रैल 1935 को सीकर के 'कूदण गाँव' में कैप्टन वेब के आदेश से किसानों पर गोलियां चलाई गईं, जिसकी गूँज ब्रिटिश संसद (हाउस ऑफ कॉमन्स) में सुनाई 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127/150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शेखावाटी किसान आंदोलन जागीरदारी शोषण के विरुद्ध किसानों और महिलाओं का अद्वितीय संघर्ष था। 1934 में जब सिहोट के ठाकुर ने किसान महिलाओं को अपमानित किया, तो किशोरी देवी के आह्वान पर पर्दा प्रथा को तोड़कर 10,000 वीरांगनाएं कटराथल में एकत्रित हुईं। ठाकुर देशराज की पत्नी उत्तमा देवी ने ऐसा ओजस्वी भाषण दिया कि पूरा शेखावाटी आंदोलित हो उठा। 1935 में कूदण हत्याकांड में धापी दादी के ललकारने पर किसानों ने कर देने से इनकार किया जिस पर पुलिस ने फायरिंग की (चेतराम, टिकूराम शहीद)। ब्रिटिश सांसद पैथिक लॉरेंस ने ब्रिटिश संसद में सीकर के किसानों पर अत्याचारों का मुद्दा उठाया।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127/150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बीकानेर रियासत के किसान आंदोलनों के संदर्भ में निम्नलिखित कथनों पर विचार कीजिए: A. 1937 ई. में 'उदरासर' के किसानों ने जीवन चौधरी के नेतृत्व में जागीरी करों के विरुद्ध आवाज उठाई थी। B. 1944-45 में 'दूधवाखारा किसान आंदोलन' (चूरू) का नेतृत्व किसान नेता हनुमान सिंह आर्य और मघाराम वैद्य ने किया; हनुमान सिंह महाराजा से मिलने माउंट आबू तक पहुँचे थे। C. 30 जून - 1 जुलाई 1946 को रायसिंहनगर में प्रजा परिषद के सम्मेलन पर पुलिस फायरिंग में तिरंगा थामे वीर 'बीरबल सिंह' शहीद हुए, जिनकी याद में 17 जुलाई 1946 को 'बीरबल दिवस' मनाया गया। D. बीकानेर किसान आंदोलन के अग्रणी नेता कुंभाराम आर्य ने सामंती व्यवस्था और लाग-बाग के विरोध में 'किसान यूनियन क्यों?' नामक प्रसिद्ध पुस्तक लिखी।</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128/150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बीकानेर रियासत में 37 प्रकार के सामंती कर और कठोर बेगार लागू थी। दूधवाखारा में सूरजमल सिंह के अत्याचारों के विरुद्ध हनुमान सिंह आर्य ने आमरण अनशन किया और जेल में कठोर यातनाएं सहीं (उनकी माता गौरा देवी और खेतू बाई ने भी संघर्ष किया)। रायसिंहनगर गोलीकांड में शहीद बीरबल सिंह की शहादत की जांच हेतु हीरालाल शास्त्री, गोकुलभाई भट्ट और रघुवरदयाल गोयल समिति बनी। किसान नेता कुंभाराम आर्य ने 'किसान यूनियन क्यों' लिखकर किसानों को अपने अधिकारों के लिए संगठित किया तथा स्वतंत्रता के बाद भी पंचायती राज और किसान उत्थान में जीवन समर्पित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128/150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13 मार्च 1947 को मारवाड़ लोक परिषद एवं किसान सभा के सम्मेलन के दौरान जागीरदारों के सशस्त्र गुंडों द्वारा मोतीलाल चौधरी के घर पर भीषण हमला कर परिजनों की हत्या करने की नृशंस घटना किस गाँव में घटित हुई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डाबड़ा (डीडवाना परगना)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नीमूचाणा (अलवर)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कूदन (सीकर)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मानगढ़ (बांसवाड़ा)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129/150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डाबड़ा (डीडवाना परगना)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नीमूचाणा (अलवर)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कूदन (सीकर)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मानगढ़ (बांसवाड़ा)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मार्च 1947 को डीडवाना परगने के 'डाबड़ा' गाँव में स्थानीय किसान नेता मोतीलाल चौधरी के आवास पर मारवाड़ किसान सभा और लोक परिषद का संयुक्त सम्मेलन आयोजित हो रहा था। सम्मेलन में भाग लेने पहुँचे लोक परिषद के प्रमुख नेताओं-मथुरादास माथुर, द्वारकादास पुरोहित, राधाकिशन बोहरा, छगनराज चौपासनीवाला आदि पर जागीरदारों के सशस्त्र लठैतों ने जानलेवा हमला कर दिया। मोतीलाल की माता के पैर काट दिए गए, उनके पिता व भाई की नृशंस हत्या कर दी गई तथा चुन्नीलाल शर्मा, रूघाराम आदि शहीद हुए। इस बर्बर काण्ड की पूरे देश में तीखी भर्त्सना हुई।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129/150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 किसान आंदोलन (1932-1933 ई.) के संदर्भ में कौन-से कथन सही हैं? A. यह आंदोलन अलवर और भरतपुर रियासतों के मेव बाहुल्य क्षेत्र (मेवात) में अत्यधिक लगान और जागीरदारी शोषण के विरुद्ध हुआ था। B. 1932 ई. में मोहम्मद हादी ने 'अंजुमन खादिम-उल-इस्लाम' नामक संस्था स्थापित कर आंदोलन को संगठित रूप दिया। C. गुड़गाँव के मेव नेता 'चौधरी यासीन खाँ' ने मेव आंदोलन का मुख्य नेतृत्व संभाला और तिजारा, किशनगढ़, रामगढ़ व लक्ष्मणगढ़ में आंदोलन का प्रसार किया। D. अप्रैल 1933 में मेवों ने खरीफ फसल का लगान न देने (करबंदी) की घोषणा कर दी, जिसके बाद सरकार को लगान में भारी रियायतें देनी पड़ीं।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130/150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मेवात क्षेत्र में किसानों की आर्थिक समस्याओं के साथ-साथ वक्फ संपत्तियों और उर्दू शिक्षा के मुद्दों को लेकर 1932 में आंदोलन भड़का। मोहम्मद हादी और सैयद भीख नारायण ने अंजुमन संस्था बनाई। बाद में पंजाब व गुड़गाँव के लोकप्रिय नेता चौधरी यासीन खाँ ने कमान संभाली और किसानों को अहिंसक रूप से संगठित किया। आंदोलन इतना तीव्र हुआ कि अलवर महाराजा जयसिंह को रियासत छोड़कर इंग्लैंड जाना पड़ा जहाँ पेरिस में उनका निधन हुआ। ब्रिटिश सरकार ने राज्य प्रशासन अपने हाथ में लेकर किसानों की अधिकांश माँगें स्वीकार कर लीं।</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130/150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स्वामी दयानंद सरस्वती एवं राजस्थान में आर्य समाज के ऐतिहासिक प्रभाव के संदर्भ में निम्नलिखित कथनों पर विचार कीजिए: A. स्वामी दयानंद सरस्वती का राजस्थान में प्रथम आगमन जून 1865 ई. में करौली के राजकीय अतिथि के रूप में हुआ था। B. 1882 ई. में उदयपुर के नवलखा महल (गुलाब बाग) में महाराणा सज्जन सिंह के आतिथ्य में स्वामी जी ने 'सत्यार्थ प्रकाश' के द्वितीय संस्करण की भूमिका लिखी थी। C. स्वामी जी ने 27 फरवरी 1883 को उदयपुर में 'परोपकारिणी सभा' की स्थापना की (जिसके सभापति महाराणा सज्जन सिंह बनाए गए), जो बाद में अजमेर स्थानांतरित हुई। D. मई 1883 में जोधपुर के प्रधानमंत्री सर प्रताप सिंह के निमंत्रण पर वे जोधपुर पहुँचे, जहाँ नन्हीं जान के षड्यंत्र से रसोइये गौड़ मिश्र द्वारा विष दिए जाने के बाद 30 अक्टूबर 1883 को अजमेर में उनका निर्वाण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131/150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स्वामी दयानंद सरस्वती ने राजस्थान में वैदिक धर्म, स्वदेशी, स्वभाषा, स्वधर्म और स्वराज्य की अमर अलख जगाई। वे करौली (1865), भरतपुर व जयपुर (1881), उदयपुर (1882) और जोधपुर (1883) आए। उदयपुर में उन्होंने सत्यार्थ प्रकाश का लेखन पूर्ण किया और परोपकारिणी सभा बनाई। जोधपुर में उन्होंने महाराजा जसवंत सिंह द्वितीय को नर्तकी नन्हीं जान की विलासिता त्यागने की खरी-खरी फटकार लगाई, जिससे नाराज होकर नन्हीं जान ने विष दिलवा दिया। स्वामी जी को अजमेर लाया गया जहाँ दीपावली के दिन 30 अक्टूबर 1883 को उन्होंने अंतिम सांस ली। आर्य समाज ने राजस्थान में प्रजामंडल और किसान आंदोलनों की वैचारिक नींव तैयार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131/150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प्रमुख राजनीतिक एवं जनजागृति संस्थाओं के संदर्भ में कौन-से कथन सत्य हैं? A. 1905/1907 में जयपुर में अर्जुनलाल सेठी ने 'जैन शिक्षा प्रचारक समिति' (वर्धमान विद्यालय/छात्रावास) की स्थापना की, जो क्रांतिकारियों का प्रमुख प्रशिक्षण केंद्र बना। B. 1907 ई. में चूरू में स्वामी गोपालदास ने 'सर्वहितकारिणी सभा' (चूरू की कांग्रेस) की स्थापना की तथा दलितों हेतु कबीर पाठशाला व बालिकाओं हेतु पुत्री पाठशाला खोली। C. दिसंबर 1918 में दिल्ली के चांदनी चौक स्थित मारवाड़ी पुस्तकालय में 'राजपूताना मध्य भारत सभा' की स्थापना हुई, जिसका तीसरा अधिवेशन मार्च 1920 में जमनालाल बजाज की अध्यक्षता में अजमेर में हुआ। D. 1919 ई. में वर्धा (महाराष्ट्र) में विजय सिंह पथिक, रामनारायण चौधरी और हरिभाई किंकर द्वारा 'राजस्थान सेवा संघ' की स्थापना की गई (1920 में मुख्यालय अजमेर स्थानांतरित)।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132/150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20वीं सदी के प्रारंभ में इन संस्थाओं ने सामंती दमन के विरुद्ध जनमानस को जगाया। वर्धमान विद्यालय में जोरावर सिंह, प्रताप सिंह बारहठ, माणिकचंद आदि को सशस्त्र क्रांति का प्रशिक्षण मिला। स्वामी गोपालदास और चंदनमल बहड़ ने 26 जनवरी 1930 को चूरू के धर्म स्तूप पर तिरंगा फहराया। राजपूताना मध्य भारत सभा ने कांग्रेस का ध्यान रियासती जनता की ओर खींचा। राजस्थान सेवा संघ ने बिजोलिया, बेगूं, सिरोही और बूंदी के किसान-मजदूर आंदोलनों का प्रत्यक्ष नेतृत्व किया और राजनीतिक चेतना का राष्ट्रीय संचार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132/150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स्वतंत्रता कालीन समाचार पत्रों और उनके संपादकों/प्रकाशन स्थलों का सही सुमेलन कीजिए: सूची-I (समाचार पत्र): सूची-I: A. त्यागभूमि (1927) B. राजस्थान केसरी (1920) C. तरुण राजस्थान (1923) D. लोकवाणी (1943) सूची-II: 1. विजय सिंह पथिक एवं रामनारायण चौधरी (अजमेर/ब्यावर) 2. पं. हरिभाऊ उपाध्याय (गांधीवादी विचारधारा, अजमेर) 3. देवीशंकर तिवारी एवं रामनाथ सहगल (जयपुर) 4. विजय सिंह पथिक (संपादक) व जमनालाल बजाज (वित्त पोषण, वर्धा)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133/150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'त्यागभूमि' गांधीवादी विचारों का प्रमुख पत्र था जिसे हरिभाऊ उपाध्याय (हटुंडी, अजमेर) ने निकाला। 'राजस्थान केसरी' वर्धा से निकला जिसमें विजय सिंह पथिक संपादक और रामनारायण चौधरी उप-संपादक थे। 'नवीन राजस्थान' पर प्रतिबंध लगने के बाद 1923 में ब्यावर से 'तरुण राजस्थान' प्रारंभ हुआ जिसके संपादन से पथिक जी, जय नारायण व्यास और शोभालाल गुप्त जुड़े रहे। 'लोकवाणी' का प्रकाशन 1943 में जयपुर से जमनालाल बजाज की स्मृति में शुरू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133/150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प्रजामंडल आंदोलनों के गठन वर्ष एवं राज्य से बाहर स्थापित प्रजामंडलों के संदर्भ में कौन-से कथन सत्य हैं? A. राजस्थान में सर्वप्रथम प्रजामंडल की स्थापना 1931 ई. में जयपुर (कपूरचंद पाटनी) और बूंदी (कांतिलाल) में हुई थी। B. बीकानेर प्रजामंडल की स्थापना 1936 ई. में राज्य से बाहर कलकत्ता में मघाराम वैद्य और श्रीमती लक्ष्मी देवी आचार्य की अध्यक्षता में हुई थी। C. भरतपुर प्रजामंडल की स्थापना 1938 ई. में राज्य से बाहर रेवाड़ी (हरियाणा) में गोपीलाल यादव (अध्यक्ष) और मास्टर आदित्येंद्र द्वारा की गई थी। D. जैसलमेर प्रजामंडल की स्थापना 1945 ई. में राज्य से बाहर जोधपुर में मीठालाल व्यास द्वारा की गई थी तथा सिरोही प्रजामंडल की स्थापना 1934 में बंबई में हुई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134/150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1938 के कांग्रेस के हरिपुरा अधिवेशन (अध्यक्ष सुभाष चंद्र बोस) में देशी रियासतों के प्रजामंडलों को पूर्ण समर्थन देने का प्रस्ताव पारित होने के बाद प्रजामंडलों में तेजी आई। राजाओं के कठोर दमन और राज्य में संगठन बनाने पर प्रतिबंध के कारण कई प्रजामंडल अपनी रियासतों से बाहर बने-बीकानेर प्रजामंडल (कलकत्ता में), भरतपुर प्रजामंडल (रेवाड़ी में), जैसलमेर प्रजामंडल (जोधपुर में) और सिरोही प्रजामंडल (बंबई में वृद्धिचंद व बाद में 1939 में गोकुल भाई भट्ट द्वारा सिरोही में)। 1938 में मेवाड़, कोटा, अलवर, भरतपुर, शाहपुरा प्रजामंडल बने; 1944 में डूंगरपुर (भोगीलाल पंड्या) और 1945 में प्रतापगढ़ (अमृतलाल पायक व चुन्नीलाल) व जैसलमेर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134/150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जयपुर प्रजामंडल एवं 'आजाद मोर्चा' (1942 ई.) के संदर्भ में निम्नलिखित कथनों पर विचार कीजिए: A. 1942 के भारत छोड़ो आंदोलन के समय जयपुर प्रजामंडल के अध्यक्ष हीरालाल शास्त्री और जयपुर के प्रधानमंत्री सर मिर्जा इस्माइल के मध्य 'जेंटलमैन एग्रीमेंट' (Gentlemen's Agreement) हुआ। B. इस समझौते के तहत जयपुर रियासत युद्ध में अंग्रेजों को सहायता नहीं देगी और प्रजामंडल राज्य में भारत छोड़ो आंदोलन नहीं छेड़ेगा। C. समझौते के विरोध में बाबा हरिश्चंद्र, रामकरण जोशी, दौलतमल भंडारी और हंस डी. राय ने 'आजाद मोर्चा' का गठन कर जयपुर में भारत छोड़ो आंदोलन चलाया। D. 1945 में पंडित जवाहरलाल नेहरू की प्रेरणा से आजाद मोर्चे का पुनः जयपुर प्रजामंडल में विलय हो गया तथा 15 मई 1946 को देवीशंकर तिवारी जयपुर मंत्रिमंडल में प्रथम गैर-सरकारी मंत्री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135/150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1942 के भारत छोड़ो आंदोलन में जयपुर प्रजामंडल की मुख्य धारा जेंटलमैन समझौते के कारण तटस्थ रही। किंतु प्रजामंडल के क्रांतिकारी युवा वर्ग ने बाबा हरिश्चंद्र के नेतृत्व में 'आजाद मोर्चा' बनाकर सरकारी कार्यालयों पर धरने दिए, जुलूस निकाले और गिरफ्तारियां दीं। गुलाबचंद कासलीवाल, मदनलाल खेतान आदि इसके सक्रिय सदस्य थे। 1945 में नेहरू जी के परामर्श पर आजाद मोर्चा प्रजामंडल में मिल गया। 15 मई 1946 को जयपुर राज्य के मंत्रिमंडल में प्रजामंडल नेता देवीशंकर तिवारी को गैर-सरकारी मंत्री के रूप में शामिल किया गया, जिससे जयपुर उत्तरदायी शासन की दिशा में कदम बढ़ाने वाला पहला राज्य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135/150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मेवाड़ प्रजामंडल (1938 ई.) के संदर्भ में कौन-से कथन सत्य हैं? A. मेवाड़ प्रजामंडल की स्थापना 24 अप्रैल 1938 को बलवंत सिंह मेहता के उदयपुर स्थित निवास 'साहित्य कुटीर' पर माणिक्य लाल वर्मा के प्रयासों से हुई। B. बलवंत सिंह मेहता इसके प्रथम अध्यक्ष, भूरेशंकर बया उपाध्यक्ष तथा माणिक्य लाल वर्मा महामंत्री बने। C. नवंबर 1941 में मेवाड़ प्रजामंडल का प्रथम वार्षिक अधिवेशन उदयपुर में हुआ, जिसका उद्घाटन आचार्य जे.बी. कृपलानी ने किया तथा विजयलक्ष्मी पंडित ने भी भाग लिया। D. 1942 के भारत छोड़ो आंदोलन के दौरान माणिक्य लाल वर्मा, बलवंत सिंह मेहता, मोहनलाल सुखाड़िया और भूरेलाल बया (सराड़ा किले/मेवाड़ का कालापानी में कैद) को गिरफ्तार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136/150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स्थापना के तुरंत बाद मेवाड़ सरकार ने प्रजामंडल को गैर-कानूनी घोषित कर दिया और माणिक्य लाल वर्मा को राज्य से निर्वासित कर दिया। वर्मा जी ने अजमेर रहकर 'मेवाड़ का वर्तमान शासन' पुस्तिका प्रकाशित की और आंदोलन जारी रखा। 1939 में देवली में उन पर भीषण लाठीचार्ज हुआ। फरवरी 1941 में प्रतिबंध हटने के बाद नवंबर 1941 में भव्य प्रथम अधिवेशन हुआ। 1942 के आंदोलन में 'नारा नारा, एक लिंग री आण, महाराणा मेवाड़ छोड़ो' का उद्घोष हुआ। भूरेलाल बया को सराड़ा के किले में बंद रखा गया जिसे 'मेवाड़ का कालापानी' कहा जाता था। 1946 में अखिल भारतीय देशी राज्य लोक परिषद का सातवां अधिवेशन उदयपुर में नेहरू जी की अध्यक्षता में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136/150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एकीकरण के प्रथम चरण-'मत्स्य संघ' (18 मार्च 1948 ई.) के संदर्भ में निम्नलिखित कथनों पर विचार कीजिए: A. मत्स्य संघ का निर्माण चार देशी रियासतों (अलवर, भरतपुर, धौलपुर, करौली) तथा एक चीफशिप ठिकाने 'नीमराना' को मिलाकर किया गया था। B. इस संघ का नाम कन्हैयालाल माणिकलाल मुंशी (के.एम. मुंशी) के ऐतिहासिक एवं पौराणिक सुझाव पर 'मत्स्य संघ' रखा गया। C. इसका विधिवत उद्घाटन 18 मार्च 1948 को भरतपुर के लोहागढ़ दुर्ग की कचहरी कलां में केंद्रीय मंत्री एन.वी. गाडगिल (नरहरि विष्णु गाडगिल) द्वारा किया गया। D. धौलपुर महाराजा उदयभान सिंह राजप्रमुख, करौली महाराजा गणेशपाल उप-राजप्रमुख तथा अलवर के शोभाराम कुमावत प्रधानमंत्री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137/150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रियासती विभाग (सरदार वल्लभभाई पटेल व वी.पी. मेनन) के प्रयासों से 18 मार्च 1948 को राजस्थान के एकीकरण का प्रथम चरण 'मत्स्य संघ' अस्तित्व में आया। अलवर को प्रशासनिक राजधानी बनाया गया। शोभाराम कुमावत (अलवर) के मंत्रिमंडल में युगल किशोर चतुर्वेदी (जिन्हें 'दूसरा नेहरू' कहा जाता था), मास्टर भोलानाथ (अलवर), चिरंजीलाल शर्मा (करौली) और डॉ. मंगल सिंह (धौलपुर) को मंत्री बनाया गया। मत्स्य संघ का कुल क्षेत्रफल 12,000 वर्ग किमी, जनसंख्या 18.38 लाख और वार्षिक आय लगभग 1.84 करोड़ रुपये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137/150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एकीकरण के द्वितीय चरण-'राजस्थान संघ / पूर्व राजस्थान' (25 मार्च 1948 ई.) के संदर्भ में कौन-से कथन सत्य हैं? A. इसमें 9 देशी रियासतें (कोटा, बूंदी, झालावाड़, टोंक, डूंगरपुर, बांसवाड़ा, प्रतापगढ़, किशनगढ़, शाहपुरा) तथा एक 'कुशलगढ़' ठिकाना शामिल था। B. इसका उद्घाटन 25 मार्च 1948 को कोटा में केंद्रीय मंत्री एन.वी. गाडगिल द्वारा किया गया तथा कोटा को राजधानी बनाया गया। C. कोटा के महाराव भीमसिंह राजप्रमुख, बूंदी के महाराव बहादुर सिंह उप-राजप्रमुख तथा शाहपुरा के गोकुललाल असावा प्रधानमंत्री बने। D. विलय पत्र पर हस्ताक्षर करते समय बांसवाड़ा के महारावल चंद्रवीर सिंह ने ऐतिहासिक कथन कहा था: "मैं अपने डेथ वारंट (मृत्यु परवाने) पर हस्ताक्षर कर रहा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138/150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मार्च 1948 को दक्षिण व दक्षिण-पूर्वी राजस्थान की 9 रियासतों को मिलाकर 'पूर्व राजस्थान' बना। शाहपुरा और किशनगढ़ ने तोपों की सलामी के अधिकार न होने के बावजूद पूर्ण सहयोग दिया (शाहपुरा राजस्थान की पहली रियासत थी जिसने 14 अगस्त 1947 को ही गोकुललाल असावा के नेतृत्व में पूर्ण उत्तरदायी शासन स्थापित कर दिया था)। टोंक राजस्थान की एकमात्र मुस्लिम रियासत थी जो इसमें शामिल हुई। बांसवाड़ा के महारावल चंद्रवीर सिंह अपनी स्वतंत्र सत्ता समाप्त होने से अत्यधिक आहत थे, इसलिए उन्होंने विलय पत्र पर हस्ताक्षर करते हुए 'डेथ वारंट' का प्रसिद्ध मार्मिक वाक्य कहा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138/150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18 अप्रैल 1948 ई. को राजस्थान संघ में 'मेवाड़' (उदयपुर) रियासत के ऐतिहासिक विलय के बाद गठित 'संयुक्त राजस्थान' (तृतीय चरण) का विधिवत उद्घाटन किसके द्वारा उदयपुर में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पंडित जवाहरलाल नेहरू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सरदार वल्लभभाई पटेल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एन.वी. गाडगिल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लॉर्ड माउंटबेटन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139/150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पंडित जवाहरलाल नेहरू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एन.वी. गाडगिल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माउंटबेटन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जब मेवाड़ के महाराणा भूपाल सिंह 5 अप्रैल 1948 के गोलीकांड और जनदबाव के बाद राजस्थान संघ में शामिल होने को सहमत हुए, तो उदयपुर को नई राजधानी बनाकर 'संयुक्त राजस्थान' का गठन हुआ। 18 अप्रैल 1948 को भारत के प्रधानमंत्री पंडित जवाहरलाल नेहरू स्वयं उदयपुर आए और उन्होंने संयुक्त राजस्थान का औपचारिक उद्घाटन किया। महाराणा भूपाल सिंह को आजीवन राजप्रमुख, कोटा के महाराव भीमसिंह को उप-राजप्रमुख तथा मेवाड़ प्रजामंडल के सर्वमान्य नेता माणिक्य लाल वर्मा को प्रधानमंत्री बनाया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139/150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एकीकरण के चतुर्थ चरण-'वृहत् राजस्थान' (30 मार्च 1949 ई.) के संदर्भ में निम्नलिखित कथनों पर विचार कीजिए: A. इसमें संयुक्त राजस्थान में चार बड़ी सीमावर्ती रियासतों-जयपुर, जोधपुर, बीकानेर और जैसलमेर का ऐतिहासिक विलय हुआ। B. इसका उद्घाटन 30 मार्च 1949 को जयपुर के सिटी पैलेस के दरबार हॉल में भारत के उप-प्रधानमंत्री सरदार वल्लभभाई पटेल द्वारा किया गया। C. इसी उपलक्ष्य में प्रत्येक वर्ष 30 मार्च को 'राजस्थान दिवस' के रूप में मनाया जाता है। D. जयपुर के महाराजा सवाई मानसिंह द्वितीय को आजीवन राजप्रमुख, महाराणा भूपाल सिंह को 'महाराजप्रमुख' तथा पं. हीरालाल शास्त्री को प्रधानमंत्री बनाया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140/150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30 मार्च 1949 को राजस्थान की चारों विशाल रियासतों का विलय होकर वर्तमान राजस्थान की वृहत् रूपरेखा तैयार हुई। सरदार पटेल ने इसे आधुनिक भारत के एकीकरण की सबसे बड़ी उपलब्धि बताया। उदयपुर के प्राचीन राजवंश के गौरव को सुरक्षित रखने के लिए महाराणा भूपाल सिंह हेतु विशेष रूप से 'महाराजप्रमुख' का सर्वोच्च पद सृजित किया गया। कोटा के महाराव भीमसिंह ज्येष्ठ उप-राजप्रमुख बने। हीरालाल शास्त्री के नेतृत्व में लोकप्रिय मंत्रिमंडल का गठन हुआ जिसमें सिद्धराज ढड्ढा, प्रेम नारायण माथुर, भूरेलाल बया, रघुवरदयाल गोयल, फूलचंद बाफना आदि मंत्री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140/150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वृहत् राजस्थान में राजधानी एवं विभिन्न राजकीय विभागों के वितरण हेतु गठित 'पी. सत्यनारायण राव समिति' की सिफारिशों का सही सुमेलन कीजिए: सूची-I (विभाग/राजकीय कार्यालय): सूची-I: A. राजस्थान की राजधानी B. राजस्थान उच्च न्यायालय (High Court) C. शिक्षा विभाग D. खनिज, सीमा शुल्क एवं आबकारी विभाग सूची-II: 1. जोधपुर 2. जयपुर 3. उदयपुर 4. बीकानेर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141/150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वृहत् राजस्थान की राजधानी के चयन को लेकर जयपुर और जोधपुर के मध्य विवाद के समाधान हेतु सरदार पटेल ने 3 सदस्यीय विशेषज्ञ समिति 'पी. सत्यनारायण राव समिति' (सदस्य: वी. विश्वनाथन एवं बी.के. गुप्ता) नियुक्त की। समिति ने भौगोलिक स्थिति, पेयजल (बीसलपुर/बाणगंगा संभावना) और प्रशासनिक भवनों के आधार पर जयपुर को राजधानी बनाने की सिफारिश की। साथ ही अन्य प्रमुख रियासती नगरों का महत्व बनाए रखने हेतु महत्वपूर्ण विभाग बांटे गए: हाईकोर्ट जोधपुर, शिक्षा विभाग बीकानेर, खनिज व कस्टम-एक्साइज विभाग उदयपुर, वन व सहकारिता विभाग कोटा तथा कृषि विभाग भरतपुर को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141/150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एकीकरण के पंचम चरण-'संयुक्त वृहत् राजस्थान' (15 मई 1949 ई.) के संदर्भ में कौन-से कथन सत्य हैं? A. इस चरण में 'मत्स्य संघ' का वृहत् राजस्थान में औपचारिक विलय किया गया। B. यह विलय भारत सरकार द्वारा गठित 3 सदस्यीय 'डॉ. शंकरराव देव समिति' की सिफारिशों के आधार पर किया गया था। C. शंकरराव देव समिति के अन्य दो सदस्य आर.के. सिधवा और प्रभुदयाल थे, जिन्होंने भरतपुर व धौलपुर की जनता की राय जानी कि वे राजस्थान में मिलना चाहते हैं या उ.प्र. में। D. मत्स्य संघ के प्रधानमंत्री शोभाराम कुमावत को हीरालाल शास्त्री मंत्रिमंडल में कैबिनेट मंत्री के रूप में शामिल किया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142/150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मत्स्य संघ की भरतपुर और धौलपुर रियासतों में ब्रज संस्कृति और भाषाई समानता के कारण उत्तर प्रदेश में मिलने की मांग उठ रही थी। भारत सरकार ने जनमत की जांच हेतु डॉ. शंकरराव देव की अध्यक्षता में 3 सदस्यीय समिति बनाई। समिति ने विस्तृत दौरे कर रिपोर्ट दी कि जनता का भारी बहुमत राजस्थान में शामिल होने के पक्ष में है। इस सिफारिश पर 15 मई 1949 को मत्स्य संघ को वृहत् राजस्थान में मिलाकर 'संयुक्त वृहत् राजस्थान' का निर्माण किया गया और शोभाराम कुमावत को शास्त्री मंत्रिमंडल में मंत्री बनाया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142/150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एकीकरण के षष्ठम (26 जनवरी 1950) एवं सप्तम (1 नवंबर 1956) चरण के संदर्भ में निम्नलिखित कथनों पर विचार कीजिए: A. 26 जनवरी 1950 को सिरोही (आबू-देलवाड़ा तहसील को छोड़कर) का राजस्थान में विलय हुआ और इस भौगोलिक इकाई का नाम विधिवत 'राजस्थान' स्वीकृत हुआ। B. 26 जनवरी 1950 को लागू भारतीय संविधान में राजस्थान को 'भाग-ब' (Part-B) राज्य का संवैधानिक दर्जा दिया गया। C. राज्य पुनर्गठन आयोग (अध्यक्ष- न्यायमूर्ति फजल अली, सदस्य- एच.एन. कुंजरू व के.एम. पणिक्कर) की सिफारिशों पर 1 नवंबर 1956 को आबू-देलवाड़ा और अजमेर-मेरवाड़ा का राजस्थान में विलय हुआ। D. 1 नवंबर 1956 को मध्य प्रदेश के मंदसौर जिले की भानपुरा तहसील का 'सुनेल टप्पा' राजस्थान (झालावाड़) में मिलाया गया तथा झालावाड़ का 'सिरोंज' उपखंड मध्य प्रदेश को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143/150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एकीकरण 7 चरणों में 8 वर्ष, 7 माह और 14 दिन में पूर्ण हुआ। सरदार पटेल ने प्रारंभ में आबू-देलवाड़ा को गुजरात (बंबई प्रांत) में मिला दिया था, जिसके विरुद्ध गोकुल भाई भट्ट व बलवंत सिंह मेहता के नेतृत्व में भारी आंदोलन हुआ। राज्य पुनर्गठन आयोग (1956) की सिफारिश पर 1 नवंबर 1956 को आबू-देलवाड़ा तथा केंद्र शासित अजमेर-मेरवाड़ा (जहाँ हरिभाऊ उपाध्याय के नेतृत्व में धारा सभा कार्यरत थी) को राजस्थान में मिलाया गया। 7वें संविधान संशोधन 1956 द्वारा राज्यों की क, ख, ग श्रेणियाँ और राजप्रमुख का पद समाप्त कर दिया गया तथा सरदार गुरुमुख निहाल सिंह राजस्थान के प्रथम राज्यपाल बने (मुख्यमंत्री मोहनलाल सुखाड़िया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143/150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राजस्थान के एकीकरण के समय सिरोही और आबू के राजस्थान में विलय के लिए आजीवन संघर्ष करने वाले 'राजस्थान के गांधी' गोकुल भाई भट्ट का जन्म सिरोही के किस गाँव में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हाथल गाँव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रोहिड़ा गाँव</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कालिंद्री गाँव</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भूला गाँव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144/150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हाथल गाँव</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रोहिड़ा गाँव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कालिंद्री गाँव</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भूला गाँव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गोकुल भाई भट्ट का जन्म 1897 ई. में महाशिवरात्रि के दिन सिरोही जिले के 'हाथल गाँव' में हुआ था। वे राजस्थान प्रदेश कांग्रेस के प्रथम अध्यक्ष और सिरोही प्रजामंडल (1939) के संस्थापक थे। जब सरदार पटेल ने सिरोही और आबू को बंबई प्रांत में शामिल करने का निर्णय लिया, तो गोकुल भाई भट्ट ने कहा कि "बिना आबू और हाथल के सिरोही का कोई अस्तित्व नहीं है।" उनके दृढ़ और सत्याग्रहपूर्ण नेतृत्व के कारण ही अंततः 1956 में आबू-देलवाड़ा सहित संपूर्ण सिरोही का राजस्थान में विलय संभव हो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144/150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26 जनवरी 1950 को लागू भारतीय संविधान में राज्यों की श्रेणियों के संदर्भ में कौन-से कथन सत्य हैं? A. 'भाग-अ' श्रेणी में वे राज्य थे जो स्वतंत्रता पूर्व सीधे ब्रिटिश गवर्नर के प्रांत थे (जैसे बंबई, मद्रास, संयुक्त प्रांत, बिहार)। B. 'भाग-ब' श्रेणी में वे राज्य थे जो देशी रियासतों के संघ से बने थे (जैसे राजस्थान, मध्य भारत, पेप्सू, हैदराबाद) जिनके संवैधानिक प्रमुख 'राजप्रमुख' होते थे। C. 'भाग-स' श्रेणी में ब्रिटिश कालीन चीफ कमिश्नरी प्रांत थे (जैसे अजमेर-मेरवाड़ा, दिल्ली, बिलासपुर, कुर्ग) जिनके प्रशासक चीफ कमिश्नर कहलाते थे। D. 7वें संविधान संशोधन अधिनियम 1956 द्वारा राज्यों का यह श्रेणी विभाजन समाप्त कर केवल 'राज्य' और 'केंद्र शासित प्रदेश' की व्यवस्था लागू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145/150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1950 के मूल संविधान में 29 राज्यों को चार श्रेणियों (A, B, C, D) में बांटा गया था। राजस्थान 8 राज्यों वाले 'भाग-ब' का अंग था जहाँ राजप्रमुख महाराजा सवाई मानसिंह द्वितीय थे। अजमेर-मेरवाड़ा 'भाग-स' का स्वतंत्र राज्य था जिसकी अपनी 30 सदस्यीय विधानसभा 'धारा सभा' थी और हरिभाऊ उपाध्याय एकमात्र मुख्यमंत्री थे। 1 नवंबर 1956 को राज्य पुनर्गठन अधिनियम लागू होने पर यह श्रेणियाँ खत्म हुईं और अजमेर 26वें जिले के रूप में राजस्थान में शामिल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145/150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स्वतंत्रता पूर्व राजस्थान में विभिन्न शासकों द्वारा प्रस्तावित संघ योजनाओं के संदर्भ में निम्नलिखित कथनों पर विचार कीजिए: A. 25-26 जून 1946 को मेवाड़ के महाराणा भूपाल सिंह ने उदयपुर में राजस्थान, गुजरात और मालवा के 22 राजाओं का सम्मेलन बुलाकर 'राजस्थान यूनियन' बनाने का प्रस्ताव रखा था। B. महाराणा भूपाल सिंह ने प्रसिद्ध संविधानवेत्ता डॉ. के.एम. मुंशी को अपना संवैधानिक सलाहकार नियुक्त किया था। C. कोटा के महाराव भीमसिंह ने हाड़ौती की रियासतों (कोटा, बूंदी, झालावाड़) को मिलाकर 'हाड़ौती संघ' बनाने का प्रस्ताव रखा था। D. डूंगरपुर के महारावल लक्ष्मणसिंह ने वागड़ रियासतों को मिलाकर 'वागड़ संघ' बनाने का प्रयास किया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146/150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1946-47 में जब अंग्रेजों की विदाई तय हो गई, तो कई राजपूत शासकों ने अपना स्वतंत्र अस्तित्व बनाए रखने के लिए क्षेत्रीय संघ बनाने के प्रयास किए। महाराणा भूपाल सिंह ने चेतावनी दी थी कि "यदि हमने मिलकर यूनियन नहीं बनाई तो हमारी रियासतें समाप्त हो जाएंगी।" के.एम. मुंशी ने भी इसका समर्थन किया था किंतु आपसी ईर्ष्या से यह विफल रहा। इसी प्रकार कोटा के भीमसिंह का हाड़ौती संघ और डूंगरपुर के लक्ष्मणसिंह का वागड़ संघ भी आपसी सहमति न बनने के कारण असफल रहा और अंततः पटेल के नेतृत्व में एकीकृत राजस्थान का निर्माण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146/150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किसान आंदोलनों और उनके नेतृत्वकर्ताओं का सही सुमेलन कीजिए: सूची-I (किसान आंदोलन): सूची-I: A. बिजोलिया किसान आंदोलन (प्रारंभिक) B. बेगूं किसान आंदोलन C. बूंदी (बरड़) किसान आंदोलन D. मेव किसान आंदोलन सूची-II: 1. रामनारायण चौधरी 2. साधु सीताराम दास 3. चौधरी यासीन खाँ 4. पंडित नयनूराम शर्मा</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147/150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500" dirty="0">
                <a:solidFill>
                  <a:srgbClr val="1A1A1A"/>
                </a:solidFill>
                <a:latin typeface="Nirmala UI"/>
                <a:cs typeface="Nirmala UI"/>
              </a:rPr>
              <a:t>बिजोलिया आंदोलन के प्रथम चरण (1897-1915) का नेतृत्व साधु सीताराम दास ने किया। बेगूं किसान आंदोलन का नेतृत्व 1921 में राजस्थान सेवा संघ के रामनारायण चौधरी ने किया। बूंदी किसान आंदोलन का नेतृत्व हाड़ौती सेवा संघ के पंडित नयनूराम शर्मा ने किया। मेवात (अलवर-भरतपुर) के मेव आंदोलन का नेतृत्व गुड़गाँव के लोकप्रिय नेता चौधरी यासीन खाँ ने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147/150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राजस्थान के प्रमुख प्रजामंडलों और उनके मुख्य संस्थापकों/नेताओं का सही सुमेलन कीजिए: सूची-I (प्रजामंडल): सूची-I: A. मेवाड़ प्रजामंडल B. बीकानेर प्रजामंडल C. डूंगरपुर प्रजामंडल D. झालावाड़ प्रजामंडल सूची-II: 1. मघाराम वैद्य एवं लक्ष्मी देवी आचार्य 2. माणिक्य लाल वर्मा एवं बलवंत सिंह मेहता 3. मांगीलाल भव्य एवं कन्हैयालाल मित्तल 4. भोगीलाल पंड्या एवं हरिदेव जोशी</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148/150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 अप्रैल 1938 को माणिक्य लाल वर्मा व बलवंत सिंह मेहता ने मेवाड़ प्रजामंडल की स्थापना की। 1936 में मघाराम वैद्य ने बीकानेर प्रजामंडल बनाया जिसकी कलकत्ता शाखा की अध्यक्षता लक्ष्मी देवी आचार्य ने की। 1944 में भोगीलाल पंड्या और हरिदेव जोशी ने डूंगरपुर प्रजामंडल बनाया। 1946 में मांगीलाल भव्य, कन्हैयालाल मित्तल और मकबूल आलम ने झालावाड़ प्रजामंडल की स्थापना की जहाँ के राजा हरिश्चंद्र ने स्वयं लोकप्रिय सरकार बनाई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148/150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अमर स्वतंत्रता सेनानियों एवं मनीषियों के संदर्भ में निम्नलिखित कथनों पर विचार कीजिए: A. अर्जुनलाल सेठी ने राजकीय सेवा का प्रस्ताव ठुकराते हुए कहा था: "यदि अर्जुनलाल नौकरी करेगा, तो अंग्रेजों को भारत से बाहर कौन निकालेगा?" B. ठाकुर केसरी सिंह बारहठ ने 1903 ई. में मेवाड़ महाराणा फतेहसिंह को लॉर्ड कर्जन के दिल्ली दरबार में जाने से रोकने हेतु डिंगल में 13 सोरठे 'चेतावनि रा चूँगट्या' लिखकर भेजे थे। C. कुंवर प्रताप सिंह बारहठ ने बरेली जेल में क्लीवलैंड की यातनाएं सहते हुए अमर वाक्य कहा था: "मेरी माँ रोती है तो रोने दो, मैं अपनी माँ को हंसाने के लिए सैकड़ों माताओं को नहीं रुला सकता।" D. कन्हैयालाल सेठिया ने 'धरती धोरां री', 'पाथल और पीथल', 'कुण जमीन रो धणी' तथा 'लीलटान्स' (1976 में केंद्रीय साहित्य अकादमी पुरस्कृत) जैसे अमर काव्यों की रचना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and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and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149/150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and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and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सपूतों का त्याग अवर्णनीय है। जयपुर के अर्जुनलाल सेठी ने चौमूं के दीवान का पद ठुकराकर क्रांति का मार्ग चुना। केसरी सिंह बारहठ भारत के एकमात्र ऐसे क्रांतिकारी थे जिनका पूरा परिवार (भाई जोरावर सिंह, पुत्र प्रताप सिंह, दामाद ईश्वरदान) मातृभूमि पर न्योछावर हो गया। प्रताप सिंह ने 22 वर्ष की उम्र में बरेली जेल में अमानवीय यातनाएं सहते हुए शहादत दी। सुजानगढ़ (चूरू) के कन्हैयालाल सेठिया ने महाराणा प्रताप (पाथल) और पृथ्वीराज राठौड़ (पीथल) के स्वाभिमान पर कालजयी काव्य लिखकर राजस्थानी भाषा को समृद्ध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149/150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के इतिहास, संस्कृति एवं जन-जागरण के समग्र मूल्यांकन के संदर्भ में कौन-से कथन सत्य हैं? A. प्राचीन राजस्थान सरस्वती व दृषद्वती नदी घाटियों में वैदिक ऋचाओं के सृजन और हड़प्पा-ताम्र सभ्यताओं के विकास का गौरवशाली केंद्र रहा है। B. मध्यकाल में राजस्थान के वीर शासकों और वीरांगनाओं ने जौहर व साकों के माध्यम से विदेशी आक्रांताओं के विरुद्ध स्वतंत्रता व संस्कृति की रक्षा की। C. 19वीं एवं 20वीं सदी में किसानों, आदिवासियों, महिलाओं और प्रजामंडल कार्यकर्ताओं ने सामंती शोषण और ब्रिटिश साम्राज्यवाद को उखाड़ फेंका। D. 18 मार्च 1948 से 1 नवंबर 1956 तक सात चरणों में राजस्थान का एकीकरण संपन्न होकर लोकतांत्रिक आधुनिक राजस्थान का उदय हुआ।</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और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150/150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और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का इतिहास शौर्य, त्याग, बलिदान और सांस्कृतिक विविधता की अमर गाथा है। प्रागैतिहासिक पाषाण औजारों, कालीबंगा के जुते खेतों, गणेश्वर की ताम्र संपदा और बैराठ के बौद्ध स्तूपों से प्रारंभ होकर यह धरा मध्यकाल में राणा हम्मीर, कुंभा, सांगा, प्रताप, चंद्रसेन, दुर्गादास और पृथ्वीराज चौहान की गौरवगाथाओं से गुंजायमान रही। आधुनिक काल में 1857 की क्रांति, मानगढ़ का बलिदान, बिजोलिया का 44 वर्षीय अहिंसक किसान संघर्ष और प्रजामंडलों की लोकतांत्रिक चेतना ने सरदार पटेल और स्थानीय जननायकों के सहयोग से 1 नवंबर 1956 को एकीकरण पूर्ण कर आधुनिक प्रगतिशील राजस्थान का निर्माण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150/150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