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'मुख्यमंत्री बीज स्वावलम्बन योजना' के संदर्भ में निम्नलिखित कथनों पर विचार कीजिए: A. यह योजना वर्ष 2017 में राज्य के तीन कृषि जलवायु क्षेत्रों में पायलट प्रोजेक्ट के रूप में शुरू की गई थी। B. वर्ष 2018-19 से इस योजना को राज्य के सभी 10 कृषि जलवायु क्षेत्रों में लागू कर दिया गया है। C. इसके अंतर्गत कृषकों द्वारा अपने खेतों में 10 वर्ष से अधिक पुरानी प्रमाणित किस्मों के बीज निर्माण को अनिवार्य बनाया गया है। D. राज्य में बीजों के उत्पादन, खरीद, प्रसंस्करण एवं आपूर्ति की नोडल एजेंसी राजस्थान राज्य बीज निगम लिमिटेड (RSSCL)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बीज स्वावलम्बन योजना का मुख्य उद्देश्य कृषकों द्वारा स्वयं के खेतों में उच्च गुणवत्ता के प्रमाणित बीजों का निर्माण करना है। यह योजना वर्ष 2017 में कोटा, भीलवाड़ा और उदयपुर संभागों में पायलट रूप में शुरू हुई थी और वर्ष 2018-19 से राज्य के सभी 10 कृषि जलवायु क्षेत्रों में क्रियान्वित की जा रही है। इस योजना के अंतर्गत मुख्य फसलों (गेहूँ, जौ, चना, ज्वार, सोयाबीन, सरसों, मूंग, मोठ आदि) की 10 वर्ष से कम अवधि की नवीनतम जारी किस्मों का बीज उत्पादन किया जाता है, न कि 10 वर्ष से पुरानी किस्मों का। अतः कथन C गलत है। राज्य में बीजों के उत्पादन, खरीद और आपूर्ति की प्रमुख नोडल एजेंसी राजस्थान राज्य बीज निगम लिमिटेड (RSSCL)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कृषि क्षेत्र की प्रमुख योजनाओं/पहलों एवं उनके संबंधित प्रावधानों का सही मिलान कीजिए: सूची-I: सूची-I: A. मृदा स्वास्थ्य कार्ड योजना B. गोवर्धन जैविक उर्वरक योजना C. नमो ड्रोन दीदी योजना D. मुख्यमंत्री किसान सम्मान निधि योजना सूची-II: 1. वर्मी कम्पोस्ट उत्पादन हेतु प्रति किसान ₹10,000 तक की वित्तीय सहायता 2. वर्ष 2025-26 के बजट में वार्षिक सहायता ₹2,000 से बढ़ाकर ₹3,000 की गई 3. 19 फरवरी 2015 को सूरतगढ़ (श्रीगंगानगर) से शुरुआत 4. महिला SHG को कृषि ड्रोन क्रय हेतु ऋण पर 3% ब्याज अनुदान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C-4,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 स्वास्थ्य कार्ड योजना की शुरुआत 19 फरवरी 2015 को सूरतगढ़ (श्रीगंगानगर) से प्रधानमंत्री द्वारा की गई थी तथा वर्ष 2022-23 में इसका विलय RKVY में किया गया। गोवर्धन जैविक उर्वरक योजना के तहत रासायनिक खादों की निर्भरता कम करने के लिए प्रत्येक ब्लॉक में 50 किसानों को वर्मीकम्पोस्ट निर्माण हेतु ₹10,000 तक की सहायता दी जाती है। नमो ड्रोन दीदी योजना के तहत महिला स्वयं सहायता समूहों को 1,070 कृषि ड्रोन उपलब्ध कराने हेतु ऋण पर 3 प्रतिशत ब्याज अनुदान दिया जा रहा है। मुख्यमंत्री किसान सम्मान निधि योजना के तहत राज्य सरकार ने बजट 2025-26 में अतिरिक्त वित्तीय सहायता ₹2,000 से बढ़ाकर ₹3,000 वार्षिक कर 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'प्रधानमंत्री फसल बीमा योजना' (PMFBY) के राजस्थान में क्रियान्वयन के संबंध में कौनसे कथन सही हैं? A. यह योजना राज्य में 18 फरवरी 2016 से संचालित की जा रही है। B. इसमें कृषकों द्वारा देय प्रीमियम दर खरीफ फसलों के लिए 2 प्रतिशत तथा रबी फसलों के लिए 1.5 प्रतिशत निर्धारित है। C. वाणिज्यिक एवं बागवानी फसलों के लिए कृषक प्रीमियम दर 5 प्रतिशत रखी गई है। D. असिंचित क्षेत्रों के लिए अधिकतम 50 प्रतिशत तथा सिंचित क्षेत्रों के लिए 40 प्रतिशत प्रीमियम अनुदान केंद्र सरकार द्वारा वहन किया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फसल बीमा योजना 18 फरवरी 2016 से शुरू की गई थी। इसके अंतर्गत कृषकों द्वारा देय प्रीमियम खरीफ हेतु 2%, रबी हेतु 1.5% तथा वाणिज्यिक/बागवानी फसलों के लिए 5% निर्धारित है। भारत सरकार द्वारा संशोधित निर्देशों के अनुसार खरीफ 2020 से असिंचित क्षेत्रों के लिए अधिकतम 30 प्रतिशत तथा सिंचित क्षेत्रों के लिए अधिकतम 25 प्रतिशत प्रीमियम पर अनुदान केंद्र सरकार वहन करती है, न कि 50% व 40%। अतः कथन D असत्य है। शेष तीनों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कृषि साख एवं वित्तीय सहायता योजनाओं के संदर्भ में निम्नलिखित कथनों पर विचार कीजिए: A. शून्य प्रतिशत ब्याज दर पर अल्पकालीन फसली ऋण योजना प्राथमिक कृषि ऋण सहकारी समितियों (PACS) के माध्यम से प्रदान की जाती है। B. राजस्थान ग्रामीण आजीविका ऋण योजना के अंतर्गत गैर-कृषि गतिविधियों के लिए अधिकतम ₹2 लाख तक का ब्याज मुक्त ऋण दिया जाता है। C. सहकार किसान कल्याण योजना के तहत केंद्रीय सहकारी बैंकों द्वारा कृषि आधारित आवश्यकताओं हेतु अधिकतम ₹25 लाख तक का ऋण मिलता है। D. राजस्थान सहकारी गोपाल क्रेडिट कार्ड (GCC) योजना के तहत 2.5 लाख दुग्ध उत्पादक कृषकों को ₹1 लाख तक का अल्पकालीन ब्याज मुक्त ऋण दिया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किसानों को शून्य प्रतिशत ब्याज पर फसली ऋण सहकारी बैंकों व पैक्स के माध्यम से उपलब्ध कराया जाता है। राजस्थान ग्रामीण आजीविका ऋण योजना अक्टूबर 2022 से लागू है, जिसमें लघु व सीमांत कृषक परिवारों को गैर-कृषि कार्यों के लिए ₹2 लाख तक ऋण दिया जाता है। सहकार किसान कल्याण योजना के तहत फसल ऋण के अतिरिक्त अन्य कृषि कार्यों हेतु अधिकतम ₹10 लाख तक का ऋण दिया जाता है, ₹25 लाख नहीं। अतः कथन C गलत है। राजस्थान सहकारी गोपाल क्रेडिट कार्ड योजना में 2.5 लाख दुग्ध उत्पादक किसानों को ₹1 लाख तक का ब्याज मुक्त ऋण देने का प्रावधान ₹150 करोड़ के बजट से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कृषि एवं संबंधित क्षेत्रों के मिशनों को उनके मुख्य उद्देश्यों/विशेषताओं से सुमेलित कीजिए: सूची-I: सूची-I: A. राष्ट्रीय खाद्य तेल मिशन - तिलहन B. दलहन में आत्मनिर्भरता मिशन (2025-26 से 2030-31) C. प्रधानमंत्री सूक्ष्म खाद्य प्रसंस्करण उद्योग उन्नयन योजना (PM-FME) D. प्रधानमंत्री धन-धान्य कृषि योजना (11 अक्टूबर 2025) सूची-II: 1. व्यक्तिगत खाद्य प्रसंस्करण इकाइयों हेतु परियोजना लागत का 35% या अधिकतम ₹10 लाख अनुदान 2. NAFED द्वारा तुअर, उड़द एवं मसूर की 100% खरीद सुनिश्चित करना 3. 6 ट्री बॉर्न ऑयलसीड्स (TBO) यथा ओलिव, महुआ, नीम, जोजोबा आदि को बढ़ावा 4. राजस्थान के 8 आकांक्षी कृषि जिलों में 11 मंत्रालयों की 36 योजनाओं का एकीकरण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खाद्य तेल मिशन तिलहन के अंतर्गत 6 प्रकार के ट्री बॉर्न ऑयलसीड्स (ओलिव, महुआ, नीम, जोजोबा, करंज, जेट्रोफा) को बढ़ावा दिया जाता है। दलहन में आत्मनिर्भरता मिशन (2025-26 से 2030-31) के तहत तुअर, उड़द व मसूर की नेफेड द्वारा 100% खरीद तथा जलवायु अनुकूल बीजों की उपलब्धता सुनिश्चित की जा रही है। PM-FME योजना खाद्य प्रसंस्करण मंत्रालय द्वारा संचालित है जिसमें व्यक्तिगत इकाइयों को 35% (अधिकतम ₹10 लाख) अनुदान मिलता है। 11 अक्टूबर 2025 को शुरू प्रधानमंत्री धन-धान्य कृषि योजना राज्य के 8 कम उत्पादकता वाले आकांक्षी जिलों (बाड़मेर, जैसलमेर, जालौर, पाली, जोधपुर, बीकानेर, चूरू, नागौर) में 6 वर्ष हेतु लागू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जैविक एवं प्राकृतिक खेती से संबंधित पहलों के बारे में निम्नलिखित कथनों पर विचार कीजिए: A. राष्ट्रीय सतत कृषि मिशन (NMSA) के तहत केंद्र व राज्य का वित्तीय अनुपात 60:40 है। B. परम्परागत कृषि विकास योजना में क्लस्टर एवं पार्टिसिपेटरी गारंटी सिस्टम (PGS) आधारित जैविक खेती को बढ़ावा दिया जा रहा है। C. राज्य में जैविक खेती अपनाने वाले शीर्ष 3 किसानों को प्रतिवर्ष ₹5 लाख का राज्य स्तरीय पुरस्कार दिया जाता है। D. राष्ट्रीय प्राकृतिक खेती मिशन वर्ष 2025-26 से प्रारंभ किया गया है, जिसके तहत राज्य में कुल 2,000 क्लस्टर गठित किए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सतत कृषि मिशन 60:40 के अनुपात में एकीकृत कृषि प्रणालियों (IFS) को बढ़ावा देता है। परम्परागत कृषि विकास योजना में पर्यावरण-अनुकूल जैविक कृषि हेतु PGS प्रमाणीकरण क्लस्टर अपनाए गए हैं। एडेप्टिव ट्रायल सेंटर (ATC) एवं जैविक खेती पहल के अंतर्गत जैविक खेती अपनाने वाले 3 प्रगतिशील किसानों को प्रतिवर्ष ₹1 लाख का प्रोत्साहन पुरस्कार दिया जाता है, न कि ₹5 लाख। अतः कथन C गलत है। राष्ट्रीय प्राकृतिक खेती मिशन 2025-26 के अंतर्गत 2.50 लाख किसानों व 1 लाख हेक्टेयर क्षेत्र को जोड़ते हुए कुल 2000 क्लस्टर (1800 केंद्रीय + 200 राज्य) गठित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पशुधन विकास एवं स्वास्थ्य संबंधी पहलों के संदर्भ में कौनसे कथन सही हैं? A. चिकित्सा आपातकालीन सेवा 108 की तर्ज पर 24 फरवरी 2024 से कॉल सेंटर '1962' के माध्यम से 536 मोबाइल पशु चिकित्सा वाहन संचालित हैं। B. पशुमित्र योजना का उद्देश्य टैगिंग, टीकाकरण, बीमा तथा कृत्रिम गर्भाधान जैसी सेवाओं को घर-द्वार तक पहुंचाना है। C. ऊँट संरक्षण अनुदान के अंतर्गत नवजात ऊँटों के प्रजनन प्रोत्साहन हेतु 2 किश्तों में कुल ₹20,000 की वित्तीय सहायता दी जाती है। D. पशुधन निःशुल्क स्वास्थ्य योजना के तहत पशुओं के उपचार हेतु उपलब्ध निःशुल्क दवाओं की संख्या 138 से घटाकर 100 कर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पशुपालकों के घर तक सेवाएं पहुंचाने के लिए टोल फ्री नंबर 1962 पर 536 मोबाइल पशु चिकित्सा वाहन संचालित हैं। पशुमित्र योजना पशुधन सेवाओं के विस्तार हेतु शुरू की गई है। ऊँट संरक्षण योजना में नवजात बछड़ों के लिए जन्म के 0-2 माह तथा 1 वर्ष की आयु पर दो किश्तों में कुल ₹20,000 की सहायता प्रदान की जाती है। पशुधन निःशुल्क स्वास्थ्य योजना के अंतर्गत निःशुल्क दवाओं की संख्या 138 से घटाने के बजाय बढ़ाकर 200 कर दी गई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मंगला पशु बीमा योजना' तथा 'मुख्यमंत्री दुग्ध उत्पादक संबल योजना' के संदर्भ में निम्नलिखित कथनों पर विचार कीजिए: A. मुख्यमंत्री मंगला पशु बीमा योजना 1 दिसम्बर 2025 से देशी दुधारू पशुओं के निःशुल्क बीमा कवरेज हेतु प्रारंभ की गई है। B. मंगला पशु बीमा योजना के अंतर्गत गाय, भैंस व ऊँट हेतु ₹40,000 तथा भेड़-बकरी हेतु ₹4,000 प्रति पशु बीमा कवरेज का 100% प्रीमियम राज्य सरकार वहन करती है। C. मुख्यमंत्री दुग्ध उत्पादक संबल योजना 1 फरवरी 2019 से लागू है, जिसमें वर्तमान में ₹2 प्रति लीटर की दर से अनुदान दिया जा रहा है। D. राज सरस सुरक्षा कवच बीमा योजना के अंतर्गत दुग्ध उत्पादक की दुर्घटना में मृत्यु या पूर्ण स्थायी विकलांगता पर ₹5 लाख की सहायता 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मंगला पशु बीमा योजना 1 दिसंबर 2025 से शुरू की गई है, जिसमें 42 लाख पशुओं को निःशुल्क बीमा दिया जा रहा है। इसमें गाय, भैंस, ऊँट पर ₹40,000 व भेड़-बकरी पर ₹4,000 के प्रीमियम का 100% भुगतान राज्य सरकार करती है। मुख्यमंत्री दुग्ध उत्पादक संबल योजना 1 फरवरी 2019 को ₹2/लीटर अनुदान से शुरू हुई थी, लेकिन वर्ष 2022-23 से इस अनुदान राशि को बढ़ाकर ₹5 प्रति लीटर कर दिया गया है। अतः कथन C गलत है। राज सरस सुरक्षा कवच बीमा योजना के 9वें चरण में मृत्यु/पूर्ण विकलांगता पर ₹5 लाख तथा आंशिक विकलांगता पर ₹2.5 लाख की सहायता का प्रावधान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गोपालन एवं कृषक कल्याण संबंधी योजनाओं को उनके प्रावधानों से सुमेलित कीजिए: सूची-I: सूची-I: A. गौशाला विकास योजना B. पंचायत समिति स्तरीय नंदीशाला जन सहभागिता योजना C. किसान कलेवा योजना D. महात्मा ज्योतिबा फुले मण्डी श्रमिक कल्याण योजना सूची-II: 1. कृषि उपज मंडी समितियों में किसानों को मात्र ₹5 में गुणवत्तापूर्ण भोजन उपलब्ध कराना 2. पंजीकृत गौशालाओं के बुनियादी विकास हेतु अधिकतम ₹10 लाख तक की सहायता (90:10 अनुपात) 3. महिला श्रमिकों को प्रसूति सहायता हेतु 45 दिन की मजदूरी तथा विवाह सहायता ₹75,000 4. अनुमानित लागत ₹1.57 करोड़ में 90:10 के वित्तीय अनुपात पर निराश्रित नंदी संरक्षण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गौशाला विकास योजना में पंजीकृत गौशालाओं को अधोसंरचना निर्माण हेतु अधिकतम ₹10 लाख (90% सरकार, 10% जनसहभागिता) दिए जाते हैं। पंचायत समिति स्तरीय नंदीशाला योजना की अनुमानित लागत ₹1.57 करोड़ है, जिसमें 90:10 का अनुपात रहता है। जनवरी 2014 से प्रारंभ किसान कलेवा योजना के तहत 'सुपर', 'अ' व 'ब' श्रेणी की मंडियों में किसानों को ₹5 में रियायती भोजन दिया जाता है। महात्मा ज्योतिबा फुले मण्डी श्रमिक कल्याण योजना 2015 में महिला श्रमिकों को दो प्रसूति तक 45 दिन की मजदूरी समतुल्य सहायता तथा पुत्रियों के विवाह हेतु ₹75,000 की सहायता का प्रावधान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आयुष्मान आरोग्य योजना' (पूर्व नाम: मुख्यमंत्री चिरंजीवी स्वास्थ्य बीमा योजना) के संदर्भ में निम्नलिखित कथनों पर विचार कीजिए: A. इस योजना के अंतर्गत पात्र लाभार्थी परिवारों को प्रतिवर्ष प्रति परिवार ₹25 लाख तक का निःशुल्क कैशलेस उपचार उपलब्ध कराया जाता है। B. योजना में कुल 2,179 उपचार पैकेज शामिल हैं, जिनमें बीमा मोड पर 2,002 पैकेज तथा ट्रस्ट मोड पर 177 पैकेज संचालित हैं। C. अप्रैल 2025 से इन-बाउंड पोर्टेबिलिटी तथा दिसम्बर 2025 से आउट-बाउंड पोर्टेबिलिटी लागू कर राज्य के बाहर भी चिकित्सा सुविधा का विस्तार किया गया है। D. राष्ट्रीय खाद्य सुरक्षा अधिनियम (NFSA) और SECC के पात्र परिवारों के लिए ₹850 प्रतिवर्ष का अनिवार्य प्रीमियम निर्धारित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आयुष्मान आरोग्य योजना (प्रारंभ 1 मई 2021) के तहत प्रति परिवार ₹25 लाख का निःशुल्क कैशलेस उपचार दिया जाता है। इसमें 2179 पैकेज शामिल हैं (बीमा मोड 2002, ट्रस्ट मोड 177)। अप्रैल 2025 से इन-बाउंड तथा दिसंबर 2025 से आउट-बाउंड पोर्टेबिलिटी लागू की गई है, जिससे लाभार्थी राज्य के बाहर भी सूचीबद्ध अस्पतालों में इलाज करा सकते हैं। बजट 2025-26 में इसके लिए 3500 करोड़ का MAA कोष बनाया गया है। NFSA, SECC, लघु-सीमांत कृषक, संविदाकर्मी, EWS तथा 70+ वरिष्ठ नागरिकों के लिए यह योजना पूर्णतः निःशुल्क है; ₹850 वार्षिक प्रीमियम केवल गैर-पात्र सामान्य परिवारों से लिया जाता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निःशुल्क निरोगी राजस्थान योजना' (दवा एवं जाँच) के संदर्भ में कौनसे कथन सही हैं? A. यह योजना राज्य के समस्त राजकीय चिकित्सा संस्थानों में 1 अप्रैल 2022 से पूर्णतः प्रभावी की गई। B. इसके अंतर्गत मेडिकल कॉलेज से लेकर उप-स्वास्थ्य केंद्र तथा आयुष्मान आरोग्य मंदिरों तक अंतरंग (IPD) एवं बहिरंग (OPD) रोगियों को निःशुल्क दवा व जांचें दी जाती हैं। C. योजना के तहत वर्तमान में 1238 दवाइयां, 428 सर्जिकल आइटम्स एवं 156 सूचर्स आइटम्स सूचीबद्ध हैं। D. इस योजना का लाभ प्राप्त करने के लिए केवल बीपीएल कार्ड धारक ही पात्र माने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निःशुल्क निरोगी राजस्थान योजना 1 अप्रैल 2022 से प्रारंभ की गई, जिसके अंतर्गत पूर्ववर्ती निःशुल्क दवा योजना (2011) और जांच योजना (2013) का विस्तार करते हुए सभी राजकीय चिकित्सालयों में समस्त नागरिकों के लिए दवाइयां और जांचें पूर्णतः कैशलेस व निःशुल्क कर दी गईं। इसमें 1238 दवाएं, 428 सर्जिकल आइटम और 156 सूचर्स शामिल हैं। यह योजना राजस्थान के प्रत्येक नागरिक के लिए सार्वभौमिक (Universal) रूप से खुली है और इसमें बीपीएल की कोई बाध्यता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स्वास्थ्य एवं चिकित्सा सुरक्षा से जुड़ी योजनाओं का उनके लक्षित समूह/लाभ से सही मिलान कीजिए: सूची-I: सूची-I: A. राजस्थान सरकार स्वास्थ्य योजना (RGHS) B. आयुष्मान वय वंदन योजना C. मुख्यमंत्री बाल संबल योजना (आयुष्मान बाल सहायता) D. मुख्यमंत्री आयुष्मान आरोग्य (MAA) वाउचर योजना सूची-II: 1. 70 वर्ष एवं उससे अधिक आयु के वरिष्ठ नागरिकों को ₹5 लाख तक का कैशलेस स्वास्थ्य कवरेज 2. राजकीय कर्मचारियों, पेंशनभोगियों एवं विधायकों को कैशलेस गुणवत्तापूर्ण चिकित्सा 3. दुर्लभ रोगों से पीड़ित बच्चों (18 वर्ष तक) को ₹50 लाख तक उपचार व ₹5,000 प्रतिमाह सहायता 4. ग्रामीण गर्भवती महिलाओं को अधिकृत निजी केंद्रों पर निःशुल्क सोनोग्राफी (₹450 प्रति वाउचर)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RGHS योजना 1 जुलाई 2021 से सेवारत व सेवानिवृत्त सरकारी कार्मिकों, विधायकों आदि हेतु कैशलेस स्वास्थ्य सुविधा प्रदान करती है। आयुष्मान वय वंदन योजना 29 अक्टूबर 2024 से 70 वर्ष या अधिक आयु के वरिष्ठ नागरिकों को ₹5 लाख का कैशलेस उपचार देती है। मुख्यमंत्री बाल संबल (आयुष्मान बाल सहायता) योजना में दुर्लभ रोगों से ग्रसित बच्चों को ₹50 लाख तक का उपचार व ₹5,000 मासिक भत्ता दिया जाता है। MAA वाउचर योजना 2024 में गर्भवती महिलाओं को सोनोग्राफी जांच हेतु ₹450 मूल्य का क्यूआर कोड आधारित निःशुल्क वाउचर उपलब्ध कराया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'सिलिकोसिस नीति-2019' के अंतर्गत देय वित्तीय एवं सामाजिक सुरक्षा लाभों के संदर्भ में निम्नलिखित कथनों पर विचार कीजिए: A. सिलिकोसिस रोग के प्रमाणीकरण पर पीड़ित व्यक्ति को पुनर्वास हेतु ₹3 लाख की एकमुश्त सहायता तथा ₹1,500 प्रतिमाह पेंशन दी जाती है। B. पीड़ित श्रमिक की मृत्यु होने पर उसके आश्रित परिवार को ₹5 लाख की सहायता राशि प्रदान की जाती है। C. मृतक के अंतिम संस्कार हेतु परिवार को ₹10,000 की तत्काल वित्तीय सहायता प्रदान की जाती है। D. पीड़ित परिवार को 'आस्था कार्ड' धारक के समकक्ष मानते हुए राष्ट्रीय खाद्य सुरक्षा अधिनियम (NFSA) तथा पालनहार योजना का स्वतः लाभ 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सिलिकोसिस नीति (अधिसूचित 3 अक्टूबर 2019) के तहत बीमारी के प्रमाणीकरण पर पुनर्वास हेतु ₹3 लाख व ₹1,500 प्रतिमाह पेंशन दी जाती है। पीड़ित की मृत्यु होने पर आश्रितों को ₹2 लाख (न कि ₹5 लाख) की सहायता दी जाती है। अतः कथन B गलत है। अंतिम संस्कार हेतु ₹10,000 दिए जाते हैं, विधवा को ₹1250 से ₹1500 प्रतिमाह पेंशन मिलती है तथा पूरे परिवार को आस्था कार्ड व बीपीएल समतुल्य NFSA और बच्चों को पालनहार योजना का लाभ दिया जाता है। रोग की पहचान हेतु AI-आधारित टेली-रेडियोलॉजी का उपयोग किया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आयुष्मान भारत स्वास्थ्य अवसंरचना मिशन' (PM-ABHIM) तथा शहरी स्वास्थ्य केंद्रों के संदर्भ में कौनसे कथन सही हैं? A. PM-ABHIM योजना 25 अक्टूबर 2021 को भविष्य की महामारियों से निपटने और जिला स्तर पर स्वास्थ्य अधोसंरचना सुदृढ़ीकरण हेतु शुरू की गई। B. इसके अंतर्गत राजस्थान में ब्लॉक स्तरीय सार्वजनिक स्वास्थ्य इकाइयाँ (BPHU) और क्रिटिकल केयर ब्लॉक (CCB) स्थापित किए जा रहे हैं। C. राजस्थान में पूर्व में संचालित 'जनता क्लिनिक' का नाम बदलकर 'शहरी आयुष्मान आरोग्य मन्दिर' कर दिया गया है। D. प्रत्येक शहरी आयुष्मान आरोग्य मंदिर को कम से कम 1,00,000 की शहरी जनसंख्या को प्राथमिक स्वास्थ्य सेवाएं देने हेतु डिज़ाइन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PM-ABHIM मिशन 25 अक्टूबर 2021 को शुरू किया गया, जिसके तहत राज्य में 131 BPHU, 6 IPHL और 3 क्रिटिकल केयर ब्लॉक निर्मित किए जा रहे हैं। राज्य में पूर्व में खोले गए जनता क्लिनिकों का नाम बदलकर 'शहरी आयुष्मान आरोग्य मंदिर' किया गया है। आर्थिक समीक्षा के अनुसार प्रत्येक शहरी आयुष्मान आरोग्य मंदिर लगभग 20,000 की शहरी गरीब व वंचित आबादी को उच्च गुणवत्तायुक्त प्राथमिक स्वास्थ्य सेवाएं प्रदान करता है, 1,00,000 को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स्वास्थ्य मिशन (NHM) के अंतर्गत संचालित कार्यक्रमों के संबंध में निम्नलिखित कथनों पर विचार कीजिए: A. राष्ट्रीय बाल स्वास्थ्य कार्यक्रम (RBSK) के अंतर्गत 18 वर्ष तक के बच्चों में 4 D's (Defects, Diseases, Deficiencies, Developmental delays) की जांच की जाती है। B. राष्ट्रीय किशोर स्वास्थ्य कार्यक्रम के तहत 10-19 वर्ष के किशोरों के लिए 'उजाला क्लीनिक' संचालित किए जा रहे हैं। C. आपातकालीन एम्बुलेंस सेवा 108 राजस्थान में वर्ष 2008 से पूर्णतः निःशुल्क आपात चिकित्सा सेवा प्रदान कर रही है। D. एकीकृत रोग निगरानी कार्यक्रम (IDSP) केवल संचारी रोगों की वार्षिक ऑफलाइन रिपोर्टिंग का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RBSK के तहत समर्पित मोबाइल हेल्थ टीमों द्वारा 18 वर्ष तक के बच्चों की 40 बीमारियों (4 D's) की स्क्रीनिंग की जाती है। राष्ट्रीय किशोर स्वास्थ्य कार्यक्रम के तहत स्थापित किशोर मित्र स्वास्थ्य केंद्रों को 'उजाला क्लीनिक' कहा जाता है। 108 एम्बुलेंस सेवा सितंबर 2008 से आपातकालीन चिकित्सा हेतु संचालित है। IDSP (एकीकृत रोग निगरानी कार्यक्रम) संचारी और गैर-संचारी दोनों प्रकार के रोगों की उपकेंद्र स्तर से पोर्टल के माध्यम से रियल-टाइम डिजिटल निगरानी करता है, न कि केवल संचारी रोगों की ऑफलाइन रिपोर्टिंग।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स्वास्थ्य अभियानों एवं नियंत्रण कार्यक्रमों का उनके विशिष्ट लक्ष्यों से सही मिलान कीजिए: सूची-I: सूची-I: A. राष्ट्रीय वायरल हेपेटाइटिस नियंत्रण कार्यक्रम (NVHCP) B. मिशन मधुहारी कार्यक्रम (29 नवम्बर 2024) C. मिशन मधुनेत्र D. शुद्ध आहार मिलावट पर वार अभियान (15 फरवरी 2024) सूची-II: 1. वर्ष 2030 तक हेपेटाइटिस-C का पूर्ण उन्मूलन करना 2. टाइप-1 मधुमेह से पीड़ित बच्चों को निःशुल्क इंसुलिन, ग्लूकोमीटर व ग्लूकोज स्ट्रिप्स वितरण 3. मधुमेह रोगियों में डायबिटिक रेटिनोपैथी की पहचान व नेत्र उपचार 4. खाद्य पदार्थों में मिलावट की रोकथाम हेतु राज्यव्यापी सघन जांच अभियान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NVHCP का लक्ष्य वर्ष 2030 तक हेपेटाइटिस-C का उन्मूलन तथा हेपेटाइटिस बी, ए व ई से होने वाली मृत्यु दर को कम करना है। 29 नवंबर 2024 को नागौर जिला अस्पताल से शुरू 'मिशन मधुहारी' के तहत टाइप-1 डायबिटीज पीड़ित बच्चों को निःशुल्क इंसुलिन व ग्लूकोमीटर किट दी जाती है। 'मिशन मधुनेत्र' मधुमेह रोगियों में अंधेपन का कारण बनने वाली डायबिटिक रेटिनोपैथी की समय पर स्क्रीनिंग व लेजर उपचार हेतु शुरू किया गया है। 'शुद्ध आहार मिलावट पर वार' अभियान 15 फरवरी 2024 से उपभोक्ताओं को शुद्ध खाद्य सामग्री सुनिश्चित करने हेतु संचालित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आयुष एवं स्वास्थ्य आधुनिकीकरण संबंधी पहलों के संदर्भ में कौनसे कथन सत्य हैं? A. राजस्थान स्वास्थ्य सेवा का अधिकार अधिनियम (Right to Health Act, 2023) पारित करने वाला देश का प्रथम राज्य है। B. आयुष्मान भारत योजना के अंतर्गत राज्य के 2,019 आयुष औषधालयों को 'आयुष्मान आरोग्य मंदिर (आयुष)' में रूपांतरित किया गया है। C. राजस्थान में दिसम्बर 2025 तक 6.52 करोड़ से अधिक आयुष्मान भारत हेल्थ अकाउंट (ABHA) आईडी बनाई जा चुकी हैं। D. ई-संजीवनी (Esanjeevani) टेलीमेडिसिन पोर्टल के अंतर्गत केवल जिला अस्पतालों से मेडिकल कॉलेज के बीच परामर्श संभव है, प्राथमिक केंद्रों पर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देश का पहला राज्य है जिसने स्वास्थ्य का अधिकार अधिनियम 2023 पारित किया। राज्य के 2,019 आयुष औषधालयों को आयुष्मान आरोग्य मंदिर (आयुष) के रूप में अपग्रेड किया गया है, जिनमें से 50 को NABH मान्यता मिली है। राज्य में 6.52 करोड़ से अधिक डिजिटल आभा आईडी बन चुकी हैं। ई-संजीवनी टेलीमेडिसिन पोर्टल 'हब एंड स्पोक' मॉडल पर काम करता है, जिसमें पीएचसी, सीएचसी, जिला अस्पताल और मेडिकल कॉलेज सभी आपस में पदानुक्रमित रूप से जुड़े हैं ताकि सुदूर ग्रामीण क्षेत्रों को उच्च विशेषज्ञों का परामर्श मिल सके।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फ्लैगशिप 'लाड़ो प्रोत्साहन योजना' (1 अगस्त 2024) के संबंध में निम्नलिखित कथनों पर विचार कीजिए: A. इस योजना का मुख्य उद्देश्य बालिका शिशु मृत्यु दर में कमी लाना तथा लिंगानुपात व शिक्षा स्तर में सुधार करना है। B. योजना के अंतर्गत प्रत्येक पात्र बालिका को कुल ₹1.50 लाख की आर्थिक सहायता 7 किश्तों में डीबीटी के माध्यम से दी जाती है। C. संस्थागत प्रसव होने पर ₹2,500 तथा बालिका के 1 वर्ष पूर्ण होने व पूर्ण टीकाकरण पर ₹2,500 की सहायता दी जाती है। D. सातवीं एवं अंतिम किश्त के रूप में बालिका द्वारा 12वीं कक्षा उत्तीर्ण करने पर ₹1 लाख की राशि प्रदान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लाड़ो प्रोत्साहन योजना 1 अगस्त 2024 से महिला अधिकारिता विभाग द्वारा संचालित है। इसके तहत कुल ₹1.50 लाख की सहायता 7 किश्तों में दी जाती है: 1. संस्थागत प्रसव पर ₹2500, 2. 1 वर्ष आयु व पूर्ण टीकाकरण पर ₹2500, 3. पहली कक्षा में प्रवेश पर ₹4000, 4. छठी कक्षा में प्रवेश पर ₹5000, 5. 10वीं कक्षा में प्रवेश पर ₹11,000, 6. 12वीं कक्षा में प्रवेश पर ₹25,000 तथा 7. स्नातक उत्तीर्ण करने एवं 21 वर्ष की आयु पूर्ण होने पर ₹1,00,000 दिए जाते हैं। 12वीं पास करने पर ₹25,000 दिए जाते हैं, ₹1 लाख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स्कूली शिक्षा में छात्र कल्याणकारी योजनाओं का उनके सही प्रावधानों से मिलान कीजिए: सूची-I: सूची-I: A. निःशुल्क साइकिल वितरण योजना B. निःशुल्क यूनिफॉर्म वितरण योजना C. परिवहन वाउचर योजना D. मुख्यमंत्री सम्बल योजना (DELED) सूची-II: 1. कक्षा 1 से 8 तक ₹600 तथा कक्षा 9 से 12 की बालिकाओं को ₹800 डीबीटी सहायता 2. राजकीय विद्यालयों में कक्षा 9 में प्रवेश लेने वाली सभी वर्गों की पात्र छात्राओं को वितरण 3. ग्रामीण बालिकाओं हेतु 5 किमी से अधिक दूरी पर विद्यालय होने पर दैनिक किराया प्रतिपूर्ति 4. निजी संस्थानों में DELED अध्ययनरत विधवा व परित्यक्ता महिलाओं को ₹9,000 शिक्षण शुल्क प्रतिपूर्ति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निःशुल्क साइकिल योजना राजकीय विद्यालयों में कक्षा 9 में अध्ययनरत बालिकाओं को दी जाती है ताकि ड्रॉपआउट रुके। निःशुल्क यूनिफॉर्म योजना में कक्षा 1-8 के सभी विद्यार्थियों को ₹600 तथा 9-12 की छात्राओं को ₹800 सिलाई व बैग हेतु डीबीटी से मिलते हैं। परिवहन वाउचर योजना प्राथमिक (1 किमी से अधिक), उच्च प्राथमिक (2 किमी से अधिक) और माध्यमिक (5 किमी से अधिक) दूरी पर पढ़ने वाले विद्यार्थियों को सहायता देती है। मुख्यमंत्री सम्बल योजना के तहत डीएलएड कर रही विधवा/तलाकशुदा महिलाओं को ₹9,000 की वार्षिक फीस प्रतिपूर्ति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'समग्र शिक्षा अभियान' एवं 'पीएम श्री' (PM-SHRI) योजना के संदर्भ में निम्नलिखित कथनों पर विचार कीजिए: A. समग्र शिक्षा अभियान प्री-स्कूल से कक्षा 12 तक स्कूली शिक्षा हेतु 60:40 (केंद्र:राज्य) अनुपात में संचालित एक केंद्रीय प्रायोजित योजना है। B. इसके अंतर्गत राज्य में 'निपुण भारत मिशन' के तहत वर्ष 2026-27 तक कक्षा 3 तक के सभी बच्चों में बुनियादी साक्षरता और संख्या ज्ञान (FLN) का लक्ष्य है। C. पीएम श्री योजना 7 सितम्बर 2022 से राष्ट्रीय शिक्षा नीति (NEP 2020) के आदर्श मॉडल स्कूल विकसित करने हेतु शुरू की गई। D. राजस्थान में पीएम श्री योजना केवल माध्यमिक शिक्षा के 100 चुनिंदा विद्यालयों में ही लागू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समग्र शिक्षा अभियान पूर्व-प्राथमिक से कक्षा 12वीं तक 60:40 अनुपात में संचालित है। निपुण भारत मिशन के तहत 2026-27 तक कक्षा 3 के प्रत्येक बच्चे को बुनियादी साक्षरता एवं संख्या ज्ञान (FLN) प्राप्त कराना अनिवार्य लक्ष्य है। पीएम श्री योजना 7 सितंबर 2022 को शुरू की गई थी। राजस्थान में पीएम श्री योजना के तहत कुल 639 स्कूलों (90 प्रारंभिक शिक्षा, 549 माध्यमिक शिक्षा और 1 संस्कृत स्कूल) का चयन किया गया है, न कि केवल 100 स्कूलों का।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शैक्षिक नवाचारों के संबंध में निम्नलिखित में से कौनसे कथन सही हैं? A. 'मुख्यमंत्री शिक्षित राजस्थान अभियान' (MSRA) के अंतर्गत AI-आधारित मौखिक पठन प्रवाह (ORF) और ऑन-डिमांड परीक्षाएं (ODE) शुरू की गई हैं। B. 'स्वामी विवेकानन्द राजकीय मॉडल स्कूल' सीबीएसई से संबद्ध अंग्रेजी माध्यम विद्यालय हैं, जिनमें कम से कम 55% सीटें बालिकाओं हेतु आरक्षित हैं। C. 'प्रखर राजस्थान कार्यक्रम' बच्चों में विज्ञान एवं रोबोटिक्स नवाचार विकसित करने के लिए प्रारंभ किया गया है। D. 'ज्ञान संकल्प पोर्टल' राजकीय विद्यालयों में भामाशाहों, दानदाताओं एवं कॉर्पोरेट CSR से वित्तीय सहयोग प्राप्त करने हेतु संचालित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शिक्षित राजस्थान अभियान (MSRA) NEP 2020 के अनुरूप शुरू हुआ है जिसमें AI-आधारित ORF और NIOS की ODE परीक्षाएं संचालित हैं। स्वामी विवेकानन्द मॉडल स्कूल पिछड़े 134 ब्लॉकों में संचालित CBSE स्कूल हैं जिनमें 55% सीटें बालिकाओं के लिए आरक्षित हैं। 'प्रखर राजस्थान कार्यक्रम' बच्चों के पठन कौशल (Reading skills) को मजबूत करने के लिए MSRA के अंतर्गत शुरू किया गया है, न कि रोबोटिक्स के लिए। अतः कथन C गलत है। ज्ञान संकल्प पोर्टल (5 अगस्त 2017) विद्यालयों के भौतिक विकास हेतु दानदाताओं को जोड़ने का आधिकारिक डिजिटल मंच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मेधावी बालिकाओं एवं छात्राओं हेतु संचालित स्कूटी व प्रोत्साहन योजनाओं का सही मिलान कीजिए: सूची-I: सूची-I: A. कालीबाई भील मेधावी छात्रा स्कूटी योजना B. देवनारायण छात्रा स्कूटी वितरण एवं प्रोत्साहन योजना C. मुख्यमंत्री हमारी बेटियाँ योजना D. बालिका दूरस्थ शिक्षा योजना (24 अगस्त 2022) सूची-II: 1. अति पिछड़े वर्ग (बंजारा, गाड़िया लुहार, रेबारी आदि) की छात्राओं को स्कूटी व ₹10,000/₹20,000 वार्षिक प्रोत्साहन 2. सभी वर्गों (Gen, SC, ST, OBC, EWS, अल्पसंख्यक) की 12वीं उत्तीर्ण मेधावी छात्राओं को स्कूटी वितरण 3. उच्च शिक्षा हेतु VMOU/IGNOU से दूरस्थ डिप्लोमा/डिग्री कर रही छात्राओं के शिक्षण शुल्क का पुनर्भरण 4. राजकीय विद्यालयों की प्रत्येक जिले में 10वीं में मेरिट, बीपीएल व अनाथ श्रेणी की 4 छात्राओं को ₹1.15 लाख से ₹2.25 लाख सहायता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कालीबाई भील मेधावी छात्रा स्कूटी योजना में सामान्य, एससी, एसटी, ओबीसी, ईडब्ल्यूएस व अल्पसंख्यक वर्ग की मेधावी छात्राओं को स्कूटी दी जाती है (RBSE 65%, CBSE 75%)। देवनारायण योजना में एमबीसी वर्ग की छात्राओं को 12वीं में 50% से अधिक अंक पर स्कूटी व कॉलेज के तीनों वर्षों में ₹10,000 व पीजी में ₹20,000 वार्षिक दिए जाते हैं। मुख्यमंत्री हमारी बेटियां योजना (2015-16) में प्रत्येक जिले से 4 छात्राओं (2 मेरिट, 1 बीपीएल, 1 अनाथ) को 11वीं-12वीं में ₹1.15 लाख तथा कॉलेज/पीजी में ₹2.25 लाख तक सहायता दी जाती है। बालिका दूरस्थ शिक्षा योजना 24 अगस्त 2022 से उच्च शिक्षा ट्यूशन फीस पुनर्भरण हेतु संचालित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 शिक्षा में छात्रवृत्ति एवं संबल योजनाओं के संबंध में निम्नलिखित कथनों पर विचार कीजिए: A. 'मुख्यमंत्री उच्च शिक्षा छात्रवृत्ति योजना' के तहत कक्षा 12वीं में न्यूनतम 60% अंक प्राप्त प्रथम 1 लाख पात्र विद्यार्थियों को ₹5,000 वार्षिक छात्रवृत्ति दी जाती है। B. इस योजना में दिव्यांग विद्यार्थियों को ₹1,000 प्रतिमाह (वार्षिक ₹10,000) की छात्रवृत्ति प्रदान की जाती है। C. 'मुख्यमंत्री बी.एड. सम्बल योजना' के तहत सभी वर्ग की सामान्य अविवाहित बालिकाओं को बी.एड. फीस की प्रतिपूर्ति की जाती है। D. मुख्यमंत्री मदरसा आधुनिकीकरण योजना में प्राथमिक मदरसों को ₹15 लाख तथा उच्च प्राथमिक मदरसों को ₹25 लाख तक वित्तीय सहायता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उच्च शिक्षा छात्रवृत्ति योजना में 2.5 लाख तक पारिवारिक आय वाले परिवारों के 1 लाख मेधावी छात्रों को ₹500 प्रतिमाह (₹5,000 वार्षिक) तथा दिव्यांग व अल्पसंख्यक छात्रों को ₹1,000 प्रतिमाह (₹10,000 वार्षिक) छात्रवृत्ति दी जाती है। मुख्यमंत्री बी.एड. सम्बल योजना केवल विधवा, तलाकशुदा एवं परित्यक्ता महिलाओं को सरकारी/निजी कॉलेजों में बी.एड. पाठ्यक्रम की फीस (₹17,880) की प्रतिपूर्ति हेतु है, सामान्य अविवाहित बालिकाओं हेतु नहीं। अतः कथन C गलत है। मुख्यमंत्री मदरसा आधुनिकीकरण योजना (बजट 2022-23) में 90:10 के अनुपात में प्राथमिक मदरसों को ₹15 लाख व उच्च प्राथमिक मदरसों को ₹25 लाख तक अनुदान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'स्वामी विवेकानन्द स्कॉलरशिप फॉर एकेडमिक एक्सीलेंस' तथा 'पीएम-उषा' (PM-USHA) योजना के संदर्भ में कौनसे कथन सही हैं? A. स्वामी विवेकानन्द स्कॉलरशिप योजना के तहत विदेश के प्रतिष्ठित तथा देश के शीर्ष NIRF (1 से 50) रैंक वाले संस्थानों में उच्च अध्ययन हेतु वित्तीय सहायता दी जाती है। B. वर्ष 2025-26 के बजट में स्वामी विवेकानन्द स्कॉलरशिप योजना हेतु ₹150 करोड़ का बजट प्रावधान रखा गया है। C. प्रधानमंत्री उच्चतर शिक्षा अभियान (पीएम-उषा) राष्ट्रीय शिक्षा नीति 2020 के पांच स्तंभों (सुलभता, समानता, गुणवत्ता, सामर्थ्य, जवाबदेही) पर आधारित है। D. पीएम-उषा योजना 100 प्रतिशत केंद्र सरकार द्वारा वित्तपोषित केंद्रीय क्षेत्रक योजना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विवेकानन्द स्कॉलरशिप फॉर एकेडमिक एक्सीलेंस योजना के तहत टाइम्स हायर एजुकेशन (THE) तथा देश के NIRF टॉप-50 संस्थानों में पढ़ने वाले प्रतिभावान छात्रों को वित्तीय सहायता दी जाती है, जिसका 2025-26 बजट ₹150 करोड़ है। पीएम-उषा योजना विश्वविद्यालयों व महाविद्यालयों के अधोसंरचना विस्तार हेतु NEP 2020 के 5 स्तंभों पर आधारित केंद्र-प्रायोजित (Centrally Sponsored) योजना है, जिसमें केंद्र और राज्य का वित्तीय अनुपात 60:40 है, 100% केंद्रीय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साक्षरता, कौशल एवं विज्ञान-प्रौद्योगिकी से जुड़ी पहलों का सही मिलान कीजिए: सूची-I: सूची-I: A. नवभारत साक्षरता कार्यक्रम (उल्लास) B. महिला शिक्षण विहार (झालावाड़) C. KARYA फेलोशिप कार्यक्रम D. दस्तकार प्रशिक्षण योजना सूची-II: 1. 15 से 30 वर्ष की तलाकशुदा, विधवा व वंचित महिलाओं को 10वीं तक आवासीय शिक्षा व कौशल प्रशिक्षण 2. 15 वर्ष या अधिक आयु के निरक्षरों में उल्लास एप के माध्यम से बुनियादी साक्षरता संवर्धन 3. आईटीआई में 44 इंजीनियरिंग व 35 नॉन-इंजीनियरिंग व्यवसायों में व्यावसायिक प्रशिक्षण 4. विज्ञान संकाय के विद्यार्थियों को राष्ट्रीय शोध संस्थानों में इंटर्नशिप व अनुसंधान प्रशिक्षण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नवभारत साक्षरता कार्यक्रम 1 अप्रैल 2022 से 15 वर्ष से अधिक उम्र के असाक्षरों को उल्लास एप द्वारा साक्षर बनाने हेतु 60:40 अनुपात में संचालित है। महिला शिक्षण विहार झालावाड़ में संचालित है जहाँ 15-30 वर्ष की परित्यक्ता, विधवा व आदिवासी महिलाओं को 10वीं तक आवासीय शिक्षा व कौशल प्रशिक्षण दिया जाता है। KARYA (नॉलेज ऑग्मेंटेशन रिसर्च इन यंग एस्पिरेंट्स) डीएसटी राजस्थान द्वारा कॉलेज छात्रों को राष्ट्रीय संस्थानों में शोध फेलोशिप देता है। दस्तकार प्रशिक्षण योजना राज्य के 314 आईटीआई संस्थानों में इंजीनियरिंग व गैर-इंजीनियरिंग व्यवसायों में कौशल प्रशिक्षण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महिला सुरक्षा एवं सशक्तिकरण से जुड़ी प्रमुख पहलों के संदर्भ में निम्नलिखित कथनों पर विचार कीजिए: A. 'बेटी बचाओ, बेटी पढ़ाओ' योजना बाल लिंगानुपात में सुधार और लैंगिक समानता हेतु 22 जनवरी 2015 से संचालित है। B. 'कालीबाई भील उड़ान योजना' के अंतर्गत 10 से 45 वर्ष की सभी किशोरियों एवं महिलाओं को प्रतिमाह निःशुल्क सैनिटरी नैपकिन वितरित किए जाते हैं। C. अनौपचारिक एवं असंगठित क्षेत्रों में कार्यरत महिलाओं की शिकायतों के निवारण हेतु त्रि-स्तरीय महिला समाधान समिति का गठन किया गया है। D. '181 महिला हेल्पलाइन' केवल कामकाजी महिलाओं के लिए ही परामर्श एवं कानूनी सहायता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बेटी बचाओ बेटी पढ़ाओ योजना 2015 से संचालित है। कालीबाई भील उड़ान योजना प्रजनन आयु (10 से 45 वर्ष) की किशोरियों और महिलाओं को प्रतिमाह निःशुल्क सैनिटरी नैपकिन उपलब्ध कराती है, जिसमें लगभग 1.22 करोड़ महिलाएं लाभान्वित हो रही हैं। असंगठित व अनौपचारिक क्षेत्र की महिलाओं के संरक्षण हेतु त्रिस्तरीय (संभागीय, जिला, उप-जिला स्तर) महिला समाधान समिति कार्यरत है। 181 महिला हेल्पलाइन 24×7 संचालित आपातकालीन हेल्पलाइन है जो राज्य की किसी भी पीड़ित महिला को हिंसा व उत्पीड़न के विरुद्ध सहायता देती है, यह केवल कामकाजी महिलाओं तक सीमित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महिला आजीविका एवं सामाजिक कल्याणकारी योजनाओं के संबंध में कौनसे कथन सही हैं? A. 'मुख्यमंत्री नारी शक्ति उद्यम प्रोत्साहन योजना' के तहत व्यक्तिगत लाभार्थियों को ₹50 लाख तक तथा स्वयं सहायता समूहों के क्लस्टर/फेडरेशन को ₹1 करोड़ तक ऋण दिया जाता है। B. 'मुख्यमंत्री वर्क फ्रॉम होम - जॉब वर्क योजना' महिलाओं को घर बैठे ऑनलाइन परामर्श, डाटा एंट्री, लेखांकन आदि क्षेत्रों में रोजगार के अवसर प्रदान करती है। C. 'मुख्यमंत्री रसोई गैस सब्सिडी योजना' (1 जनवरी 2024 से) के तहत बीपीएल, पीएम उज्ज्वला एवं एनएफएसए लाभार्थियों को ₹450 में प्रतिमाह एक गैस सिलेंडर मिलता है। D. महिला कल्याण कोष के माध्यम से केवल सरकारी स्थायी महिला कर्मचारियों को जीवन बीमा संरक्षण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नारी शक्ति उद्यम प्रोत्साहन योजना महिलाओं को उद्यम स्थापित करने हेतु ₹50 लाख व क्लस्टरों को ₹1 करोड़ तक ऋण उपलब्ध कराती है। मुख्यमंत्री वर्क फ्रॉम होम योजना महिलाओं को घर से आजीविका कमाने हेतु डिजिटल मंच देती है। 1 जनवरी 2024 से प्रारंभ रसोई गैस सब्सिडी योजना में पात्र परिवारों को ₹450 में 12 सिलेंडर प्रतिवर्ष (प्रतिमाह 1) दिए जाते हैं। महिला कल्याण कोष आंगनबाड़ी कार्यकर्ताओं, सहायिकाओं और आशा सहयोगिनियों के कल्याण हेतु बनाया गया है, जिसके माध्यम से ₹10,000 का बीमा संरक्षण दिया जाता है, यह स्थायी सरकारी कर्मचारियों हेतु नहीं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विवाह एवं पारिवारिक आर्थिक सहायता योजनाओं को उनके देय लाभ से सुमेलित कीजिए: सूची-I: सूची-I: A. मुख्यमंत्री कन्यादान योजना B. विधवा विवाह उपहार योजना C. मुख्यमंत्री सामूहिक विवाह एवं अनुदान योजना (2021) D. डॉ. सविता बेन अम्बेडकर अन्तर्जातीय विवाह प्रोत्साहन योजना सूची-II: 1. सवर्ण हिन्दू एवं अनुसूचित जाति के बीच विवाह होने पर ₹10 लाख की सहायता (₹8.75 लाख राज्य, ₹1.25 लाख केंद्र) 2. एससी, एसटी व अल्पसंख्यक बीपीएल कन्याओं को ₹31,000 (10वीं पास पर अतिरिक्त ₹10,000, स्नातक पर ₹20,000) 3. पेंशनभोगी विधवा महिला द्वारा पुनर्विवाह करने पर ₹51,000 का उपहार 4. प्रति जोड़ा ₹25,000 सहायता (₹21,000 वधू को + ₹4,000 आयोजक संस्था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कन्यादान योजना के तहत एससी/एसटी/अल्पसंख्यक बीपीएल परिवारों की कन्याओं के विवाह पर ₹31,000 तथा अतिरिक्त शैक्षिक प्रोत्साहन (10वीं पर ₹10,000 व स्नातक पर ₹20,000) दिए जाते हैं। विधवा विवाह उपहार योजना में ₹51,000 दिए जाते हैं। सामूहिक विवाह योजना 2021 के तहत प्रति जोड़ा ₹25,000 (वधू को ₹21,000 व संस्था को ₹4,000) मिलते हैं तथा 25 से अधिक जोड़ों पर ₹10 लाख तक अतिरिक्त अनुदान मिलता है। डॉ. सविता बेन अम्बेडकर योजना में 1 अप्रैल 2023 से सहायता राशि बढ़ाकर ₹10 लाख कर दी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बाल विकास, पोषण एवं दुग्ध वितरण योजनाओं के संदर्भ में निम्नलिखित कथनों पर विचार कीजिए: A. समेकित बाल विकास सेवाएं (ICDS) 2 अक्टूबर 1975 से बांसवाड़ा की गढ़ी पंचायत समिति से प्रारंभ की गई थीं। B. 'पन्नाधाय बाल गोपाल योजना' के अंतर्गत सरकारी प्राथमिक विद्यालयों (1 से 5) में 150 मिली तथा उच्च प्राथमिक (6 से 8) में 200 मिली गर्म दूध वितरित किया जाता है। C. 'मुख्यमंत्री अमृत आहार योजना' 14 दिसम्बर 2024 से आंगनबाड़ी केंद्रों में 3 से 6 वर्ष के बच्चों को प्रतिदिन 100 मिली मीठा व गर्म दूध देने हेतु प्रारंभ की गई। D. प्रधानमंत्री मातृ वन्दना योजना में दूसरे बच्चे के जन्म पर चाहे वह बालक हो या बालिका, ₹6,000 की एकमुश्त सहायता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ICDS की शुरुआत 2 अक्टूबर 1975 को गढ़ी (बांसवाड़ा) से हुई थी। पन्नाधाय बाल गोपाल योजना के तहत MDM में कक्षा 1-5 को 150ml तथा कक्षा 6-8 को 200ml स्किम्ड दूध पाउडर से तैयार दूध सप्ताह में 6 दिन दिया जाता है। मुख्यमंत्री अमृत आहार योजना 14 दिसंबर 2024 से आंगनबाड़ी में 3-6 वर्ष के बच्चों को 100ml गर्म दूध 5 दिन हेतु देती है। प्रधानमंत्री मातृ वन्दना योजना (PMMVY) में दूसरे बच्चे के जन्म पर ₹6,000 की सहायता केवल तभी मिलती है जब जन्म लेने वाली संतान बालिका (Girl child)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'पालनहार योजना' के संदर्भ में निम्नलिखित कथनों में से कौनसे सही हैं? A. यह योजना अनाथ, परित्यक्ता, विधवा, कुष्ठ रोग/एचआईवी पीड़ित तथा विशेष योग्यजन माता-पिता के बच्चों को पारिवारिक माहौल में पालन-पोषण हेतु वित्तीय सहायता देती है। B. अनाथ श्रेणी के 0 से 6 वर्ष आयु वर्ग के बच्चों के लिए ₹1,500 प्रतिमाह तथा 6 से 18 वर्ष आयु वर्ग के बच्चों के लिए ₹2,500 प्रतिमाह की सहायता देय है। C. अन्य श्रेणियों (जैसे विधवा/तलाकशुदा के बच्चे) के लिए 0-6 वर्ष तक ₹750 प्रतिमाह तथा 6-18 वर्ष तक ₹1,500 प्रतिमाह दिए जाते हैं। D. वस्त्र एवं स्वेटर इत्यादि वार्षिक आवश्यकताओं के लिए प्रति बच्चा ₹10,000 की एकमुश्त वार्षिक सहायता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पालनहार योजना 2004 में प्रारंभ हुई थी। वर्तमान में अनाथ बच्चों को 0-6 वर्ष आयु वर्ग में ₹1,500 प्रतिमाह तथा 6-18 वर्ष आयु वर्ग में ₹2,500 प्रतिमाह दिए जाते हैं। अन्य पात्र श्रेणियों के बच्चों को 0-6 वर्ष तक ₹750 तथा 6-18 वर्ष तक ₹1,500 प्रतिमाह मिलते हैं। इसके अलावा कपड़े, जूते आदि की खरीद हेतु प्रति बच्चा ₹2,000 की वार्षिक एकमुश्त सहायता दी जाती है, ₹10,000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कोरोना सहायता योजना' एवं 'मिशन वात्सल्य' के प्रावधानों के संदर्भ में निम्नलिखित कथनों पर विचार कीजिए: A. मुख्यमंत्री कोरोना सहायता योजना के तहत अनाथ हुए बालक-बालिकाओं को ₹1 लाख की तात्कालिक एकमुश्त सहायता दी जाती है। B. कोरोना अनाथ बालक-बालिकाओं को 18 वर्ष की आयु तक ₹2,500 प्रतिमाह तथा 18 वर्ष पूर्ण होने पर ₹5 लाख की सहायता दी जाती है। C. कोविड से पति की मृत्यु होने पर विधवा महिला को ₹1 लाख तात्कालिक सहायता तथा ₹1,500 प्रतिमाह आजीवन पेंशन दी जाती है। D. 'मिशन वात्सल्य' योजना केवल पूर्णतः राज्य निधि से वित्तपोषित है जिसमें केंद्र का कोई वित्तीय अंशदान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कोरोना सहायता योजना के तहत अनाथ बच्चों को ₹1 लाख तत्काल, 18 वर्ष की आयु तक ₹2500 प्रतिमाह + ₹2000 वार्षिक और 18 वर्ष पूर्ण होने पर ₹5 लाख दिए जाते हैं। विधवाओं को ₹1 लाख तत्काल व ₹1500 प्रतिमाह पेंशन तथा बच्चों को ₹1000 प्रतिमाह दिए जाते हैं। 'मिशन वात्सल्य' (बाल संरक्षण सेवाएं) महिला एवं बाल विकास मंत्रालय भारत सरकार की केंद्र-प्रायोजित योजना है, जिसमें केंद्र और राज्य का वित्तीय अनुपात 60:40 है, यह पूर्णतः राज्य पोषित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वंचित एवं पिछड़े वर्गों के कल्याण की प्रमुख योजनाओं का उनके मुख्य लक्ष्यों से सही मिलान कीजिए: सूची-I: सूची-I: A. मुख्यमंत्री अनुप्रति कोचिंग योजना (5 जून 2021) B. अम्बेडकर डी.बी.टी. वाउचर योजना C. प्रधानमंत्री अनुसूचित जाति अभ्युदय योजना (PM-AJAY) D. प्रधानमंत्री आदि आदर्श ग्राम योजना सूची-II: 1. घर से दूर रहकर कॉलेज की पढ़ाई करने वाले छात्रों को आवास-भोजन हेतु ₹2,000 प्रतिमाह (अधिकतम 10 माह) 2. यूपीएससी, आरपीएससी, रीट आदि प्रतियोगी परीक्षाओं हेतु पात्र अभ्यर्थियों को निःशुल्क कोचिंग 3. 50% से अधिक जनजातीय आबादी वाले गांवों में बुनियादी सामाजिक-आर्थिक अधोसंरचना का समग्र विकास 4. अनुसूचित जाति परिवारों को समूह आधारित आजीविका परियोजनाओं हेतु 50% या अधिकतम ₹50,000 तक अनुदान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अनुप्रति कोचिंग योजना 5 जून 2021 से 8 लाख तक पारिवारिक आय वाले मेधावी छात्रों को प्रतियोगी परीक्षाओं की निःशुल्क कोचिंग उपलब्ध कराती है। अम्बेडकर डीबीटी वाउचर योजना में जिला मुख्यालयों पर कॉलेज स्तर पर पढ़ने वाले आरक्षित वर्ग के छात्रों को ₹2,000 प्रतिमाह (10 माह तक) दिए जाते हैं। PM-AJAY योजना अनुसूचित जाति बहुल गांवों में आजीविका और कौशल विकास हेतु अनुदान देती है। प्रधानमंत्री आदि आदर्श ग्राम योजना संविधान के अनुच्छेद 275(1) के तहत जनजातीय गांवों के बुनियादी विकास हेतु क्रियान्वित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जनजातीय कल्याण एवं 'पीएम जनमन' (PM-JANMAN) योजना के संदर्भ में कौनसे कथन सत्य हैं? A. पीएम जनमन योजना 15 नवम्बर 2023 को विशेष रूप से संवेदनशील जनजातीय समूहों (PVTG) के सामाजिक-आर्थिक उत्थान हेतु प्रारंभ की गई। B. राजस्थान में यह योजना केवल बारां जिले की 8 पंचायत समितियों में निवास कर रहे सहरिया PVTG परिवारों पर केंद्रित है। C. इसके अंतर्गत प्रत्येक आवासहीन परिवार को पक्के आवास निर्माण हेतु ₹2.37 लाख की वित्तीय सहायता (मनरेगा व शौचालय सहित) दी जाती है। D. सहरिया, खैरवा तथा कथौड़ी जनजातियों को खाद्य सुरक्षा योजना के तहत उचित मूल्य दुकानों से प्रतिमाह 10 किलो घी पूर्णतः निःशुल्क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जनमन योजना 15 नवंबर 2023 से देश के 75 PVTG समूहों हेतु शुरू की गई। राजस्थान में एकमात्र आधिकारिक रूप से सूचीबद्ध PVTG सहरिया जनजाति (बारां जिला) है, जहां आवास निर्माण हेतु ₹2.37 लाख दिए जा रहे हैं। सहरिया, खैरवा और कथौड़ी परिवारों को विशेष खाद्य सुरक्षा पैकेज के तहत प्रतिमाह 250 मिली घी, 500 मिली खाद्य तेल तथा 500 ग्राम दाल पीओएस मशीनों के माध्यम से निःशुल्क दी जाती है, 10 किलो घी नहीं।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विशेष योग्यजन (दिव्यांगजन) कल्याणकारी योजनाओं के संबंध में निम्नलिखित कथनों पर विचार कीजिए: A. 'मुख्यमंत्री विशेष योग्यजन स्वरोजगार योजना' के तहत ₹5 लाख तक का ऋण तथा अधिकतम ₹50,000 (या ऋण का 50%) अनुदान देय है। B. 'सुखद दाम्पत्य योजना' के अंतर्गत 80 प्रतिशत से अधिक दिव्यांगता वाले विशेष योग्यजन से विवाह करने वाले युवक/युवती को ₹5 लाख की सहायता दी जाती है। C. 'मांसपेशीय दुर्विकास सहायता योजना' के अंतर्गत मस्कुलर डिस्ट्रॉफी से पीड़ित विशेष योग्यजनों को निःशुल्क इलेक्ट्रिक/मोटराइज्ड व्हीलचेयर प्रदान की जाती है। D. 'दिव्यांगजनों के लिए समान अवसर नीति-2025' के तहत पदोन्नति में दिव्यांगों का आरक्षण समाप्त कर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विशेष योग्यजन स्वरोजगार योजना में ₹5 लाख तक ऋण व ₹50,000 मार्जिन अनुदान मिलता है। सुखद दाम्पत्य जीवन योजना में सामान्य दिव्यांग विवाह पर ₹50,000 तथा 80% से अधिक दिव्यांगता वाले से विवाह करने पर ₹5 लाख की प्रोत्साहन राशि मिलती है। मस्कुलर डिस्ट्रॉफी पीड़ितों को व्हीलचेयर प्रदान की गई है। राजस्थान सरकार ने दिव्यांग कार्मिकों को पदोन्नति में 4% आरक्षण दिया है तथा 'समान अवसर नीति 2025' कार्यस्थल पर उनके अधिकारों को मजबूत करती है, आरक्षण समाप्त नहीं किया गया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घुमन्तु आवास योजना 2024' एवं गाड़िया लोहार कल्याणकारी योजनाओं के संदर्भ में कौनसे कथन सही हैं? A. मुख्यमंत्री घुमन्तु आवास योजना 22 अक्टूबर 2024 से विमुक्त, घुमन्तु एवं अर्द्धघुमन्तु बेघर परिवारों हेतु लागू की गई है। B. इसके अंतर्गत मकान निर्माण हेतु कुल ₹1.20 लाख की सहायता 3 किस्तों में सीधे बैंक खाते में दी जाती है। C. इस योजना में स्वच्छ भारत मिशन के तहत ₹12,000 शौचालय हेतु तथा मनरेगा के तहत 90 दिन की मजदूरी (₹23,920 तक) अतिरिक्त रूप से देय है। D. गाड़िया लोहार कच्चा माल क्रय योजना के तहत व्यवसाय हेतु ₹5 लाख का ब्याज मुक्त ऋण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घुमन्तु आवास योजना 22 अक्टूबर 2024 से शुरू की गई, जिसमें मकान निर्माण हेतु ₹1.20 लाख (तीन किस्तों ₹20,000, ₹50,000, ₹50,000 में) मिलते हैं। साथ ही शौचालय निर्माण हेतु ₹12,000 तथा मनरेगा के 90 कार्यदिवस देय हैं। गाड़िया लोहार कच्चा माल क्रय अनुदान सहायता योजना के तहत गाड़िया लोहारों को स्वावलंबी बनाने हेतु कच्चा माल खरीदने के लिए मात्र ₹10,000 का एकमुश्त अनुदान दिया जाता है, ₹5 लाख का ऋण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खाद्य सुरक्षा एवं नागरिक आपूर्ति संबंधी पहलों का उनके विवरण से सही मिलान कीजिए: सूची-I: सूची-I: A. राष्ट्रीय खाद्य सुरक्षा योजना (NFSA) B. वन नेशन, वन राशन कार्ड (ONORC) योजना C. स्मार्ट उचित मूल्य दुकान (FPS) योजना D. गिव अप (Give Up) अभियान (1 नवम्बर 2024) सूची-II: 1. सक्षम एवं अपात्र व्यक्तियों से स्वैच्छिक रूप से खाद्य सुरक्षा लाभ छोड़ने की अपील 2. उचित मूल्य की दुकानों को बहुउद्देश्यीय सेवा एवं सार्वजनिक जागरूकता केंद्रों में बदलना 3. राष्ट्रीय स्तर पर प्रवासियों को किसी भी स्थान से राशन प्राप्त करने की पोर्टेबिलिटी सुविधा 4. अंत्योदय परिवारों को 35 किग्रा/परिवार तथा अन्य पात्र लाभार्थियों को 5 किग्रा/व्यक्ति निःशुल्क गेहूं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NFSA 2013 के तहत अंत्योदय परिवारों को 35 किग्रा तथा अन्य प्राथमिकता परिवारों को 5 किग्रा/यूनिट प्रतिमाह खाद्यान्न मिलता है (पीएम गरीब कल्याण अन्न योजना के तहत निःशुल्क)। ONORC के तहत राष्ट्रीय स्तर पर राशन कार्ड पोर्टेबिलिटी लागू है। स्मार्ट एफपीएस योजना जयपुर ग्रामीण से पायलट रूप में शुरू की गई है। 1 नवंबर 2024 से प्रारंभ 'गिव अप अभियान' के तहत दिसंबर 2025 तक 37.75 लाख सक्षम लोगों ने स्वेच्छा से खाद्य सुरक्षा छोड़ी है ताकि वास्तविक पात्र वंचित 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'सामाजिक सुरक्षा पेंशन योजनाओं' के नियमों व दरों के संबंध में निम्नलिखित कथनों पर विचार कीजिए: A. 'मुख्यमंत्री वृद्धजन सम्मान पेंशन योजना' में 55 वर्ष या अधिक आयु की महिला तथा 58 वर्ष या अधिक आयु के पुरुष पात्र हैं। B. 'मुख्यमंत्री एकल नारी सम्मान पेंशन योजना' के तहत विधवा, तलाकशुदा एवं परित्यक्ता महिलाओं को आयु अनुसार मासिक पेंशन दी जाती है। C. फरवरी 2026 से राज्य सरकार ने न्यूनतम पेंशन राशि ₹1,250 से बढ़ाकर ₹1,300 प्रतिमाह कर दी है। D. बजट 2026-27 की घोषणा के अनुसार सामाजिक सुरक्षा पेंशन में ₹150 की और बढ़ोतरी कर इसे ₹1,450 प्रतिमाह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सामाजिक सुरक्षा पेंशनों के अंतर्गत वृद्धजन सम्मान (महिला 55+, पुरुष 58+), एकल नारी, विशेष योग्यजन तथा लघु-सीमांत कृषक वृद्ध सम्मान पेंशन संचालित हैं। राज्य में न्यूनतम पेंशन राशि को ₹1,250 में ₹50 बढ़ाकर ₹1,300 प्रतिमाह किया गया तथा 27 फरवरी 2026 को बजट चर्चा पर की गई घोषणा के अनुसार आगामी वर्ष से इसमें ₹150 की और वृद्धि कर इसे ₹1,450 प्रतिमाह करने की घोषणा की गई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निवेश प्रोत्साहन योजना 2024' (RIPS-2024) के संदर्भ में निम्नलिखित कथनों पर विचार कीजिए: A. यह नीति 8 अक्टूबर 2024 को लॉन्च की गई तथा 31 मार्च 2029 तक प्रभावी रहेगी। B. इसमें मानक प्रोत्साहन पैकेज के तहत 7 वर्ष तक राज्य करों (SGST) में 75 प्रतिशत की प्रतिपूर्ति अथवा पूंजीगत अनुदान का विकल्प उपलब्ध है। C. पहली बार निर्यात करने वाली इकाइयों को माल भाड़ा (Freight) लागत पर 25 प्रतिशत सब्सिडी (अधिकतम ₹25 लाख) देय है। D. RIPS-2024 के तहत सभी श्रेणियों के उद्योगों को 50 वर्ष तक विद्युत शुल्क और स्टांप ड्यूटी में 100% स्थायी छूट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RIPS-2024 को 8 अक्टूबर 2024 को निवेश एवं रोजगार संवर्धन हेतु लागू किया गया। इसमें परिसंपत्ति निर्माण हेतु 75% एसजीएसटी प्रतिपूर्ति, पूंजीगत सब्सिडी या टर्नओवर लिंक्ड सब्सिडी का विकल्प है तथा पहली बार निर्यात करने वालों को 25% फ्रेट सब्सिडी मिलती है। विद्युत शुल्क में 100% छूट केवल 7 वर्षों के लिए दी जाती है (50 वर्षों के लिए नहीं) तथा स्टांप ड्यूटी में 75% छूट व 25% प्रतिपूर्ति मिलती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एमएसएमई क्षेत्र को बढ़ावा देने हेतु कानूनी एवं नीतिगत पहलों के संदर्भ में कौनसे कथन सही हैं? A. राजस्थान एमएसएमई नीति 2024 को 8 दिसम्बर 2024 को लागू किया गया, जो 31 मार्च 2029 तक प्रभावी रहेगी। B. इस नीति के तहत नई एमएसएमई इकाइयों को RIPS-2024 के अतिरिक्त 2% तक का अतिरिक्त ब्याज अनुदान देय है। C. राजस्थान एमएसएमई (स्थापना और संचालन की सुविधा) अधिनियम 2019 के तहत उद्यमों को 5 वर्ष तक राज्य के कानूनों के तहत अनुमोदन और निरीक्षण से छूट मिलती है। D. सूक्ष्म उद्यमों की नई परिभाषा (1 अप्रैल 2025 से) के अनुसार निवेश की सीमा ₹10 करोड़ और टर्नओवर ₹50 करोड़ निर्धारित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39/75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एमएसएमई नीति 2024 (8 दिसंबर 2024) में अतिरिक्त 2% ब्याज अनुदान, आईपीआर सहायता और ₹15 लाख तक इक्विटी लिस्टिंग सहायता है। एमएसएमई सुविधा अधिनियम 2019 में 'राज उद्योग मित्र' पोर्टल पर घोषणा प्रस्तुत करने पर 5 वर्ष तक निरीक्षण से छूट मिलती है। 1 अप्रैल 2025 से लागू एमएसएमई की नई परिभाषा के अनुसार सूक्ष्म (Micro) उद्यम हेतु निवेश ₹2.5 करोड़ व टर्नओवर ₹10 करोड़ है; लघु (Small) हेतु ₹25 करोड़ व ₹100 करोड़; तथा मध्यम (Medium) हेतु ₹125 करोड़ व ₹500 करोड़ है। ₹10 करोड़ निवेश सूक्ष्म नहीं बल्कि लघु श्रेणी में आता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39/75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 वित्तीय एवं उद्यम प्रोत्साहन योजनाओं का उनके लाभों से सही मिलान कीजिए: सूची-I: सूची-I: A. डॉ. भीमराव अम्बेडकर राजस्थान दलित, आदिवासी उद्यम प्रोत्साहन योजना 2022 B. पीएम विश्वकर्मा योजना (17 सितम्बर 2023) C. युवा उद्यमिता प्रोत्साहन योजना (RFC द्वारा) D. विश्वकर्मा युवा उद्यमी प्रोत्साहन योजना (3 सितम्बर 2025) सूची-II: 1. 18 पारंपरिक ट्रेड के कारीगरों को ₹15,000 टूलकिट सहायता तथा 5% रियायती ब्याज पर ₹3 लाख तक का ऋण 2. एससी/एसटी वर्ग के उद्यमियों को ₹25 लाख तक 9% तथा ₹5 करोड़ तक 7% ब्याज अनुदान एवं 25% पूंजीगत अनुदान 3. 18 से 45 वर्ष के युवाओं को ₹1 करोड़ तक 8% तथा ₹2 करोड़ तक 7% ब्याज अनुदान व 25% मार्जिन मनी 4. 45 वर्ष तक के युवाओं को ₹2 करोड़ तक की ऋण सीमा पर 6% ब्याज अनुदान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40/75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अम्बेडकर दलित आदिवासी उद्यम प्रोत्साहन योजना में SC/ST उद्यमियों को ₹25 लाख तक 9% ब्याज सब्सिडी और 25% पूंजीगत अनुदान मिलता है। पीएम विश्वकर्मा योजना 18 ट्रेड के कारीगरों को टूलकिट व रियायती ऋण देती है जिसमें राजस्थान में राज्य सरकार 2% अतिरिक्त ब्याज अनुदान दे रही है। युवा उद्यमिता प्रोत्साहन योजना आरएफसी द्वारा ₹2 करोड़ तक 6% ब्याज अनुदान देती है। 3 सितंबर 2025 को शुरू विश्वकर्मा युवा उद्यमी प्रोत्साहन योजना में विनिर्माण व सेवा क्षेत्र के नए सूक्ष्म-लघु उद्यमों हेतु ₹1 करोड़ तक 8% व ₹2 करोड़ तक 7% ब्याज अनुदान का प्रावधान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40/75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युवा स्वरोजगार योजना' (MYSY - 2026) के संदर्भ में निम्नलिखित कथनों पर विचार कीजिए: A. यह योजना 15 जनवरी 2026 से राज्य के 18 से 45 वर्ष आयु वर्ग के 1 लाख युवाओं को रोजगार उपलब्ध कराने हेतु लागू की गई है। B. 8वीं से 12वीं पास आवेदकों को सेवा क्षेत्र में ₹3.5 लाख तथा विनिर्माण क्षेत्र में ₹7.5 लाख तक के ऋण पर शत-प्रतिशत ब्याज अनुदान देय है। C. स्नातक अथवा आईटीआई पास आवेदकों को विनिर्माण क्षेत्र में ₹10 लाख तक के ऋण पर शत-प्रतिशत ब्याज अनुदान मिलता है। D. योजना के तहत स्वीकृत ऋण राशि पर किसी भी प्रकार की मार्जिन मनी सहायता देय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41/75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युवा स्वरोजगार योजना 15 जनवरी 2026 को शुरू की गई। इसके तहत 1 लाख युवाओं को उद्यम स्थापना हेतु वित्तीय संस्थानों से शत-प्रतिशत ब्याज अनुदान उपलब्ध कराया जा रहा है। 8वीं-12वीं पास आवेदकों को सेवा में ₹3.5 लाख व निर्माण में ₹7.5 लाख तथा स्नातक/आईटीआई को सेवा में ₹5 लाख व निर्माण में ₹10 लाख ऋण सीमा पर 100% ब्याज अनुदान मिलता है। योजना के अंतर्गत ऋण राशि का 10% (अधिकतम ₹35,000 व ₹50,000) मार्जिन मनी सहायता भी प्रदान की जाती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41/75</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औद्योगिक क्लस्टर विकास एवं एक जिला एक उत्पाद (ODOP) के संदर्भ में कौनसे कथन सही हैं? A. एकीकृत क्लस्टर विकास योजना 8 दिसंबर 2024 से हस्तशिल्प, हथकरघा व एमएसएमई क्लस्टरों के उन्नयन हेतु प्रारंभ की गई। B. इसके तहत कॉमन फैसिलिटी सेंटर (CFC) की स्थापना हेतु परियोजना लागत का अधिकतम 90% अथवा ₹10 करोड़ तक अनुदान देय है। C. ODOP नीति 2024 के तहत सभी 33/41 जिलों में जिला कलेक्टर की अध्यक्षता में जिला स्तरीय निर्यात प्रोत्साहन समितियां गठित हैं। D. ODOP सूची के अनुसार जयपुर जिले का चयनित उत्पाद 'कोटा डोरिया' तथा कोटा का 'ब्लू पॉटरी'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42/75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एकीकृत क्लस्टर विकास योजना (8 दिसंबर 2024) में सीएफसी स्थापना हेतु 90% (अधिकतम ₹10 करोड़) तथा कारीगर क्लस्टरों को ₹50 लाख तक सॉफ्ट इंटरवेंशन सहायता का प्रावधान है। ODOP नीति के तहत सभी जिलों में DEPC समितियां सक्रिय हैं। आर्थिक समीक्षा की आधिकारिक ODOP सूची के अनुसार जयपुर का उत्पाद 'रत्न एवं आभूषण' (Gems &amp; Jewellery) तथा कोटा का उत्पाद 'कोटा डोरिया'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42/75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भवन एवं अन्य संनिर्माण श्रमिक कल्याण मंडल (BOCW) की योजनाओं का सही मिलान कीजिए: सूची-I: सूची-I: A. निर्माण श्रमिक औजार / टूलकिट सहायता योजना B. निर्माण श्रमिक सुलभ्य आवास योजना C. शुभ शक्ति योजना D. निर्माण श्रमिक शिक्षा व कौशल विकास योजना सूची-II: 1. पंजीकृत हिताधिकारियों की वयस्क अविवाहित पुत्रियों के सशक्तीकरण हेतु ₹55,000 की प्रोत्साहन राशि 2. कक्षा 6 से उच्च शिक्षा तक ₹8,000 से ₹25,000 छात्रवृत्ति तथा मेधावी होने पर नकद प्रोत्साहन 3. स्वयं का आवास निर्माण या क्रय करने हेतु ₹1.50 लाख तक का एकमुश्त अनुदान 4. कार्य हेतु औजार/टूलकिट खरीदने पर ₹2,000 अथवा वास्तविक लागत की सहायता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43/75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निर्माण श्रमिक टूलकिट योजना में औजार खरीदने हेतु ₹2,000 मिलते हैं। सुलभ्य आवास योजना में मकान निर्माण हेतु ₹1.50 लाख का अनुदान दिया जाता है। शुभ शक्ति योजना में पंजीकृत श्रमिकों की 18 वर्ष से अधिक की अविवाहित पुत्रियों को आत्मनिर्भरता हेतु ₹55,000 की प्रोत्साहन राशि मिलती है। निर्माण श्रमिक शिक्षा योजना में कक्षा 6 से उच्च अध्ययन हेतु ₹8,000 से ₹25,000 तक छात्रवृत्ति दी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43/75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युवा संबल योजना' तथा 'राजस्थान रोजगार नीति 2026' के संदर्भ में निम्नलिखित कथनों पर विचार कीजिए: A. मुख्यमंत्री युवा संबल योजना के तहत बेरोजगार पुरुषों को ₹4,000 तथा महिलाओं, दिव्यांगों व ट्रांसजेंडर्स को ₹4,500 प्रतिमाह बेरोजगारी भत्ता मिलता है। B. भत्ता प्राप्त करने के लिए स्नातक उत्तीर्ण युवाओं को न्यूनतम 3 माह का कौशल प्रशिक्षण तथा प्रतिदिन 4 घंटे राजकीय विभागों में इंटर्नशिप अनिवार्य है। C. बेरोजगारी भत्ता अधिकतम 2 वर्ष की अवधि अथवा रोजगार प्राप्त होने तक (जो भी पहले हो) देय होता है। D. राजस्थान रोजगार नीति 2026 के तहत मार्च 2029 तक राज्य में मात्र 50,000 रोजगार सृजन का लक्ष्य रखा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44/75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युवा संबल योजना 1 फरवरी 2019 (संशोधित 1 जनवरी 2022) से लागू है जिसमें पुरुषों को ₹4000 व महिलाओं/दिव्यांगों/ट्रांसजेंडर्स को ₹4500 प्रतिमाह भत्ता 4 घंटे की इंटर्नशिप के आधार पर अधिकतम 2 वर्ष तक मिलता है। 12 जनवरी 2026 को जारी 'राजस्थान रोजगार नीति 2026' का लक्ष्य मार्च 2029 तक 15 लाख रोजगार के अवसर सृजित करना है, न कि 50,000।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44/75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कौशल एवं आजीविका विकास निगम (RSLDC) द्वारा संचालित पहलों का सही मिलान कीजिए: सूची-I: सूची-I: A. दीनदयाल उपाध्याय ग्रामीण कौशल्य योजना (DDU-GKY) B. रोजगार आधारित जन कौशल विकास कार्यक्रम (राजकविक) C. सक्षम (स्वरोजगार आधारित कौशल शिक्षा महाभियान) D. समर्थ योजना सूची-II: 1. युवाओं व महिलाओं को स्थानीय स्तर पर स्वरोजगार स्थापित करने हेतु उपयुक्त कौशल प्रशिक्षण 2. हाशिए पर मौजूद समूहों (भिक्षावृत्ति में लिप्त, कच्ची बस्तियों के निवासी, जेल बंदी आदि) का कौशल प्रशिक्षण 3. गरीब ग्रामीण युवाओं (15-35 वर्ष) को रोजगारोन्मुख कौशल प्रशिक्षण (एससी/एसटी 34%, महिला 33% आरक्षण) 4. पूर्ववर्ती ELSTP का नया स्वरूप, जिसमें 'रिक्रूट-ट्रेन-डिप्लॉय' मॉडल पर 3 से 6 माह का प्रशिक्षण दिया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45/75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DDU-GKY केंद्रीय ग्रामीण विकास मंत्रालय का कार्यक्रम है जिसमें कमजोर वर्गों के युवाओं को कौशल प्रशिक्षण देकर रोजगार से जोड़ा जाता है। 'राजकविक' (पूर्व नाम ELSTP) में बाजार की मांग के अनुरूप 'रिक्रूट-ट्रेन-डिप्लॉय' मॉडल पर अल्पकालिक प्रशिक्षण दिया जाता है। 'सक्षम' योजना महिलाओं और युवाओं को स्थानीय स्तर पर स्वरोजगार शुरू करने हेतु प्रशिक्षण देती है। 'समर्थ' योजना का लक्ष्य समाज के सबसे वंचित, हाशिए पर स्थित वर्गों (भिक्षुकों, जेल बंदियों, अनाथालयों के निवासियों) को आत्मनिर्भर बनाना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45/75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पर्यटन नीति 2025' एवं 'राजस्थान फिल्म पर्यटन प्रोत्साहन नीति 2025' के संदर्भ में निम्नलिखित कथनों पर विचार कीजिए: A. राजस्थान पर्यटन नीति 2025 को 7 दिसम्बर 2025 को जारी किया गया, जो 'विकसित राजस्थान@2047' के अनुरूप है। B. राजस्थान फिल्म पर्यटन प्रोत्साहन नीति 24 दिसम्बर 2025 को राज्य को वैश्विक फिल्म निर्माण केंद्र बनाने हेतु अधिसूचित की गई। C. फिल्म नीति के तहत फीचर फिल्मों की शूटिंग लागत पर 30 प्रतिशत या अधिकतम ₹3 करोड़ तथा वेब सीरीज/डॉक्यूमेंट्री पर अधिकतम ₹2 करोड़ तक सब्सिडी देय है। D. फिल्म अनुदान प्राप्त करने के लिए फिल्म की न्यूनतम 95 प्रतिशत शूटिंग केवल राजस्थान के थार रेगिस्तान में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46/75</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पर्यटन नीति 2025 (7 दिसंबर 2025) और फिल्म पर्यटन नीति 2025 (24 दिसंबर 2025) पर्यटन को बढ़ावा देने हेतु लाई गई हैं। फिल्म नीति में फीचर फिल्मों पर 30% या ₹3 करोड़, वेब सीरीज/डॉक्यूमेंट्री पर ₹2 करोड़ तथा टीवी धारावाहिकों पर ₹1.5 करोड़ सब्सिडी देय है। इसके लिए पात्रता शर्त यह है कि फिल्म का न्यूनतम 5% स्क्रीन टाइम या कम से कम 50% शूटिंग दिवस राजस्थान में होने चाहिए (95% रेगिस्तान में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46/75</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पर्यटन क्षेत्र की योजनाओं एवं पहलों का उनके संबंधित प्रावधानों से मिलान कीजिए: सूची-I: सूची-I: A. स्वदेश दर्शन B. राजस्थान ग्रामीण पर्यटन योजना 2022 C. पेइंग गेस्ट (होमस्टे) योजना 2021 D. पर्यटन सहायता बल (Tourist Assistance Force) सूची-II: 2. 0 योजना 1. पर्यटकों की सुरक्षा व दलालों पर कार्रवाई हेतु 19 जिलों में 250 कर्मियों की तैनाती 2. खाटूश्याम जी, करणी माता, मालासेरी डूंगरी एवं केशोरायपाटन में पर्यटन विकास कार्य प्रगतिरत 3. ग्रामीण क्षेत्रों में गेस्ट हाउस, कृषि-पर्यटन व कैम्पिंग इकाइयों को स्टाम्प ड्यूटी व एसजीएसटी में 100% तक छूट 4. शहरी क्षेत्रों में आवासीय घरों में 6 से 20 कमरों तक पर्यटकों को ठहराने हेतु सरलीकृत पंजीकरण व औद्योगिक दर लाभ</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47/75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स्वदेश दर्शन 2.0 योजना के तहत राज्य में 4 प्रमुख धार्मिक स्थलों (खाटूश्यामजी, करणी माता मंदिर देशनोक, मालासेरी डूंगरी भीलवाड़ा, केशोरायपाटन बूंदी) का विकास हो रहा है। ग्रामीण पर्यटन योजना 2022 में ग्रामीण होमस्टे व एग्रो-टूरिज्म को 10 वर्ष तक एसजीएसटी पुनर्भरण व स्टाम्प ड्यूटी छूट मिलती है। पेइंग गेस्ट योजना 2021 में घरेलू घरों में 6-20 कमरों के साथ पर्यटकों को ठहरने की सुविधा दी जाती है। 15 फरवरी 2024 से प्रभावी पर्यटन सहायता बल पर्यटकों को सुरक्षा व सुविधा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47/75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देवस्थान विभाग द्वारा संचालित तीर्थ यात्रा योजनाओं के संबंध में निम्नलिखित कथनों पर विचार कीजिए: A. 'वरिष्ठ नागरिक तीर्थ यात्रा योजना' के तहत 60 वर्ष से अधिक आयु के नागरिकों को देश के विभिन्न तीर्थों हेतु निःशुल्क रेल तथा पशुपतिनाथ (नेपाल) हेतु हवाई यात्रा कराई जाती है। B. वर्ष 2025-26 के दौरान 37,000 से अधिक वरिष्ठ तीर्थयात्रियों को रेल व हवाई जहाज के माध्यम से निःशुल्क यात्रा करवाई गई। C. 'सिन्धु दर्शन तीर्थ यात्रा योजना' के अंतर्गत लद्दाख स्थित सिन्धु दर्शन हेतु कुल यात्रा खर्च का 50% (अधिकतम ₹15,000 प्रति यात्री) वित्तीय सहायता दी जाती है। D. सिन्धु दर्शन तीर्थ यात्रा योजना के अंतर्गत तीर्थ यात्रियों से 80 प्रतिशत सेवा कर अनिवार्य रूप से वसूला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48/75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वरिष्ठ नागरिक तीर्थ यात्रा योजना देवस्थान विभाग द्वारा संचालित है जिसमें बुजुर्गों को निःशुल्क ट्रेन व हवाई जहाज से तीर्थ कराए जाते हैं। वर्ष 2025-26 में 37,506 यात्रियों (35,634 ट्रेन + 1,872 हवाई जहाज) ने यात्रा की। सिन्धु दर्शन यात्रा लद्दाख जाने वाले तीर्थयात्रियों को कुल खर्च का 50% या ₹15,000 तक की प्रतिपूर्ति राज्य सरकार देती है। यह राज्य सरकार द्वारा प्रदत्त आर्थिक अनुदान है, इसमें कोई 80% सेवा कर नहीं वसूला जाता।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48/75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पर्यटन अवसंरचना एवं संस्थागत विकास के संदर्भ में कौनसे कथन सत्य हैं? A. 11 मार्च 2025 को ₹5,000 करोड़ से अधिक के पर्यटन विकास कार्यों हेतु 'राजस्थान पर्यटन अवसंरचना और क्षमता निर्माण कोष' का गठन किया गया। B. निजी क्षेत्र के निवेश को गति देने हेतु 20 नवम्बर 2025 को 'राजस्थान पर्यटन विकास बोर्ड' का गठन किया गया है। C. राजस्थान पर्यटन विकास निगम लिमिटेड (RTDC) की स्थापना 1 अप्रैल 1979 को की गई थी, जो हैरिटेज होटलों व पैलेस ऑन व्हील्स का संचालन करता है। D. वर्ष 2025 में राजस्थान में आने वाले विदेशी पर्यटकों में सर्वाधिक संख्या रूस और चीन के पर्यटकों की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49/75</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पर्यटन अवसंरचना सुदृढ़ीकरण हेतु ₹5,000 करोड़ के कोष तथा 20 नवंबर 2025 को पर्यटन विकास बोर्ड का गठन किया गया है। आरटीडीसी (RTDC) 1 अप्रैल 1979 से होटल नेटवर्क और 'पैलेस ऑन व्हील्स' का संचालन करता है। आर्थिक समीक्षा 2025-26 के अनुसार राजस्थान आने वाले विदेशी पर्यटकों में शीर्ष 5 देश क्रमशः 1. संयुक्त राज्य अमेरिका (USA), 2. यू.के. (UK), 3. फ्रांस, 4. जर्मनी और 5. इटली हैं, न कि रूस और चीन।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49/75</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किसान ऊर्जा सुरक्षा एवं उत्थान महाभियान' (पीएम-कुसुम योजना) के विभिन्न घटकों के संदर्भ में निम्नलिखित कथनों पर विचार कीजिए: A. घटक-A के तहत 33/11 केवी सब-स्टेशनों के 5 किमी के दायरे में किसानों की बंजर भूमि पर 0.5 से 2 मेगावाट क्षमता के विकेंद्रीकृत सौर ऊर्जा संयंत्र स्थापित किए जाते हैं। B. घटक-B के तहत किसानों के 7.5 एचपी तक के स्टैंडअलोन कृषि पंप सेटों को सौर ऊर्जीकृत करने हेतु अनुदान दिया जाता है। C. घटक-C (फीडर लेवल सोलराइजेशन) के अंतर्गत ग्रिड से जुड़े 4 लाख कृषि पंप सेटों को सोलराइज करने का लक्ष्य रखा गया है। D. राजस्थान में देश का पहला कुसुम घटक-A सौर ऊर्जा संयंत्र जयपुर के भालोजी गांव में स्थापित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50/75</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पीएम-कुसुम योजना फरवरी 2019 में शुरू हुई थी। इसके तीन घटक हैं: घटक-A में 0.5-2 MW के सौर संयंत्र किसानों की अनुपयोगी भूमि पर लगते हैं (देश का पहला प्लांट भालोजी, कोटपूतली-जयपुर में स्थापित हुआ)। घटक-B में 7.5 HP तक के डीजल/बिजली पंपों को ऑफ-ग्रिड सोलर पंपों में बदला जाता है (जिसमें 30% केंद्र, 30% राज्य, 30% नाबार्ड ऋण व 10% किसान अंशदान होता है)। घटक-C में ग्रिड-कनेक्टेड कृषि फीडरों का सोलराइजेशन किया जाता है। अतः सभी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50/75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 सूर्य घर मुफ्त बिजली योजना' तथा राजस्थान में ऊर्जा अनुदान योजनाओं के संदर्भ में निम्नलिखित कथनों पर विचार कीजिए: A. पीएम सूर्य घर मुफ्त बिजली योजना (13 फरवरी 2024) का लक्ष्य प्रतिमाह 300 यूनिट तक निःशुल्क बिजली उपलब्ध कराना है। B. इसमें 3 किलोवाट या उससे अधिक के रूफटॉप सोलर पर केंद्र सरकार द्वारा ₹78,000 तथा राज्य सरकार द्वारा ₹17,000 की अतिरिक्त सब्सिडी देय है। C. 'मुख्यमंत्री किसान मित्र ऊर्जा योजना' के तहत प्रतिमाह 2,000 यूनिट तक बिजली उपयोग करने वाले कृषि उपभोक्ताओं को निःशुल्क बिजली दी जा रही है। D. घरेलू उपभोक्ताओं को प्रतिमाह 1,000 यूनिट बिजली पूर्णतः निःशुल्क दिए जाने का प्रावधान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51/75</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सूर्य घर मुफ्त बिजली योजना 13 फरवरी 2024 को 1 करोड़ घरों हेतु शुरू हुई, जिसमें 3 किलोवाट पर ₹78,000 केंद्रीय सहायता तथा राजस्थान में 150 यूनिट योजना के तहत ₹17,000 की अतिरिक्त राज्य सब्सिडी मिलती है। कृषि उपभोक्ताओं को 2000 यूनिट प्रतिमाह तक बिजली पूर्णतः निःशुल्क (शून्य बिल) दी जा रही है। घरेलू उपभोक्ताओं के लिए 100 यूनिट प्रतिमाह तक निःशुल्क बिजली का प्रावधान है, 1,000 यूनिट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51/75</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ऊर्जा सुधार एवं गैर-पारंपरिक ऊर्जा पहलों का उनके सही प्रावधानों से मिलान कीजिए: सूची-I: सूची-I: A. संशोधित वितरण क्षेत्र योजना (RDSS) B. सौर कृषि आजीविका योजना (SKAY) पोर्टल C. राजस्थान एकीकृत स्वच्छ ऊर्जा नीति 2024 D. रूफटॉप हाइब्रिड एन्यूइटी मॉडल (HAM) सूची-II: 1. वर्ष 2029-30 तक 125 गीगावाट नवीकरणीय ऊर्जा क्षमता (90 GW सौर, 25 GW पवन) का लक्ष्य 2. डिस्कॉम्स की तकनीकी एवं वाणिज्यिक (AT&amp;C) हानियों को घटाकर 12-15% तक लाना (अवधि मार्च 2028 तक) 3. किसानों/भूमि मालिकों और सौर ऊर्जा विकासकर्ताओं को लीज पर भूमि उपलब्ध कराने हेतु एकल पोर्टल 4. सरकारी भवनों की छतों पर सौर ऊर्जा संयंत्र स्थापना हेतु RRECL द्वारा क्रियान्वित मॉडल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52/75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RDSS योजना विद्युत मंत्रालय की पहल है जिसका लक्ष्य डिस्कॉम्स की हानियों को 12-15% पर लाना है। SKAY पोर्टल किसानों को अनुपयोगी भूमि सोलर प्लांट्स हेतु लीज पर देने में मदद करता है। राजस्थान एकीकृत स्वच्छ ऊर्जा नीति 2024 के तहत 2029-30 तक 125 GW अक्षय ऊर्जा का लक्ष्य है। राजकीय भवनों पर सोलर रूफटॉप लगाने हेतु हाइब्रिड एन्यूइटी मॉडल (HAM) RRECL द्वारा लागू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52/75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ग्रामीण सड़क नेटवर्क एवं अवसंरचना विकास के संदर्भ में कौनसे कथन सही हैं? A. प्रधानमंत्री ग्राम सड़क योजना (PMGSY) की शुरुआत 25 दिसम्बर 2000 को की गई थी। B. PMGSY के तीसरे चरण (Phase-III) के अंतर्गत राजस्थान में 8,662.50 किमी ग्रामीण सड़कों के उन्नयन का लक्ष्य रखा गया है। C. 'अटल प्रगति पथ' योजना राज्य सरकार द्वारा शहरी क्षेत्रों की तर्ज पर गांवों में भी सीमेंट कंक्रीट (CC) सड़कों के निर्माण हेतु प्रारंभ की गई है। D. राजस्थान में कुल सड़क नेटवर्क में राष्ट्रीय राजमार्गों (NH) की लंबाई का हिस्सा 85 प्रतिशत से अधिक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53/75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PMGSY 25 दिसंबर 2000 से ग्रामीण संपर्कता हेतु लागू है। इसके तीसरे चरण में 8,662.50 किमी सड़कों का चौड़ीकरण व सुदृढ़ीकरण हो रहा है। अटल प्रगति पथ गांवों में आबादी क्षेत्र में सीसी सड़कों के निर्माण हेतु राज्य सरकार की फ्लैगशिप योजना है। राजस्थान के कुल सड़क नेटवर्क (3.35 लाख किमी) में सर्वाधिक हिस्सा ग्रामीण सड़कों (लगभग 74%) का है, जबकि राष्ट्रीय राजमार्ग केवल 3,540 से 10,790 किमी (मात्र 2 से 3%) हैं, 85%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53/75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की बाह्य सहायतित आधारभूत अवसंरचना परियोजनाओं को उनकी वित्तपोषक एजेंसियों से सुमेलित कीजिए: सूची-I: सूची-I: A. राजस्थान राज्य राजमार्ग विकास कार्यक्रम (RSHDP) B. राजस्थान द्वितीय राज्य राजमार्ग विकास परियोजना C. राजस्थान शहरी क्षेत्र विकास कार्यक्रम (RUIDP - Phase IV) D. ग्रीन एनर्जी कॉरिडोर परियोजना (चरण-I व II) सूची-II: 1. KfW (जर्मनी) 2. एशियाई विकास बैंक (ADB) 3. विश्व बैंक (World Bank) 4. एशियाई विकास बैंक (ADB)</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54/75</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RSHDP (स्टेट हाईवे कार्यक्रम) ADB की वित्तीय सहायता से संचालित है। राजस्थान द्वितीय राज्य राजमार्ग परियोजना विश्व बैंक द्वारा वित्तपोषित है। RUIDP का चौथा चरण 43 शहरों में जलापूर्ति और सीवरेज विकास हेतु ADB द्वारा वित्तपोषित है। ग्रीन एनर्जी कॉरिडोर (पवन व सौर ऊर्जा की निकासी हेतु ग्रिड सुदृढ़ीकरण) जर्मनी के KfW बैंक द्वारा वित्तपोषित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54/75</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बाह्य वित्तपोषित सिंचाई एवं जल परियोजनाओं के संबंध में निम्नलिखित कथनों पर विचार कीजिए: A. 'राजस्थान जल क्षेत्र आजीविका सुधार परियोजना' (RWSLP) जापान इंटरनेशनल को-ऑपरेशन एजेंसी (JICA) द्वारा 30 जिलों की 137 परियोजनाओं के जीर्णोद्धार हेतु वित्तपोषित है। B. RWSLP के तहत 'लखपति दीदी' घटक लागू कर 1,000 गांवों की 10,000 महिला किसानों की आजीविका संवर्धन का लक्ष्य है। C. 'रेगिस्तान क्षेत्र में राजस्थान जल क्षेत्र पुनर्गठन परियोजना' (RWSRP-RD) न्यू डेवलपमेंट बैंक (NDB) द्वारा 70:30 अनुपात में वित्तपोषित है। D. RWSRP-RD परियोजना के तहत केवल चंबल नदी पर 50 नए बड़े बांधों का निर्माण किया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55/75</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RWSLP परियोजना JICA के सहयोग से 30 जिलों में 137 पुरानी सिंचाई परियोजनाओं के पुनर्वास व जल उपयोग दक्षता बढ़ाने हेतु 11 वर्षों के लिए संचालित है, जिसमें लखपति दीदी घटक भी शामिल है। RWSRP-RD परियोजना न्यू डेवलपमेंट बैंक (NDB) की 70% सहायता से इंदिरा गांधी मुख्य नहर के 179.53 किमी जीर्णोद्धार और 33,312 हेक्टेयर सेम प्रभावित क्षेत्र के सुधार हेतु लागू है। इसमें चंबल पर कोई 50 नए बांध नहीं बनाए जा रहे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55/75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'बांध पुनर्वास एवं सुधार परियोजना' (DRIP) एवं पर्यावरण परियोजनाओं के संदर्भ में कौनसे कथन सत्य हैं? A. DRIP (चरण II व III) परियोजना विश्व बैंक तथा एशियन इन्फ्रास्ट्रक्चर इन्वेस्टमेंट बैंक (AIIB) द्वारा वित्तपोषित है। B. राजस्थान के कुल 212 बड़े बांधों में से 189 बांधों को DRIP के चरण 2 व 3 में सुरक्षा एवं जीर्णोद्धार हेतु शामिल किया गया है। C. 'राजस्थान वानिकी एवं जैव विविधता विकास परियोजना' (RFBDP) फ्रांस की एजेंसी (AFD) द्वारा पूर्वी राजस्थान के 13 जिलों में संचालित है। D. DRIP परियोजना के तहत बांधों का जल केवल औद्योगिक कारखानों को बेचने का अनिवार्य अनुबंध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56/75</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DRIP परियोजना केंद्रीय जल आयोग के समन्वय में विश्व बैंक और AIIB की सहायता से 10 वर्षों के लिए संचालित है। राजस्थान के 189 बड़े बांधों की संरचनात्मक सुरक्षा, जल रिसाव रोकथाम और जलवायु लचीलापन सुधारा जा रहा है। AFD (फ्रांस) की सहायता से पूर्वी राजस्थान के 13 जिलों में वानिकी व जैव विविधता विकास परियोजना (RFBDP) 2023-24 से 2030-31 तक लागू है। DRIP का उद्देश्य बांधों की सुरक्षा और दीर्घकालिक संधारणीयता सुनिश्चित करना है, न कि पानी कारखानों को बेचना।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56/75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'राम जल सेतु लिंक परियोजना' (संशोधित पार्वती-कालीसिंध-चंबल / ERCP लिंक) के संदर्भ में निम्नलिखित कथनों पर विचार कीजिए: A. इस ऐतिहासिक त्रिपक्षीय समझौते (MoU) पर केंद्र सरकार, राजस्थान और मध्य प्रदेश के मध्य 28 जनवरी 2024 को हस्ताक्षर किए गए। B. इस परियोजना में वित्तीय भागीदारी 90 प्रतिशत केंद्र सरकार तथा 5-5 प्रतिशत राजस्थान व मध्य प्रदेश सरकार द्वारा वहन की जाएगी। C. इससे राजस्थान के 17 जिलों को पेयजल तथा 2.51 लाख हेक्टेयर नवीन कमाण्ड क्षेत्र में सूक्ष्म सिंचाई सुविधा प्राप्त होगी। D. इस परियोजना के तहत केवल लूनी और माही नदी बेसिन के जल को यमुना में डाला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57/75</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 जल सेतु लिंक परियोजना (संशोधित PKC-ERCP) पर 28 जनवरी 2024 को केंद्र, राजस्थान व मध्य प्रदेश के बीच 90:5:5 के वित्तीय अनुपात पर समझौता हुआ। इससे पूर्वी राजस्थान के 17 जिलों (जयपुर, अजमेर, कोटा, दौसा, अलवर आदि) की 3.25 करोड़ आबादी को पेयजल तथा 2.51 लाख हेक्टेयर नई सिंचाई व 1.52 लाख हेक्टेयर पुरानी सिंचाई का स्थिरीकरण होगा। इसके तहत कुन्नू, कुल, पार्वती, कालीसिंध व मेज नदी के अधिशेष जल को बनास, मोरेल, बाणगंगा, गंभीर आदि में मोड़ा जाएगा, लूनी या माही बेसिन का इससे संबंध नहीं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57/75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अंतर्राज्यीय जल समझौतों एवं फीडर जीर्णोद्धार के संबंध में कौनसे कथन सही हैं? A. 17 फरवरी 2024 को राजस्थान और हरियाणा के मध्य ताजेवाला हेड (हथिनीकुंड बैराज) से यमुना जल लाने हेतु समझौता ज्ञापन (MoU) हस्ताक्षरित हुआ। B. इस समझौते से ताजेवाला हेड से पाइपलाइन द्वारा पानी सीकर, चूरू और झुंझुनूं जिलों में उपलब्ध कराया जाएगा। C. इंदिरा गांधी फीडर (97 किमी) तथा सरहिंद फीडर (100 किमी) की री-लाइनिंग का कार्य जल रिसाव रोकने हेतु प्रगतिरत है। D. फिरोजपुर फीडर पुनर्निर्माण परियोजना की पूरी 100 प्रतिशत लागत अकेले पंजाब सरकार द्वारा वहन की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58/75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 फरवरी 2024 को राजस्थान-हरियाणा यमुना जल समझौते के तहत ताजेवाला हेड से मानसून अवधि में 1917 क्यूसेक जल शेखावाटी (सीकर, चूरू, झुंझुनूं) लाने पर सहमति बनी। इंदिरा गांधी व सरहिंद फीडर की री-लाइनिंग में केंद्र 60% व शेष राज्य वहन कर रहे हैं। फिरोजपुर फीडर पुनर्निर्माण परियोजना (लागत ₹647.62 करोड़) में पंजाब (58.54%) तथा राजस्थान (41.46%) का अनुपात है, पंजाब अकेले 100% खर्च नहीं कर रहा।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58/75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प्रमुख एवं मध्यम सिंचाई परियोजनाओं का उनके संबंधित जिलों/विशेषताओं से सही मिलान कीजिए: सूची-I: सूची-I: A. नर्मदा नहर परियोजना B. परवन वृहद् बहुउद्देशीय परियोजना C. पीपलखूंट उच्च स्तरीय कैनाल D. धौलपुर लिफ्ट सिंचाई परियोजना सूची-II: 1. संपूर्ण कमाण्ड क्षेत्र (2.46 लाख हेक्टेयर) में फव्वारा (स्प्रिंकलर) सिंचाई प्रणाली अनिवार्य करने वाली देश की पहली परियोजना 2. झालावाड़, बारां और कोटा के 571 गांवों में 2.01 लाख हेक्टेयर में फव्वारा सिंचाई व पेयजल 3. माही बांध के अधिशेष जल को जाखम में मोड़कर प्रतापगढ़ के 24 गांवों में फव्वारा सिंचाई 4. चंबल नदी से लिफ्ट कर धौलपुर, बाड़ी, बसेड़ी व राजाखेड़ा क्षेत्रों में सिंचाई व पेयजल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59/75</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नर्मदा नहर परियोजना (जालौर व बाड़मेर) देश की पहली परियोजना है जहां सम्पूर्ण कमाण्ड क्षेत्र में ड्रिप/स्प्रिंकलर अनिवार्य है। परवन वृहद् परियोजना झालावाड़, बारां व कोटा में 2.01 लाख हेक्टेयर में सिंचाई व पेयजल देती है। पीपलखूंट उच्च स्तरीय कैनाल (प्रतापगढ़) माही बांध के पानी से 5127 हेक्टेयर में फव्वारा सिंचाई उपलब्ध कराएगी। धौलपुर लिफ्ट परियोजना चंबल के पानी से धौलपुर जिले के कस्बों व गांवों को लाभान्वित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59/75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कृषि सिंचाई योजना' (PMKSY) एवं सूक्ष्म सिंचाई पहलों के संदर्भ में निम्नलिखित कथनों पर विचार कीजिए: A. PMKSY योजना 2015-16 से 'हर खेत को पानी' और 'प्रति बूंद अधिक फसल' (Per Drop More Crop) के विजन के साथ 60:40 अनुपात में लागू है। B. इसके सूक्ष्म सिंचाई घटक के अंतर्गत ड्रिप एवं स्प्रिंकलर अपनाने पर लघु व सीमांत कृषकों को 70 से 75 प्रतिशत तक सब्सिडी मिलती है। C. जल निकायों के मरम्मत, नवीनीकरण एवं पुनर्स्थापन (RRR) घटक के तहत राज्य की 37 पुरानी सिंचाई परियोजनाओं का जीर्णोद्धार किया गया है। D. PMKSY 2.0 के तहत राज्य के सभी 41 जिलों के प्रत्येक खेत में बांध निर्माण अनिवार्य कर दिया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60/75</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PMKSY योजना 2015-16 से 60:40 अनुपात में लागू है जिसमें सूक्ष्म सिंचाई (ड्रिप/स्प्रिंकलर) पर लघु-सीमांत, महिला व एससी/एसटी किसानों को 70-75% तक अनुदान मिलता है। RRR योजना के तहत 37 परियोजनाओं का जीर्णोद्धार किया जा रहा है। PMKSY 2.0 जलग्रहण विकास (वाटरशेड) घटक पर आधारित है जिसमें चेकडैम, फार्म पौंड, एनिकट व मेड़बंदी की जाती है; इसमें हर खेत पर बांध निर्माण का कोई प्रावधान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60/75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संरक्षण एवं जन-जागरूकता अभियानों का उनके उद्देश्यों से सही मिलान कीजिए: सूची-I: सूची-I: A. अटल भूजल योजना (1 अप्रैल 2020) B. राष्ट्रीय जल विज्ञान परियोजना (NHP) C. कर्मभूमि से मातृभूमि अभियान (15 फरवरी 2025) D. वन्दे गंगा जल संरक्षण अभियान (5 से 20 जून 2025) सूची-II: 1. भारत सरकार व विश्व बैंक (50:50) द्वारा 38 पंचायत समितियों में सामुदायिक भागीदारी से गिरते भूजल स्तर को रोकना 2. राज्य के 7 प्रमुख बांधों व 2 नहरों पर स्काडा (SCADA) प्रणाली व रियल-टाइम जल निगरानी प्रणाली की स्थापना 3. प्रवासी राजस्थानियों व CSR सहयोग से जल शक्ति अभियान के तहत 5,000 से अधिक भूजल पुनर्भरण संरचनाओं का निर्माण 4. रामगढ़ बांध (जयपुर) से गड़ीसर झील (जैसलमेर) तक पारंपरिक जल स्रोतों की सफाई व संरक्षण का राज्यव्यापी जन आंदोलन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61/75</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अटल भूजल योजना भारत सरकार व विश्व बैंक की 50:50 साझेदारी से राज्य की 38 पंचायत समितियों में भूजल प्रबंधन हेतु लागू है। NHP के तहत 7 बड़े बांधों (बीसलपुर, माही आदि) पर SCADA ऑटोमेशन स्थापित हुआ है। 15 फरवरी 2025 से शुरू 'कर्मभूमि से मातृभूमि अभियान' में प्रवासियों व CSR से 16,006 से अधिक जल पुनर्भरण संरचनाएं बनाई गईं। 5 से 20 जून 2025 को रामगढ़ बांध से गड़ीसर झील तक 'वन्दे गंगा जल संरक्षण अभियान' चलाया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61/75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'मुख्यमंत्री जल स्वावलम्बन अभियान 2.0' (MJSA 2.0) के संदर्भ में निम्नलिखित कथनों पर विचार कीजिए: A. यह अभियान 18 फरवरी 2024 से आगामी 4 वर्षों में 20,000 गांवों में 5 लाख वाटर हार्वेस्टिंग संरचनाएं बनाने हेतु प्रारंभ किया गया। B. इसका प्रशासनिक नियंत्रण पंचायती राज विभाग तथा नोडल एजेंसी जलग्रहण विकास एवं भू-संरक्षण विभाग है। C. इसके अंतर्गत एनिकट, बावड़ी, खेत तलाई, टांका, जोहड़, मिनी परकोलेशन टैंक (MPT) और सघन पौधरोपण शामिल हैं। D. इस अभियान में जनसहभागिता पूर्णतः प्रतिबंधित है और केवल विदेशी ठेकेदारों द्वारा कार्य कराया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62/75</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मुख्यमंत्री जल स्वावलम्बन अभियान 2.0 (MJSA 2.0) 18 फरवरी 2024 को शुरू हुआ। इसके तहत 4 वर्षों (2024 से 2028) में 20,000 गांवों में 5 लाख जल संरक्षण संरचनाएं बनाने का लक्ष्य है। राज्य स्तरीय समिति के अध्यक्ष मुख्यमंत्री हैं। अभियान का मूल आधार ही 'जनसहभागिता, जनसहयोग और सामुदायिक भागीदारी' है; विदेशी ठेकेदारों का इसमें कोई एकाधिकार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62/75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जीवन मिशन' (JJM) तथा 'अमृत 2.0' योजना के संबंध में कौनसे कथन सही हैं? A. जल जीवन मिशन (15 अगस्त 2019) का लक्ष्य राज्य के प्रत्येक ग्रामीण परिवार को 'हर घर नल' से 55 लीटर प्रति व्यक्ति प्रतिदिन पेयजल उपलब्ध कराना है। B. जल जीवन मिशन में केंद्र और राज्य सरकार का वित्तीय अंशदान 50:50 के अनुपात में है। C. ग्रामीण स्तर पर पेयजल योजनाओं के रख-रखाव हेतु ग्राम जल एवं स्वच्छता समिति (VWSC) का गठन किया गया है। D. अमृत 2.0 (AMRUT 2.0) योजना केवल ग्रामीण क्षेत्रों में सिंचाई के लिए नहर खोदने हेतु संचालित की जा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63/75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 जीवन मिशन (JJM) 15 अगस्त 2019 से 50:50 वित्तपोषण पर संचालित है, जिसके तहत 2028 तक प्रत्येक ग्रामीण घर में फंक्शनल टैप कनेक्शन (FHTC) द्वारा 55 lpcd शुद्ध पेयजल दिया जाना है। योजना के प्रबंधन में 73वें संविधान संशोधन के अनुरूप ग्राम पंचायत व VWSC की मुख्य भूमिका है। अमृत 2.0 (AMRUT 2.0) आवासन एवं शहरी कार्य मंत्रालय की 100% शहरी पेयजल, सीवरेज एवं जल स्रोतों के पुनरुद्धार की योजना है, यह ग्रामीण क्षेत्रों में नहर खोदने की योजना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63/75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वाहन स्क्रैपिंग नीति 2025' के संदर्भ में निम्नलिखित कथनों पर विचार कीजिए: A. यह नीति 2 जनवरी 2026 को अधिसूचित की गई जो 31 मार्च 2029 तक प्रभावी रहेगी। B. इसके अंतर्गत 15 वर्ष से अधिक पुराने सभी सरकारी वाहनों को अनिवार्य रूप से स्क्रैप करना अनिवार्य बनाया गया है। C. वाहन स्क्रैप कराने के उपरांत नया वाहन खरीदने पर मोटर वाहन कर में अधिकतम 50% (अधिकतम ₹1 लाख) की छूट मिलती है। D. स्क्रैप किए गए वाहनों के कलपुर्जों का कोई पुनर्चक्रण (Recycling) नहीं किया जाएगा और उन्हें सीधे खुले में फेंक दिया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64/75</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वाहन स्क्रैपिंग नीति 2 जनवरी 2026 से लागू है। इसका उद्देश्य पुराने व प्रदूषणकारी वाहनों को वैज्ञानिक रूप से हटाना है। 15 वर्ष से पुराने सरकारी वाहन अनिवार्य रूप से स्क्रैप होंगे। स्क्रैप सर्टिफिकेट (COD) प्रस्तुत करने पर नए वाहन खरीद पर मोटर वाहन कर में 50% (₹1 लाख तक) छूट मिलती है। नीति का मूल उद्देश्य ही सर्कुलर इकोनॉमी के तहत धातुओं व सामग्रियों की रिकवरी व पर्यावरण-अनुकूल पुनर्चक्रण (Recycling) करना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64/75</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पर्यावरणीय नीतियों एवं पहलों को उनके लक्ष्यों से सुमेलित कीजिए: सूची-I: सूची-I: A. राजस्थान ई-अपशिष्ट प्रबंधन नीति 2023 B. राजस्थान जलवायु परिवर्तन नीति 2023 C. राजस्थान वन नीति 2023 D. बर्तन बैंक योजना (स्वच्छ भारत मिशन-ग्रामीण) सूची-II: 1. आगामी 20 वर्षों में राज्य के वनस्पति आवरण (Green Cover) को कुल भौगोलिक क्षेत्र के 20% तक बढ़ाना 2. अनौपचारिक कबाड़ी क्षेत्र को औपचारिक बनाकर ई-कचरे का सुरक्षित संग्रह व पुनर्चक्रण सुनिश्चित करना 3. तापमान वृद्धि, सूखा व जलवायु आपदाओं के प्रति विभागों की नीतियों में अनुकूलन व लचीलापन लाना 4. 1,000 ग्राम पंचायतों में स्टील के बर्तन बैंक स्थापित कर एकल उपयोग प्लास्टिक (SUP) का उन्मूलन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65/75</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ई-कचरा नीति 2023 ई-वेस्ट के वैज्ञानिक निस्तारण व पुनर्चक्रण हेतु लागू है। जलवायु परिवर्तन नीति 2023 सभी विभागों में क्लाइमेट रेजिलिएंस विकसित करने हेतु है। वन नीति 2023 का विजन अगले 20 वर्षों में राज्य के हरित आवरण को 9.65% से बढ़ाकर 20% तक ले जाना है। बर्तन बैंक योजना स्वच्छ भारत मिशन ग्रामीण के तहत 1,000 ग्राम पंचायतों में ₹1-1 लाख के स्टील बर्तन सेट उपलब्ध कराकर प्लास्टिक मुक्त गांव बनाने की अनूठी पहल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65/75</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'पंचगौरव योजना' (17 दिसम्बर 2024) के संबंध में निम्नलिखित कथनों पर विचार कीजिए: A. यह योजना आयोजना विभाग द्वारा प्रत्येक जिले की विशिष्ट पहचान, संसाधनों और विरासत को बढ़ावा देने हेतु प्रारंभ की गई है। B. इसके अंतर्गत प्रत्येक जिले के 5 प्रमुख घटकों- 1 उपज, 1 प्रजाति, 1 खेल, 1 उत्पाद तथा 1 पर्यटक स्थल की पहचान की जाती है। C. इस योजना का मुख्य उद्देश्य जिलों की स्थानीय अर्थव्यवस्था, पर्यटन और आजीविका को एक एकीकृत ब्रांड के रूप में स्थापित करना है। D. यह योजना केवल राजस्थान के 2 सबसे बड़े रेगिस्तानी जिलों में ही लागू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66/75</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पंचगौरव योजना 17 दिसंबर 2024 को आयोजना विभाग द्वारा शुरू की गई फ्लैगशिप पहल है। इसमें प्रत्येक जिले की अनूठी पहचान के 5 आयामों (1 उपज, 1 प्रजाति, 1 खेल, 1 उत्पाद और 1 पर्यटक स्थल) को चिन्हित कर उनका एकीकृत विकास किया जा रहा है। यह योजना राजस्थान के सभी जिलों में समान रूप से लागू है, केवल 2 जिलों में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66/75</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सतत विकास लक्ष्यों (SDG) एवं हरित मिशनों के संदर्भ में कौनसे कथन सही हैं? A. नीति आयोग द्वारा जारी SDG इंडिया इंडेक्स 4.0 (2024) में राजस्थान 67 अंकों के साथ 'फ्रंट रनर' (Front Runner) श्रेणी में शामिल है। B. आर्थिक एवं सांख्यिकी निदेशालय द्वारा जारी 'राजस्थान SDG इंडेक्स 6.0' में झुंझुनूं जिला (67.13) शीर्ष पर तथा जैसलमेर (51.82) अंतिम स्थान पर रहा। C. 'मुख्यमंत्री वृक्षारोपण महाभियान' (हरियालो राजस्थान) के अंतर्गत 5 वर्षों में 50 करोड़ पौधे लगाने का महत्वाकांक्षी लक्ष्य रखा गया है। D. राजस्थान सतत विकास लक्ष्य-7 (सस्ती और स्वच्छ ऊर्जा) में देश में सबसे न्यूनतम अंक प्राप्त करने वाला राज्य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67/75</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के SDG इंडेक्स 4.0 में राजस्थान 67 स्कोर के साथ फ्रंट रनर बन गया है। राज्य के अपने SDG इंडेक्स 6.0 में 33 जिलों में झुंझुनूं प्रथम तथा जैसलमेर अंतिम स्थान पर रहा। जुलाई 2024 से शुरू हरियालो राजस्थान महाभियान में 5 वर्ष में 50 करोड़ पौधे लगाने का लक्ष्य है। राजस्थान ने सौर ऊर्जा में देश में प्रथम स्थान होने के कारण SDG-7 (किफायती एवं स्वच्छ ऊर्जा) में शत-प्रतिशत 100 अंक हासिल किए हैं, यह सबसे न्यूनतम नहीं बल्कि सर्वोच्च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67/75</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ग्रामीण आजीविका विकास परिषद (राजीविका) द्वारा संचालित महिला सशक्तिकरण पहलों के संबंध में निम्नलिखित कथनों पर विचार कीजिए: A. 'लखपति दीदी योजना' के तहत स्वयं सहायता समूह की महिलाओं की वार्षिक आय न्यूनतम ₹1 लाख पहुंचाने हेतु प्रशिक्षण व संसाधन दिए जा रहे हैं। B. राज्य में 25,000 महिलाओं को सौर ऊर्जा उपकरणों के रखरखाव व संचालन हेतु 'सोलर दीदी' के रूप में प्रशिक्षित किया जा रहा है। C. 'बैंक सखी' के रूप में डीजी-पे सखी (DG Pay Sakhi) और बिजनेस कॉरेस्पोंडेंट सखी (BC Sakhi) ग्रामीण स्तर पर बैंकिंग सेवाएं दे रही हैं। D. राजीविका की महिला सदस्यों को केवल पारंपरिक सिलाई कार्य कराया जाता है और ड्रोन या तकनीकी कार्य पूर्णतः प्रतिबंधित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68/75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राजीविका (स्थापना अक्टूबर 2010) के तहत 12.98 लाख से अधिक महिलाएं लखपति दीदी बन चुकी हैं। सोलर दीदी योजना में 25,000 महिलाओं की पहचान की गई है। 7,104 डीजी-पे सखी व 6,053 बीसी सखी कार्य कर रही हैं। 'नमो ड्रोन दीदी' योजना के तहत महिलाओं को कृषि ड्रोन उड़ाने और नैनो यूरिया छिड़काव का हाई-टेक प्रशिक्षण दिया जा रहा है, ड्रोन कार्य प्रतिबंधित नहीं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68/75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राष्ट्रीय ग्रामीण रोजगार गारंटी योजना' (MGNREGS / VB-GRAM G) के राजस्थान में क्रियान्वयन के संदर्भ में कौनसे कथन सत्य हैं? A. मुख्यमंत्री ग्रामीण रोजगार गारंटी योजना के तहत राज्य में 100 दिन के अतिरिक्त 25 दिन बढ़ाकर कुल 125 दिन का रोजगार दिया जाता है। B. सहरिया, कथौड़ी जनजाति एवं विशेष योग्यजन परिवारों को राज्य सरकार द्वारा 100 दिवस का अतिरिक्त रोजगार (कुल 225 दिन) उपलब्ध कराया जाता है। C. केंद्रीय ग्रामीण विकास मंत्रालय द्वारा इसके उन्नत स्वरूप 'VB-GRAM G' (विकसित भारत-रोजगार एवं आजीविका गारंटी मिशन ग्रामीण) में 125 दिन का वैधानिक अधिकार दिया गया है। D. मनरेगा के अंतर्गत श्रमिकों को केवल 1 वर्ष बाद ही मजदूरी का एकमुश्त भुगतान करने का नियम बनाया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69/75</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मनरेगा के 100 दिनों के अलावा राज्य मद से 25 अतिरिक्त दिन जोड़कर 125 दिन का रोजगार मिलता है। सहरिया, कथौड़ी व दिव्यांगों को 100 दिन अतिरिक्त (कुल 225 दिन) मिलते हैं। नए VB-GRAM G में 125 दिन का कानूनी अधिकार और 60:40 का अनुपात है। मनरेगा में कार्य पूर्ण होने के 15 दिनों के भीतर तथा नए प्रावधानों में साप्ताहिक आधार पर मजदूरी भुगतान का नियम है; 1 वर्ष बाद भुगतान का कोई नियम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69/75</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ग्रामीण विकास एवं अधोसंरचना योजनाओं का उनके उद्देश्यों से सही मिलान कीजिए: सूची-I: सूची-I: A. प्रधानमंत्री आवास योजना - ग्रामीण (PMAY-G) B. पण्डित दीनदयाल उपाध्याय गरीबी मुक्त गांव योजना C. स्वामित्व (SVAMITVA) योजना (24 अप्रैल 2020) D. सांसद स्थानीय क्षेत्र विकास योजना (MPLAD) सूची-II: 1. ड्रोन सर्वेक्षण द्वारा ग्रामीण आबादी क्षेत्र का डिजिटल मानचित्रण कर ग्रामीणों को संपत्ति पट्टे (विलेख) जारी करना 2. बेघर व कच्चे आवास वाले ग्रामीण परिवारों को ₹1.20 लाख सहायता + ₹12,000 शौचालय + 90 दिन मनरेगा मजदूरी 3. BPL जनगणना 2002 के अति निर्धन 22 लाख परिवारों को आजीविका व सामाजिक सुरक्षा देकर गरीबी से मुक्त करना 4. प्रत्येक सांसद को प्रतिवर्ष ₹5 करोड़ की निधि से अपने क्षेत्र में स्थानीय विकास कार्य कराने का प्रावधान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70/75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PMAY-G में मैदानी क्षेत्रों में ₹1.20 लाख मकान निर्माण, ₹12,000 शौचालय व 90 दिन मनरेगा मजदूरी मिलती है। दीनदयाल उपाध्याय गरीबी मुक्त गांव योजना बीपीएल 2002 के 22 लाख परिवारों को 3 चरणों में गरीबी रेखा से बाहर लाने हेतु शत-प्रतिशत राज्य पोषित योजना है। स्वामित्व योजना में ड्रोन तकनीक से आबादी भूमि का पट्टा जारी होता है। MPLAD में प्रत्येक सांसद को ₹5 करोड़ वार्षिक विकास निधि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70/75</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क्षेत्रीय विकास कार्यक्रमों का उनके संबंधित भौगोलिक क्षेत्रों/जिलों से सही मिलान कीजिए: सूची-I: सूची-I: A. मेवात क्षेत्रीय विकास कार्यक्रम B. डांग क्षेत्र विकास कार्यक्रम (2005-06 से पुनः प्रारंभ) C. मगरा क्षेत्र विकास कार्यक्रम D. मुख्यमंत्री थार सीमा क्षेत्र विकास कार्यक्रम (बजट 2025-26) सूची-II: 1. 8 पूर्वी/हाड़ौती जिले (कोटा, बूंदी, बारां, झालावाड़, सवाई माधोपुर, करौली, धौलपुर, भरतपुर) 2. 5 मध्य-दक्षिण पहाड़ी जिले (ब्यावर, पाली, भीलवाड़ा, राजसमंद, चित्तौड़गढ़) 3. अलवर, खैरथल-तिजारा एवं डीग के 14 ब्लॉक (मेव बाहुल्य क्षेत्र) 4. अंतरराष्ट्रीय भारत-पाक सीमा से सटे सुदूर पश्चिमी सीमावर्ती जिले (₹150 करोड़ बजट)</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71/75</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मेवात कार्यक्रम 1986-87 से मेव बाहुल्य अलवर, खैरथल-तिजारा व डीग के 14 ब्लॉकों में लागू है। डांग क्षेत्र विकास कार्यक्रम चंबल बीहड़ प्रभावित 8 जिलों में संचालित है। मगरा क्षेत्र अरावली पहाड़ी से घिरे 5 जिलों (ब्यावर, पाली, भीलवाड़ा, राजसमंद, चित्तौड़गढ़) में लागू है। मुख्यमंत्री थार सीमा क्षेत्र विकास कार्यक्रम बजट 2025-26 में ₹150 करोड़ की लागत से अंतरराष्ट्रीय सीमा से लगे सुदूर गांवों के समग्र विकास हेतु शुरू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71/75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 स्वनिधि' एवं 'मुख्यमंत्री स्वनिधि योजना' के संदर्भ में निम्नलिखित कथनों पर विचार कीजिए: A. पीएम स्वनिधि योजना के अंतर्गत स्ट्रीट वेंडर्स को तीन चरणों में क्रमशः ₹15,000, ₹25,000 तथा ₹50,000 तक का कार्यशील पूंजी ऋण 7% ब्याज अनुदान पर मिलता है। B. 'मुख्यमंत्री स्वनिधि योजना' (बजट 2024-25) उन असंगठित शहरी श्रमिकों (गिग वर्कर्स, डोमेस्टिक वर्कर्स, हॉकर्स आदि) हेतु है जो पीएम स्वनिधि में कवर नहीं हैं। C. मुख्यमंत्री स्वनिधि योजना में 18 से 60 वर्ष के शहरी जन आधार धारक श्रमिकों को 7% ब्याज अनुदान पर ₹10,000, ₹20,000 व ₹50,000 का ऋण मिलता है। D. दोनों ही योजनाओं में ऋण चुकाने की कोई आवश्यकता नहीं होती और यह 100% गैर-वापसी योग्य दान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72/75</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स्वनिधि योजना में रेहड़ी-पटरी वालों को ₹15,000, ₹25,000 व ₹50,000 का ऋण 7% ब्याज अनुदान पर मिलता है। मुख्यमंत्री स्वनिधि योजना स्वायत्त शासन विभाग द्वारा असंगठित सेवा क्षेत्र (गिग वर्कर, डिलीवरी बॉय, सफाईकर्मी आदि) को क्रमशः ₹10,000, ₹20,000 व ₹50,000 का ऋण 7% ब्याज अनुदान पर उपलब्ध कराती है। ये दोनों बैंक ऋण (Loans) हैं जिनका पुनर्भुगतान क्रमशः 12, 18 व 36 माह में करना अनिवार्य होता है, यह कोई गैर-वापसी योग्य दान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72/75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आवास योजना (शहरी)' तथा 'श्री अन्नपूर्णा रसोई योजना' के संदर्भ में कौनसे कथन सही हैं? A. प्रधानमंत्री आवास योजना (शहरी) के अंतर्गत आर्थिक रूप से कमजोर वर्ग (EWS) एवं निम्न आय वर्ग (LIG) को गृह ऋण पर ब्याज सब्सिडी दी जाती है। B. 'श्री अन्नपूर्णा रसोई योजना' (पूर्व नाम: इन्दिरा रसोई योजना) का नामकरण जनवरी 2024 में 'संकल्प अंत्योदय' के ध्येय वाक्य के साथ किया गया। C. श्री अन्नपूर्णा रसोई योजना में लाभार्थी को मात्र ₹8 में 600 ग्राम पौष्टिक भोजन (चपाती, दाल, सब्जी, चावल/खिचड़ी व अचार) मिलता है। D. राज्य सरकार द्वारा प्रति थाली दी जाने वाली अनुदान राशि मात्र ₹1 निर्धारित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73/75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PMAY-U शहरी बेघरों व निम्न आय वर्गों को पक्के आवास हेतु ब्याज सब्सिडी और वित्तीय सहायता देती है। राज्य सरकार ने जनवरी 2024 में इंदिरा रसोई का नाम बदलकर 'श्री अन्नपूर्णा रसोई योजना' किया तथा भोजन सामग्री को 450 ग्राम से बढ़ाकर 600 ग्राम किया। लाभार्थी से मात्र ₹8 लिए जाते हैं जबकि राज्य सरकार द्वारा प्रति थाली ₹22 का भारी अनुदान दिया जाता है, ₹1 नहीं।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73/75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 आधार योजना' एवं राजस्थान के ई-गवर्नेंस प्लेटफॉर्म्स के संदर्भ में निम्नलिखित कथनों पर विचार कीजिए: A. 'जन आधार योजना' 18 दिसम्बर 2019 से "एक नंबर, एक कार्ड, एक पहचान" के उद्देश्य से लागू की गई है। B. इसमें प्रत्येक पंजीकृत परिवार को 10 अंकीय तथा प्रत्येक सदस्य को 11 अंकीय विशिष्ट पहचान संख्या आवंटित की जाती है। C. परिवार की 18 वर्ष या उससे अधिक आयु की महिला को अनिवार्य रूप से परिवार की मुखिया बनाया जाता है। D. 'जन सूचना पोर्टल' सूचना का अधिकार अधिनियम 2005 की धारा 4(2) के तहत नागरिकों को 117 विभागों की योजनाओं की स्वतः जानकारी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74/75</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 आधार योजना 18 दिसंबर 2019 को लागू हुई (अधिनियम 2020)। यह देश की सबसे बड़ी पारिवारिक डायरेक्टरी है जिसमें परिवार का 10 अंकीय व सदस्य का 11 अंकीय नंबर होता है तथा 18+ महिला मुखिया होती है। 5 अप्रैल 2022 से जन आधार कार्ड को ही राशन कार्ड घोषित कर दिया गया। जन सूचना पोर्टल आरटीआई की धारा 4(2) के तहत बिना आवेदन किए नागरिकों को 117 विभागों की 351 योजनाओं की पारदर्शी जानकारी देता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74/75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वित्तीय प्रबंधन एवं बजट 2026-27 की नवीनतम सामाजिक घोषणाओं के संदर्भ में कौनसे कथन सत्य हैं? A. राजस्थान में डीबीटी (प्रत्यक्ष लाभ अंतरण) के समयबद्ध क्रियान्वयन हेतु मुख्य सचिव की अध्यक्षता में 'राज्य डीबीटी सलाहकार बोर्ड' कार्यरत है। B. बजट 2026-27 की घोषणा के अनुसार सामाजिक सुरक्षा पेंशन की न्यूनतम राशि को बढ़ाकर ₹1,450 प्रतिमाह किया जाएगा। C. बजट 2026-27 के तहत 25,000 दिव्यांगजनों को उपकरण तथा 2,500 दिव्यांगजनों को निःशुल्क स्कूटी वितरित करने की घोषणा की गई है। D. राजस्थान सरकार ने राज्य के सभी बैंकों और डीबीटी योजनाओं को बंद करने का आदेश दिया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75/75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में डीबीटी योजनाओं की निगरानी हेतु मुख्य सचिव की अध्यक्षता में राज्य डीबीटी सलाहकार बोर्ड कार्य कर रहा है जिससे 126 राज्य व 55 केंद्रीय योजनाएं जुड़ी हैं। 27 फरवरी 2026 को बजट चर्चा के दौरान मुख्यमंत्री द्वारा सामाजिक सुरक्षा पेंशन को ₹1300 से बढ़ाकर ₹1450 प्रतिमाह करने तथा 2500 दिव्यांगों को निःशुल्क स्कूटी देने की घोषणा की गई। डीबीटी और बैंकिंग सेवाएं राज्य के वित्तीय समावेशन की रीढ़ हैं, इन्हें बंद करने का कोई आदेश नहीं है।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75/75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