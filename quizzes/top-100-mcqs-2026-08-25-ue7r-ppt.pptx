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'अपर हाई लेवल केनाल परियोजना' (Upper High Level Canal Project) के तकनीकी स्वरूप और विशेषताओं के संदर्भ में निम्नलिखित कथनों पर विचार कीजिए: A. इस परियोजना के तहत अत्याधुनिक स्काडा (SCADA) और दबाव आधारित (प्रेशर) पाइपलाइन प्रणाली विकसित की जा रही है। B. परियोजना की मुख्य नहर की कुल लंबाई लगभग 102 किलोमीटर है, जिसमें 22.5 किमी सुरंगें, साइफन और एक्वाडक्ट संरचनाएं शामिल हैं। C. इसके अंतर्गत सिंचित क्षेत्र में प्रत्येक 200 हेक्टेयर के चक स्तर पर डिग्गियों का निर्माण प्रस्तावित है। D. यह परियोजना मुख्य रूप से झालावाड़ और बारां जिलों की कृषि भूमि को लिफ्ट सिंचाई से लाभान्वित करेगी।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अपर हाई लेवल केनाल परियोजना राजस्थान के जनजाति बहुल दक्षिणी अंचल के लिए लगभग 2500 करोड़ रुपये की एक महत्वाकांक्षी सिंचाई परियोजना है। इस परियोजना के तहत जल की बर्बादी को रोकने और सूक्ष्म-सिंचाई को बढ़ावा देने हेतु वास्तविक समय डेटा अधिग्रहण युक्त अत्याधुनिक स्काडा (SCADA) प्रणाली तथा प्रेशर आधारित कमांड क्षेत्र विकसित किया जा रहा है। परियोजना की मुख्य नहर की कुल लंबाई 102 किलोमीटर है जिसमें 22.50 किमी में सुरंगें, कट एंड कवर संरचनाएं, एक्वाडक्ट और साइफन निर्मित किए जा रहे हैं तथा सिंचित क्षेत्र में 200 हेक्टेयर के चक स्तर पर डिग्गियां बनाई जा रही हैं। कथन D गलत है क्योंकि यह परियोजना झालावाड़-बारां नहीं, बल्कि बांसवाड़ा जिले के 3 विधानसभा क्षेत्रों (बांसवाड़ा, बागीदौरा, कुशलगढ़) की 6 तहसीलों के 338 गांवों की 42 हजार हेक्टेयर भूमि को लाभान्वित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'पीएम-कुसुम योजना के घटक-सी' (PM-KUSUM Component-C) के तहत स्थापित विकेंद्रीकृत सौर ऊर्जा परियोजनाओं के संदर्भ में निम्नलिखित कथनों पर विचार कीजिए: A. घटक-सी के तहत विद्युत सब-स्टेशनों के 5 किलोमीटर के दायरे में अनुपजाऊ भूमि पर 5 मेगावाट तक के सौर संयंत्र स्थापित किए जाते हैं। B. केंद्र सरकार द्वारा संयंत्र की लागत एवं क्षमता के आधार पर अधिकतम 1.05 करोड़ रुपये प्रति मेगावाट (30% तक) सब्सिडी दी जाती है। C. राजस्थान के विभिन्न डिस्कॉम में स्थापित क्षमता के मामले में जोधपुर डिस्कॉम प्रथम तथा अजमेर डिस्कॉम दूसरे स्थान पर है। D. पीएम-कुसुम योजना के घटक-सी के क्रियान्वयन और कुल क्षमता स्थापना में राजस्थान पूरे देश में प्रथम स्थान पर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पीएम-कुसुम (PM-KUSUM) योजना के घटक-सी (Component-C) के अंतर्गत कृषि फीडरों के सोलराइजेशन के लिए सब-स्टेशन से 5 किमी के दायरे में 5 मेगावाट क्षमता तक के सौर ऊर्जा संयंत्र लगाए जाते हैं, जिसमें केंद्र सरकार 30% तक (अधिकतम 1.05 करोड़ रुपये प्रति मेगावाट) वित्तीय सहायता देती है। राजस्थान में स्थापित सौर क्षमता के अनुसार जोधपुर डिस्कॉम (2,647 मेगावाट) शीर्ष पर है, इसके बाद अजमेर डिस्कॉम (373 मेगावाट) दूसरे और जयपुर डिस्कॉम (352 मेगावाट) तीसरे स्थान पर है। प्रदेश में कुल 3,371 मेगावाट क्षमता की 1,312 परियोजनाएं स्थापित की जा चुकी हैं। कथन D गलत है क्योंकि घटक-सी के तहत सौर क्षमता स्थापना के मामले में राजस्थान देश भर में तीसरे स्थान पर है, न कि प्रथम स्थान पर।</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जल संरक्षण एवं जन-जागरूकता हेतु संचालित 'वंदे गंगा जल संरक्षण जन अभियान' के संदर्भ में निम्नलिखित कथनों पर विचार कीजिए: A. इस अभियान का औपचारिक शुभारंभ टोंक स्थित बीसलपुर बांध (बीसलदेव मंदिर) तथा भरतपुर के बंध बरेठा व सुजान गंगा पर जल पूजन के साथ किया गया। B. इस राज्यव्यापी अभियान का मुख्य ध्येय वाक्य (नारा) "कर्मभूमि से मातृभूमि अभियान से हर बूंद का संचय" था। C. अभियान का नोडल विभाग राजस्थान का स्वायत्त शासन विभाग (DLB) था। D. इस अभियान के दौरान प्रदेश भर में 77 हजार से अधिक पुराने व नए जल स्रोतों की व्यापक सफाई और 52 हजार से अधिक पौधरोपण गड्ढे खोदे गए।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'वंदे गंगा जल संरक्षण जन अभियान' का आयोजन 25 मई (गंगा दशमी) से 5 जून (विश्व पर्यावरण दिवस) तक पूरे राजस्थान में व्यापक जनसहभागिता के साथ किया गया। इसका शुभारंभ मुख्यमंत्री द्वारा टोंक जिले के ऐतिहासिक बीसलपुर बांध स्थित बीसलदेव मंदिर, भरतपुर के बंध बरेठा बांध और सुजान गंगा पर जल पूजन व दीपदान करके किया गया था। इस अभियान का आधिकारिक नारा 'कर्मभूमि से मातृभूमि अभियान से हर बूंद का संचय' रखा गया था तथा इसके अंतर्गत 4.59 करोड़ लोगों ने भाग लिया, 77,987 जल स्रोतों का जीर्णोद्धार/सफाई की गई और 52,402 पौधरोपण पिट खोदे गए। कथन C गलत है क्योंकि इस अभियान का नोडल विभाग जल संसाधन विभाग (Water Resources Department) था, न कि स्वायत्त शासन विभाग।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भारत-फ्रांस द्विपक्षीय संबंधों और नवाचार पहलों के संदर्भ में 'भारत-फ्रांस एटीएल ब्रिज' तथा नीस शिखर बैठक के संदर्भ में निम्नलिखित कथनों पर विचार कीजिए: A. भारत के अटल इनोवेशन मिशन (NITI Aayog) और ला फोंडेशन दसॉल्ट सिस्टम्स के सहयोग से भारत-फ्रांस एटीएल ब्रिज की स्थापना की गई है। B. यह पहल भारत के अटल टिंकरिंग लैब मॉडल से प्रेरित होकर फ्रांस में पहली स्कूल नवाचार प्रयोगशाला स्थापित करने में सहयोग करती है। C. दोनों देशों ने नवाचार और प्रौद्योगिकी साझेदारी को दीर्घकालिक दिशा देने के लिए 'भारत-फ्रांस नवाचार रोडमैप 2030' को औपचारिक रूप से अपनाया। D. वीवाटेक (VivaTech) 2026 पेरिस में भारत को आधिकारिक तौर पर 'AI कंट्री पार्टनर' का दर्जा प्रदान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और फ्रांस के बीच विशेष वैश्विक रणनीतिक साझेदारी के तहत विज्ञान, नवाचार और डीप-टेक क्षेत्र में कई ऐतिहासिक समझौते हुए हैं। नीति आयोग के अटल इनोवेशन मिशन और ला फोंडेशन दसॉल्ट सिस्टम्स ने 'भारत-फ्रांस एटीएल ब्रिज' शुरू किया, जिसके तहत भारतीय ATL मॉडल के आधार पर फ्रांस में पहली स्कूल नवाचार लैब स्थापित की जा रही है। नीस में प्रधानमंत्री नरेंद्र मोदी और राष्ट्रपति इमैनुएल मैक्रों की द्विपक्षीय वार्ता के दौरान 'नवाचार रोडमैप 2030' को अपनाया गया तथा AI गवर्नेंस पर केंद्रित संयुक्त कार्य समूह गठित किया गया। इसके अतिरिक्त यूरोप के सबसे बड़े टेक फेस्ट 'वीवाटेक 2026' (पेरिस) में भारत को 'AI कंट्री पार्टनर' का प्रतिष्ठित दर्जा दिया गया। अतः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फ्रांस के एवियन में आयोजित 52वें G7 शिखर सम्मेलन (G7 Summit 2026) के संदर्भ में निम्नलिखित कथनों पर विचार कीजिए: A. वर्ष 2026 के लिए G7 समूह की अध्यक्षता फ्रांस के पास थी और सम्मेलन का आयोजन एवियन में किया गया। B. भारतीय प्रधानमंत्री नरेंद्र मोदी की G7 शिखर सम्मेलनों में यह निरंतर सातवीं व्यक्तिगत भागीदारी थी। C. इससे पूर्व 51वाँ G7 शिखर सम्मेलन कनाडा के कनानस्किस (Kananaskis) में आयोजित किया गया था। D. प्रधानमंत्री मोदी ने कनाडा को इंडियन ओशन रिम एसोसिएशन (IORA) का संवाद भागीदार बनने हेतु भारत के समर्थन का आश्वासन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52वाँ G7 शिखर सम्मेलन फ्रांस के एवियन (Evian) शहर में आयोजित हुआ, जिसकी अध्यक्षता फ्रांसीसी राष्ट्रपति इमैनुएल मैक्रों ने की। आउटरीच सत्र में आमंत्रित भारतीय प्रधानमंत्री नरेंद्र मोदी की G7 सम्मेलनों में यह लगातार सातवीं भागीदारी थी (वर्ष 2019 बियारिट्ज़ से 2026 एवियन तक)। इससे पूर्व 51वाँ शिखर सम्मेलन कनानस्किस (कनाडा) में आयोजित हुआ था। इस सम्मेलन के दौरान प्रधानमंत्री मोदी ने कनाडा के प्रधानमंत्री मार्क कार्नी के साथ द्विपक्षीय बैठक की और कनाडा को 'इंडियन ओशन रिम एसोसिएशन' (IORA) का डायलॉग पार्टनर बनने में भारत के पूर्ण समर्थन की पुष्टि की तथा 'रायसीना अमेरिकाज' मंच की स्थापना की घोषणा की। अतः सभी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'औद्योगिक पार्क प्रोत्साहन नीति 2026' के तहत रीको (RIICO) द्वारा विकसित किए जा रहे नए औद्योगिक पार्कों के संबंध में निम्नलिखित कथनों पर विचार कीजिए: A. इस नीति के तहत रीको द्वारा प्रदेश के 9 चिन्हित स्थानों पर कुल 645 हेक्टेयर भूमि में नए औद्योगिक पार्क विकसित किए जा रहे हैं। B. मॉडल 'ए' के तहत लगभग 374 हेक्टेयर भूमि पर निजी डेवलपर्स (Private Developers) द्वारा पार्कों का विकास किया जाएगा। C. मॉडल 'डी' के तहत सार्वजनिक-निजी भागीदारी (PPP) मोड पर कुल 271 हेक्टेयर भूमि में पार्क स्थापित किए जाएंगे। D. मॉडल 'डी' के तहत अजमेर के कनईकलां तथा दौसा के नांगल झामरवाड़ा व सलतवाता आदि गांवों की भूमि शामिल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औद्योगिक निवेश और विनिर्माण तंत्र को सुदृढ़ करने के उद्देश्य से रीको (RIICO) ने औद्योगिक पार्क प्रोत्साहन नीति-2026 के तहत मॉडल 'ए' और मॉडल 'डी' के माध्यम से 9 स्थानों पर 645 हेक्टेयर भूमि पर नए पार्क विकसित करने का निर्णय लिया है। मॉडल 'ए' के अंतर्गत रीको द्वारा आवंटित 374 हेक्टेयर से अधिक भूमि पर निजी डेवलपर्स द्वारा औद्योगिक पार्क विकसित किए जाएंगे (जिसमें बालोतरा, धौलपुर, चित्तौड़गढ़, भीलवाड़ा, दौसा, बूंदी, डीडवाना-कुचामन की भूमि शामिल है)। मॉडल 'डी' के तहत पीपीपी मोड पर 271 हेक्टेयर भूमि (अजमेर के कनईकलां व दौसा के गांवों) में पार्क बनाए जाएंगे। अतः सभी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द्वारा संचालित राजकीय महिला सदनों (नारी निकेतन) के प्रशासनिक ढांचे और पुनर्वास कार्यक्रमों के संदर्भ में निम्नलिखित कथनों पर विचार कीजिए: A. नारी निकेतन का संचालन राजस्थान के सामाजिक न्याय एवं अधिकारिता विभाग द्वारा किया जाता है। B. जयपुर संभाग मुख्यालय पर 150 आवास क्षमता का एक नारी सदन और अन्य संभाग मुख्यालयों पर 50-50 क्षमता के नारी निकेतन संचालित हैं। C. इनका मुख्य उद्देश्य सामाजिक रूप से उत्पीड़ित, निराश्रित और पारिवारिक हिंसा की शिकार महिलाओं को सुरक्षा व आश्रय प्रदान करना है। D. इन सदनों में आश्रित महिलाओं को आर्थिक रूप से आत्मनिर्भर बनाने हेतु ब्यूटीशियन और एडवांस सिलाई-कढ़ाई जैसे व्यावसायिक कौशल प्रशिक्षण दिए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राजकीय महिला सदन (नारी निकेतन) सामाजिक न्याय एवं अधिकारिता विभाग द्वारा संचालित संस्थागत संरक्षण गृह हैं। जयपुर संभाग के जिला मुख्यालय पर 150 संवासिनियों की क्षमता वाला वृहद नारी निकेतन तथा राज्य के अन्य सभी संभागीय मुख्यालयों पर 50-50 क्षमता के नारी निकेतन संचालित हैं। इनका मूल उद्देश्य विपत्तिग्रस्त, निराश्रित एवं उत्पीड़ित महिलाओं को न केवल सुरक्षित आवासीय सुविधा और भरण-पोषण प्रदान करना है, बल्कि ब्यूटीशियन, सिलाई-कढ़ाई, हस्तशिल्प जैसी आजीविका ट्रेनिंग देकर उन्हें समाज की मुख्यधारा में स्वावलंबी रूप से पुनर्वासित करना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सुरक्षित मातृत्व अभियान' (PMSMA) के 10 वर्ष पूर्ण होने तथा राजस्थान में मातृ स्वास्थ्य पहलों के संदर्भ में निम्नलिखित कथनों पर विचार कीजिए: A. PMSMA के अंतर्गत देश भर के ग्रामीण व शहरी क्षेत्रों में गर्भवती महिलाओं को गुणवत्तापूर्ण प्रसवपूर्व जांचें व परामर्श सेवाएं निःशुल्क दी जाती हैं। B. राजस्थान में राष्ट्रीय स्तर के इस अभियान को प्रत्येक माह की 9 तारीख के अलावा 18 एवं 27 तारीख को भी विस्तारित रूप में आयोजित किया जाता है। C. राजस्थान में 'मा-वाउचर योजना' के तहत गर्भवती महिलाओं को निजी केंद्रों पर निःशुल्क सोनोग्राफी के लिए डिजिटल ई-कूपन जारी किए जाते हैं। D. गंभीर एनीमिया से पीड़ित गर्भवती महिलाओं को हीमोग्लोबिन स्तर सुधारने हेतु फेरिक कार्बोक्सी माल्टोज (FCM) इंजेक्शन की सशुल्क खुराक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सुरक्षित मातृत्व अभियान (PMSMA) ने देश में अपने सफल क्रियान्वयन के 10 वर्ष पूरे किए हैं, जिसके तहत अब तक 7.5 करोड़ से अधिक महिलाओं को निःशुल्क प्रसवपूर्व स्वास्थ्य सेवाएं दी गई हैं। राजस्थान देश का अनूठा राज्य है जहाँ प्रत्येक माह 3 दिन (9, 18 और 27 तारीख) विशेष PMSMA सत्र आयोजित होते हैं। राज्य में 'मा-वाउचर योजना' के जरिए गर्भवती महिलाओं को निजी सोनोग्राफी केंद्रों पर निःशुल्क अल्ट्रासाउंड जांच हेतु कूपन दिए जाते हैं। कथन D गलत है क्योंकि गंभीर रूप से कम हीमोग्लोबिन वाली गर्भवती महिलाओं को फेरिक कार्बोक्सी माल्टोज (FCM) इंजेक्शन पूर्णतः निःशुल्क (Free of cost) लगाया जाता है, सशुल्क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 2026 में हिरनोदा (जयपुर) में उद्घाटित 'थार ड्राई पोर्ट' (इंटीग्रेटेड मल्टीमॉडल लॉजिस्टिक्स पार्क) के संदर्भ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सागरमाला परियोजना के तहत राज्य सरकार के सार्वजनिक निर्माण विभाग द्वारा विकसित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100 एकड़ से अधिक क्षेत्र में 'पीएम गति शक्ति मिशन' और 'राइजिंग राजस्थान' के तहत हस्ती पेट्रोकेमिकल्स द्वारा विकसित है तथा DFC से जुड़ा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उत्तर भारत का पहला अंतर्देशीय जलमार्ग कार्गो टर्मिनल है जो चंबल नदी के जलमार्ग से सीधे जुड़ा हुआ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मुख्य उद्देश्य केवल राजस्थान के कृषि उत्पादों को वायु मार्ग से खाड़ी देशों में निर्यात करने हेतु एयर कार्गो हब बनाना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100 एकड़ से अधिक क्षेत्र में 'पीएम गति शक्ति मिशन' और 'राइजिंग राजस्थान' के तहत हस्ती पेट्रोकेमिकल्स द्वारा विकसित है तथा DFC से जुड़ा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सागरमाला परियोजना के तहत राज्य सरकार के सार्वजनिक निर्माण विभाग द्वारा विकसित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उत्तर भारत का पहला अंतर्देशीय जलमार्ग कार्गो टर्मिनल है जो चंबल नदी के जलमार्ग से सीधे जुड़ा हुआ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मुख्य उद्देश्य केवल राजस्थान के कृषि उत्पादों को वायु मार्ग से खाड़ी देशों में निर्यात करने हेतु एयर कार्गो हब बनाना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जिले के हिरनोदा में स्थापित 'थार ड्राई पोर्ट' (इंटीग्रेटेड मल्टीमॉडल लॉजिस्टिक्स पार्क - IMLP) का उद्घाटन उद्योग मंत्री कर्नल राज्यवर्धन सिंह राठौड़ द्वारा किया गया। 100 एकड़ से अधिक क्षेत्रफल में फैला यह आधुनिक लॉजिस्टिक्स पार्क हस्ती पेट्रोकेमिकल्स एंड शिपिंग लिमिटेड (HPCSL) द्वारा केंद्र सरकार के 'पीएम गति शक्ति राष्ट्रीय मास्टर प्लान' तथा 'राइजिंग राजस्थान' पहल के तहत विकसित किया गया है। यह पार्क वेस्टर्न डेडिकेटेड फ्रेट कॉरिडोर (DFC) से सीधे रेल कनेक्टिविटी रखता है, जिससे राजस्थान के निर्यातकों को बंदरगाहों तक माल ढुलाई में समय और लागत की भारी बचत होगी। अन्य सभी विकल्प भ्रामक और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नई दिल्ली में आयोजित समारोह में नवीन एवं नवीकरणीय ऊर्जा मंत्रालय द्वारा 'पीएम सूर्यघर योजना' के अंतर्गत राजस्थान को प्रदत्त पुरस्कारों के संदर्भ में कौन-सा तथ्य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90 लाख से 1.5 करोड़ उपभोक्ता श्रेणी में राजस्थान को रूफटॉप सोलर के त्वरित क्रियान्वयन हेतु देश भर में प्रथम पुरस्कार मिला।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सर्वाधिक रूफटॉप सोलर इंस्टॉलेशन वाले देश के 10 सर्वोच्च जिलों में जयपुर जिले ने राष्ट्रीय स्तर पर 7वाँ स्थान प्राप्त किया।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वेंडर्स श्रेणी में उत्तर क्षेत्र के राज्यों में सर्वाधिक सोलर इंस्टॉलेशन के लिए 'मिलन सौर ऊर्जा केंद्र' को प्रथम स्वर्ण पुरस्कार दिया गया।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डिस्कॉम्स को देश में सर्वाधिक सौर ऊर्जा उत्पादन करने वाली पहली विद्युत उपयोगिता घोषित किया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सर्वाधिक रूफटॉप सोलर इंस्टॉलेशन वाले देश के 10 सर्वोच्च जिलों में जयपुर जिले ने राष्ट्रीय स्तर पर 7वाँ स्थान प्राप्त किया।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90 लाख से 1.5 करोड़ उपभोक्ता श्रेणी में राजस्थान को रूफटॉप सोलर के त्वरित क्रियान्वयन हेतु देश भर में प्रथम पुरस्कार मिला।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वेंडर्स श्रेणी में उत्तर क्षेत्र के राज्यों में सर्वाधिक सोलर इंस्टॉलेशन के लिए 'मिलन सौर ऊर्जा केंद्र' को प्रथम स्वर्ण पुरस्कार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डिस्कॉम्स को देश में सर्वाधिक सौर ऊर्जा उत्पादन करने वाली पहली विद्युत उपयोगिता घोषित किया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नवीन एवं नवीकरणीय ऊर्जा मंत्री द्वारा नई दिल्ली में आयोजित राष्ट्रीय सम्मान समारोह में राजस्थान को पीएम सूर्यघर मुफ्त बिजली योजना में उत्कृष्ट प्रदर्शन हेतु कुल 6 पुरस्कार प्रदान किए गए। 90 लाख से 1.50 करोड़ विद्युत उपभोक्ताओं वाले राज्यों के वर्ग में राजस्थान को रूफटॉप सौर संयंत्रों के सर्वाधिक आवेदन, इंस्टॉलेशन और भौतिक सत्यापन के लिए द्वितीय पुरस्कार मिला। देश के शीर्ष 10 सर्वोच्च जिलों की श्रेणी में जयपुर को 7वां स्थान प्राप्त हुआ। वेंडर्स श्रेणी में उत्तर क्षेत्र के राज्यों में सर्वाधिक इंस्टॉलेशन हेतु 'मिलन सौर ऊर्जा केंद्र' को द्वितीय पुरस्कार (न कि प्रथम) प्रदान किया गया। अतः विकल्प B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संस्कृति युवा संस्था द्वारा मेलबर्न (ऑस्ट्रेलिया) की संसद में आयोजित 13वें 'भारत गौरव अवार्ड' समारोह के संदर्भ में निम्नलिखित कथनों पर विचार कीजिए: A. यह प्रतिष्ठित अंतरराष्ट्रीय सम्मान समारोह विक्टोरिया की संसद (मेलबर्न, ऑस्ट्रेलिया) में आयोजित किया गया। B. इस समारोह में देश-विदेश की 25 प्रमुख भारतीय विभूतियों को भारत गौरव अलंकरण से सम्मानित किया गया। C. राजस्थान से सनवर हर्षवाल और प्रवीण शर्मा को प्रवासी उद्योगपति की श्रेणी में यह पुरस्कार दिया गया। D. राजस्थान के प्रसिद्ध योगाचार्य ढाकाराम (योग व वेलनेस) तथा पीयूष पांडे (विज्ञापन विशेषज्ञ) को भी इस सम्मान से नवाजा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संस्कृति युवा संस्था (जयपुर) द्वारा 13वें अंतरराष्ट्रीय भारत गौरव अवार्ड समारोह का भव्य आयोजन पार्लियामेंट ऑफ विक्टोरिया, मेलबर्न (ऑस्ट्रेलिया) में किया गया। इस समारोह में भारत और दुनिया भर में अपने उत्कृष्ट कार्यों से देश का मान बढ़ाने वाली कुल 25 भारतीय विभूतियों को अलंकृत किया गया। इनमें राजस्थान की 4 प्रमुख हस्तियां शामिल थीं-सनवर हर्षवाल व प्रवीण शर्मा (प्रवासी उद्योगपति श्रेणी), योगाचार्य ढाकाराम (योग एवं वेलनेस के क्षेत्र में वैश्विक योगदान), और पीयूष पांडे (विज्ञापन एवं ब्रांड संचार विशेषज्ञ)।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'मिसेज राजस्थान 2026' सौंदर्य प्रतियोगिता और राज्य की महिला सशक्तिकरण पहलों के संदर्भ में निम्नलिखित कथनों पर विचार कीजिए: A. जयपुर में आयोजित यह सौंदर्य प्रतियोगिता मिसेज राजस्थान का 9वाँ संस्करण था। B. प्रतियोगिता में 20-36 वर्ष (सिल्वर) तथा 36-51 वर्ष (गोल्ड) आयु वर्ग की दो मुख्य श्रेणियां बनाई गई थीं। C. प्रतियोगिता में गोल्ड कैटेगरी का खिताब श्वेता कंसारा तथा सिल्वर कैटेगरी का खिताब उमा मीना ने जीता। D. इस प्रतियोगिता में पहली बार 60 वर्ष से अधिक आयु की वरिष्ठ महिलाओं ने रैंप वॉक में भाग लिया।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मिसेज राजस्थान 2026 प्रतियोगिता का 9वां संस्करण जयपुर में आयोजित किया गया। विवाहित महिलाओं में आत्मविश्वास, सौंदर्य और प्रतिभा को मंच देने वाली इस राज्य स्तरीय प्रतियोगिता में दो आयु वर्ग बनाए गए थे-सिल्वर कैटेगरी (20 से 36 वर्ष) तथा गोल्ड कैटेगरी (36 से 51 वर्ष)। इसमें गोल्ड कैटेगरी की विनर श्वेता कंसारा बनीं, जबकि सिल्वर कैटेगरी की विनर उमा मीना रहीं। आयोजकों ने घोषणा की कि अगले संस्करण में आयु सीमा को बढ़ाकर 55 वर्ष तक किया जाएगा। कथन D गलत है क्योंकि 60 वर्ष से अधिक का वर्ग इसमें शामिल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नई दिल्ली में आयोजित समारोह में 'स्कूल चैलेंज TOFII राष्ट्रीय पुरस्कार' प्राप्त करने वाले राजस्थान के विद्यालय के संदर्भ में निम्नलिखित कथनों पर विचार कीजिए: A. यह प्रतिष्ठित राष्ट्रीय पुरस्कार टोंक जिले के 'पीएमश्री राजकीय उच्च माध्यमिक विद्यालय, राहोली' को प्रदान किया गया। B. यह राष्ट्रीय सम्मान प्राप्त करने वाला यह राजस्थान का एकमात्र राजकीय (सरकारी) विद्यालय बना। C. विद्यालय को यह पुरस्कार 'नशा मुक्त विद्यालय अभियान' के सफल क्रियान्वयन और नवाचारपूर्ण सामाजिक गतिविधियों हेतु मिला। D. यह पुरस्कार नीति आयोग द्वारा केवल निजी पब्लिक स्कूलों को ग्रीन एनर्जी अपनाने के लिए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नई दिल्ली के नोवोटेल सिटी सेंटर में आयोजित भव्य राष्ट्रीय पुरस्कार समारोह में राजस्थान के टोंक जिले के 'पीएमश्री राजकीय उच्च माध्यमिक विद्यालय, राहोली' को प्रतिष्ठित 'स्कूल चैलेंज TOFII राष्ट्रीय पुरस्कार' से सम्मानित किया गया। पूरे राजस्थान में यह गौरव हासिल करने वाला यह एकमात्र सरकारी विद्यालय है। यह पुरस्कार विद्यालय में संचालित नशा मुक्त विद्यालय अभियान के प्रभावी क्रियान्वयन, विद्यार्थियों में सामाजिक दायित्व बोध और स्वच्छता व सकारात्मक विद्यालयी वातावरण निर्माण हेतु स्कूल के प्रधानाचार्य डॉ. योगेन्द्र सिंह नरूका व टीम को प्रदान किया गया। कथन D गलत है क्योंकि यह केवल निजी स्कूलों के लिए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चर्चित विभूतियों/संस्थानों और उन्हें हाल ही में प्राप्त पुरस्कारों/उपलब्धियों का सही मिलान कीजिए: सूची-I: सूची-I: A. डॉ. आर. के. अरोड़ा B. डॉ. मंजू बाघमार C. मानवर्धन सिंह कुड़की D. अपना घर आश्रम (भरतपुर) सूची-II: 1. वर्ल्ड बुक ऑफ रिकॉर्ड्स सम्मान (लंदन में 10वां अवार्ड समिट) 2. राष्ट्रपति पुलिस पदक (विशिष्ट सेवा - BSF इन्वेस्टिचर सेरेमनी) 3. गिनीज बुक ऑफ वर्ल्ड रिकॉर्ड्स (दुनिया का सबसे बड़ा फीमेल शेल्टर होम) 4. यूथ लीडरशिप अवॉर्ड (आर्ट ऑफ लिविंग फाउंडेशन)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गृह मंत्री अमित शाह ने दिल्ली में आयोजित BSF इन्वेस्टिचर सेरेमनी में डॉ. आर.के. अरोड़ा को विशिष्ट सेवा के लिए 'राष्ट्रपति पुलिस पदक' से सम्मानित किया (A-2)। राजस्थान की महिला एवं बाल विकास राज्य मंत्री डॉ. मंजू बाघमार को लंदन में आयोजित 10वें अवार्ड समिट में 'वर्ल्ड बुक ऑफ रिकॉर्ड्स' सम्मान प्रदान किया गया (B-1)। मीराबाई की 23वीं पीढ़ी के वंशज मानवर्धन सिंह कुड़की को आर्ट ऑफ लिविंग के अनसंग हीरोज समारोह में 'यूथ लीडरशिप अवॉर्ड' दिया गया (C-4)। भरतपुर स्थित अपना घर आश्रम (संस्थापक डॉ. बीएम भारद्वाज) को मियामी (USA) के लोटस होम को पीछे छोड़कर महिलाओं की श्रेणी में दुनिया का सबसे बड़ा शेल्टर होम घोषित किया गया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चर्चित व्यक्तित्वों और उनसे संबंधित हालिया विशिष्ट उपलब्धियों का सही मिलान कीजिए: सूची-I: सूची-I: A. कैप्टन कमलराम B. अतिक्ष लखोटिया (किशनगढ़) C. धवल जैन और जय शर्मा (जयपुर) D. पवन कुमावत (जयपुर) सूची-II: 1. फोर्ब्स 30 अंडर 30 एशिया 2026 (हेल्थकेयर एंड साइंस) 2. इटली के कैसिनो शहर में द्वितीय विश्व युद्ध स्मारक प्रतिमा अनावरण 3. 76 किग्रा वर्ग इंक्लाइन बेंच प्रेस में 110 किग्रा वजन उठाकर स्वर्ण पदक 4. इनलाइन स्केटिंग में 6 मिनट में 520 मीटर दूरी तय कर इंडिया बुक ऑफ रिकॉर्ड्स</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विश्व युद्ध के विक्टोरिया क्रॉस विजेता कैप्टन कमलराम (मूल निवासी भोलूपुरा, करौली) की कांस्य प्रतिमा का अनावरण इटली के कैसिनो शहर में आयोजित अंतरराष्ट्रीय समारोह में किया गया (A-2)। किशनगढ़ के युवा उद्यमी अतिक्ष लखोटिया को हेल्थकेयर एंड साइंस श्रेणी में प्रतिष्ठित 'फोर्ब्स 30 अंडर 30 एशिया 2026' सूची में स्थान मिला (B-1)। जयपुर के नन्हे स्केटर्स धवल जैन और जय शर्मा ने इनलाइन स्केटिंग में 6 मिनट में 520 मीटर दूरी नापकर इंडिया बुक ऑफ रिकॉर्ड्स बनाया (C-4)। जयपुर के पवन कुमावत ने भीलवाड़ा में राज्य स्तरीय स्ट्रेंथ लिफ्टिंग के 76 किग्रा वर्ग में 110 किग्रा इंक्लाइन बेंच प्रेस लगाकर स्वर्ण पदक जीता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ईज ऑफ डूइंग बिजनेस के तहत जारी 'डी-रेग्यूलेशन फेज-1 की मासिक प्रगति रिपोर्ट' के संदर्भ में निम्नलिखित कथनों पर विचार कीजिए: A. यह मासिक प्रगति रिपोर्ट मुख्य सचिव कार्यालय के अंतर्गत गठित विशेष 'डिरेगुलेशन सेल' द्वारा तैयार की जाती है। B. राज निवेश पोर्टल पर प्राप्त 9,010 निवेश आवेदनों में से 67.7% आवेदनों को त्वरित स्वीकृतियां प्रदान की गईं। C. सर्वाधिक निवेश स्वीकृतियां जारी करने के मामले में जयपुर जिला (1,351 स्वीकृतियों के साथ) राज्य में प्रथम स्थान पर रहा। D. जिलों में स्वीकृति दर के मामले में कोटा (83.8%) और हनुमानगढ़ (82.5%) अग्रणी जिले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व्यापारिक सुगमता (Ease of Doing Business) को बढ़ावा देने तथा निवेश प्रक्रियाओं को गैर-विनियमित व सरल बनाने हेतु मुख्य सचिव कार्यालय में 'डिरेगुलेशन सेल' का गठन किया गया है। सेल द्वारा जारी डी-रेग्यूलेशन फेज-1 की रिपोर्ट के अनुसार, राज निवेश पोर्टल पर कुल 9,010 आवेदनों में से 6,103 को त्वरित मंजूरी दी गई, जिससे प्रदेश की औसत स्वीकृति दर 67.7% दर्ज की गई। 1,351 स्वीकृतियों के साथ जयपुर संख्या के आधार पर शीर्ष पर रहा, जबकि स्वीकृति प्रतिशत के आधार पर कोटा 83.8% के साथ पहले और हनुमानगढ़ 82.5% के साथ दूसरे स्थान पर रहा। अतः सभी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केन्द्रीय सांख्यिकी एवं कार्यक्रम कार्यान्वयन मंत्रालय (MoSPI) की हालिया 'पैमाना' रिपोर्ट के संदर्भ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रिपोर्ट केवल ग्रामीण पेयजल योजनाओं के बजट आवंटन और व्यय की त्रैमासिक ऑडिट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रिपोर्ट के अनुसार राजस्थान में 2.72 लाख करोड़ रुपये की कुल वित्तीय वैल्यू वाली 81 महत्वपूर्ण बुनियादी ढांचा परियोजनाएं वर्तमान में प्रगति पर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अनुसार राजस्थान बुनियादी ढांचा निवेश आकर्षित करने में देश के सभी राज्यों में सबसे निचले 28वें स्थान पर रहा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रिपोर्ट नीति आयोग द्वारा राज्यों में कौशल विकास केंद्रों की गुणवत्ता मापने हेतु जारी की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रिपोर्ट के अनुसार राजस्थान में 2.72 लाख करोड़ रुपये की कुल वित्तीय वैल्यू वाली 81 महत्वपूर्ण बुनियादी ढांचा परियोजनाएं वर्तमान में प्रगति पर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रिपोर्ट केवल ग्रामीण पेयजल योजनाओं के बजट आवंटन और व्यय की त्रैमासिक ऑडिट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अनुसार राजस्थान बुनियादी ढांचा निवेश आकर्षित करने में देश के सभी राज्यों में सबसे निचले 28वें स्थान पर रहा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रिपोर्ट नीति आयोग द्वारा राज्यों में कौशल विकास केंद्रों की गुणवत्ता मापने हेतु जारी की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केन्द्रीय सांख्यिकी एवं कार्यक्रम कार्यान्वयन मंत्रालय (MoSPI) द्वारा बुनियादी ढांचा परियोजनाओं (Infrastructure Projects) की प्रगति और वित्तीय प्रवाह की मैपिंग करने हेतु 'पैमाना' रिपोर्ट जारी की गई है। इस रिपोर्ट के आधिकारिक आंकड़ों के अनुसार राजस्थान में वर्तमान में कुल 2.72 लाख करोड़ रुपये की लागत वाली 81 प्रमुख ढांचागत परियोजनाएं (रेलवे, राजमार्ग, ऊर्जा, जल संसाधन आदि) प्रगतिरत हैं। यह रिपोर्ट देश भर में 150 करोड़ रुपये या उससे अधिक लागत वाली वृहद परियोजनाओं की समयसीमा और लागत वृद्धि की निगरानी करती है। अन्य सभी विकल्प तथ्यात्मक रूप से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2026 में राजस्थान राज्य प्रदूषण नियंत्रण मंडल (RSPCB) ने औद्योगिक प्रदूषण नियंत्रण, पर्यावरण सुधार और तकनीकी हस्तांतरण हेतु किस राष्ट्रीय संस्थान के साथ MoU हस्ताक्षरित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भाभा परमाणु अनुसंधान केंद्र (BARC), मुंबई</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वैज्ञानिक और औद्योगिक अनुसंधान परिषद (CSIR), नई दिल्ली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अंतरिक्ष अनुसंधान संगठन (ISRO), बेंगलुरु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पर्यावरण अभियांत्रिकी अनुसंधान संस्थान (NEERI)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वैज्ञानिक और औद्योगिक अनुसंधान परिषद (CSIR), नई दिल्ली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भाभा परमाणु अनुसंधान केंद्र (BARC), मुंबई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अंतरिक्ष अनुसंधान संगठन (ISRO), बेंगलुरु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पर्यावरण अभियांत्रिकी अनुसंधान संस्थान (NEERI)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पर्यावरण दिवस के उपलक्ष्य में कॉन्स्टीट्यूशन क्लब ऑफ राजस्थान (जयपुर) में आयोजित राज्य स्तरीय समारोह में मुख्यमंत्री की उपस्थिति में राजस्थान राज्य प्रदूषण नियंत्रण मंडल (RSPCB) और वैज्ञानिक तथा औद्योगिक अनुसंधान परिषद (CSIR) के मध्य एक महत्वपूर्ण समझौता ज्ञापन (MoU) पर हस्ताक्षर किए गए। इस समझौते के तहत औद्योगिक अपशिष्ट प्रबंधन, स्वच्छ प्रौद्योगिकी के हस्तांतरण और अलवर व भिवाड़ी जैसे अत्यधिक प्रदूषित औद्योगिक क्षेत्रों में अत्याधुनिक 'अर्ली वार्निंग सिस्टम' (Early Warning System) के संचालन में CSIR की तकनीकी विशेषज्ञता का उपयोग किया जाएगा।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पर्यावरण दिवस 2026' और राष्ट्रीय जैव विविधता प्राधिकरण (NBA) की पहलों के संदर्भ में निम्नलिखित कथनों पर विचार कीजिए: A. विश्व पर्यावरण दिवस 2026 की आधिकारिक थीम 'प्रकृति से प्रेरित - जलवायु के लिए - हमारे भविष्य के लिए' रखी गई थी। B. राष्ट्रीय जैव विविधता प्राधिकरण (NBA) द्वारा 'स्वैच्छिक प्रमाणन योजना पहुंच और लाभ साझाकरण के लिए प्रोत्साहन' (VCS-I-ABS) लॉन्च की गई। C. NBA द्वारा 'भारतीय परिप्रेक्ष्य से डिजिटल अनुक्रम सूचना (DSI) का अवलोकन' शीर्षक से एक विशेष पुस्तक प्रकाशित की गई। D. VCS-I-ABS योजना का प्राथमिक उद्देश्य देश भर में केवल रासायनिक कीटनाशकों के उत्पादन को कानूनी संरक्षण देना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5 जून 2026 को मनाए गए विश्व पर्यावरण दिवस की थीम 'प्रकृति से प्रेरित - जलवायु के लिए - हमारे भविष्य के लिए' निर्धारित की गई थी। इस अवसर पर राष्ट्रीय जैव विविधता प्राधिकरण (National Biodiversity Authority - NBA) ने जैव विविधता प्रबंधन प्रणाली को पारदर्शी और सुदृढ़ बनाने हेतु 'स्वैच्छिक प्रमाणन योजना पहुंच और लाभ साझाकरण के लिए प्रोत्साहन' (VCS-I-ABS) का शुभारंभ किया तथा डिजिटल सीक्वेंस इंफॉर्मेशन पर विशेष पुस्तक जारी की। कथन D गलत है क्योंकि इस योजना का उद्देश्य आनुवंशिक संसाधनों के सतत उपयोग और स्थानीय समुदायों के साथ न्यायसंगत लाभ साझाकरण (Access and Benefit Sharing) को बढ़ावा देना है, न कि रासायनिक कीटनाशकों को बढ़ावा देना।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द्वारा पर्यावरण संरक्षण एवं हरित आवरण विस्तार हेतु शुरू की गई पहलों और उनकी विशेषताओं का सही मिलान कीजिए: सूची-I: सूची-I: A. नमो चंदन वन B. गोवर्धन परियोजना C. अर्ली वार्निंग सिस्टम D. नमो नर्सरी सूची-II: 1. प्रदेश के 21 जिलों में बायो-गैस संयंत्रों की स्थापना 2. चयनित जिलों में 11-11 हजार विशेष चंदन के पौधे लगाकर वन क्षेत्र विकसित करना 3. जिला मुख्यालयों पर उन्नत पौधशालाओं का विकास 4. अलवर, भिवाड़ी और जयपुर में वायु गुणवत्ता पूर्वानुमान तंत्र की स्थापना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हरित आवरण संवर्धन हेतु चयनित जिलों में 11-11 हजार पौधे लगाकर 'नमो चंदन वन' स्थापित किए जा रहे हैं (A-2)। ग्रामीण स्वच्छता और स्वच्छ ऊर्जा के लिए 21 जिलों में गोवर्धन परियोजना के तहत कंप्रेस्ड बायो-गैस (CBG) संयंत्र लगाए जा रहे हैं (B-1)। औद्योगिक व शहरी क्षेत्रों में वायु प्रदूषण से निपटने हेतु अलवर, भिवाड़ी और जयपुर में उन्नत 'अर्ली वार्निंग सिस्टम' स्थापित किया गया है (C-4)। इसके अतिरिक्त सभी जिला मुख्यालयों पर उच्च गुणवत्ता वाले पौधों के लिए 'नमो नर्सरी' तथा पंचायत समिति स्तर पर 'नमो वन' विकसित किए जा रहे हैं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आवासन एवं शहरी कार्य मंत्रालय के 'स्वच्छ सर्वेक्षण 2025' के परिणामों में राजस्थान के शहरों की रैंकिंग के संदर्भ में निम्नलिखित कथनों पर विचार कीजिए: A. 10 लाख से अधिक आबादी वाले महानगरों की राष्ट्रीय रैंकिंग में 'जयपुर ग्रेटर नगर निगम' ने देश में 16वां स्थान प्राप्त किया। B. 3 लाख से 10 लाख तक की आबादी वाले मध्यम शहरों की राष्ट्रीय श्रेणी में राजस्थान के उदयपुर शहर को देश भर में 13वां स्थान मिला। C. स्वच्छ सर्वेक्षण की ओवरऑल स्टेट रैंकिंग में राजस्थान को देश के शीर्ष 3 सबसे स्वच्छ राज्यों में शामिल किया गया। D. राजस्थान नगरपालिका कर्मचारी फेडरेशन का नवम महाधिवेशन राजस्थान इंटरनेशनल सेंटर (RIC), जयपुर में आयोजित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स्वच्छ सर्वेक्षण 2025 के नवीनतम परिणामों के अनुसार 10 लाख से अधिक आबादी वाले देश के बड़े शहरों में नगर निगम जयपुर ग्रेटर ने सराहनीय सुधार करते हुए देश में 16वां स्थान हासिल किया। 3 लाख से 10 लाख जनसंख्या वर्ग वाले शहरों में झीलों की नगरी उदयपुर ने राष्ट्रीय स्तर पर 13वां स्थान प्राप्त कर प्रदेश का मान बढ़ाया। इसके साथ ही RIC जयपुर में राजस्थान नगरपालिका कर्मचारी फेडरेशन का 9वां महाधिवेशन आयोजित हुआ जिसमें स्वच्छता प्रणालियों पर चर्चा की गई। कथन C गलत है क्योंकि राजस्थान शीर्ष 3 राज्यों की श्रेणी में नहीं रहा।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मालवा की महारानी अहिल्याबाई होल्कर की 300वीं जयंती और राजस्थान से उनके ऐतिहासिक जुड़ाव के संदर्भ में निम्नलिखित कथनों पर विचार कीजिए: A. 31 मई, 2026 को अहिल्याबाई होल्कर की 300वीं जयंती के उपलक्ष्य में बिड़ला ऑडिटोरियम (जयपुर) में प्रदेश स्तरीय समारोह आयोजित हुआ। B. उन्होंने काशी विश्वनाथ मंदिर और सोमनाथ मंदिर सहित भारत के अनेक प्रमुख तीर्थस्थलों के जीर्णोद्धार में ऐतिहासिक योगदान दिया था। C. राजस्थान के संदर्भ में अहिल्याबाई होल्कर ने तीर्थराज पुष्कर में पवित्र सरोवर के अनेक पक्के घाटों का निर्माण करवाया था। D. अहिल्याबाई होल्कर ने 1857 की क्रांति में राजस्थान के कोटा और आउवा विद्रोहियों का प्रत्यक्ष नेतृत्व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मराठा साम्राज्य की महान शासिका लोकमाता अहिल्याबाई होल्कर की 300वीं जयंती (31 मई 2026) पर जयपुर के बिड़ला सभागार में भव्य राज्य स्तरीय समारोह आयोजित किया गया। अहिल्याबाई ने अपने शासनकाल में काशी विश्वनाथ, सोमनाथ, गया, ओंकारेश्वर आदि तीर्थों का पुनर्निर्माण कराया। राजस्थान के संदर्भ में उनका विशेष योगदान रहा कि उन्होंने अजमेर स्थित पवित्र तीर्थराज पुष्कर सरोवर में विशाल पक्के घाटों और धर्मशालाओं का निर्माण कराया था। कथन D पूरी तरह से असत्य और अनैतिहासिक है क्योंकि अहिल्याबाई का कालखंड 18वीं शताब्दी (1725-1795) था, जबकि 1857 की क्रांति उनके देहावसान के छह दशक बाद हुई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में आयोजित 'एयू जयपुर एनवायरनमेंट 2026' कार्यक्रम के संदर्भ में निम्नलिखित कथनों पर विचार कीजिए: A. इस पांच दिवसीय कार्यक्रम का मुख्य उद्देश्य टिकाऊ शहरी परिवहन, साइकिलिंग संस्कृति, स्वस्थ जीवनशैली और पर्यावरण चेतना को बढ़ावा देना था। B. इसका आयोजन संस्कृति युवा संस्था, जयपुर रनर्स क्लब और IIEMR द्वारा एयू स्मॉल फाइनेंस बैंक व इटरनल हॉस्पिटल के सहयोग से किया गया। C. कार्यक्रम के दौरान विश्व साइकिल दिवस और पर्यावरण दिवस के अवसर पर विशाल साइकिल रैलियों और पौधरोपण अभियानों का आयोजन किया गया। D. यह कार्यक्रम केवल पेशेवर विदेशी एथलीटों के लिए आयोजित एक अंतरराष्ट्रीय मैराथन प्रतियोगिता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 से 7 जून 2026 तक जयपुर में 'एयू जयपुर एनवायरनमेंट 2026' का भव्य आयोजन किया गया। इसका प्रमुख उद्देश्य आम नागरिकों में साइकिलिंग संस्कृति का प्रसार करना, प्रदूषण मुक्त शहरी परिवहन को प्रोत्साहित करना तथा पर्यावरण संरक्षण के प्रति जनचेतना जाग्रत करना था। इसका सफल आयोजन संस्कृति युवा संस्था, जयपुर रनर्स क्लब और IIEMR द्वारा विभिन्न सहयोगी संस्थाओं के साथ मिलकर किया गया, जिसमें हजारों नागरिकों और विद्यार्थियों ने साइकिल रैली एवं पर्यावरण शपथ में हिस्सा लिया। कथन D गलत है क्योंकि यह आम नागरिकों और युवाओं के लिए पर्यावरण जागरूकता कार्यक्रम था, न कि विदेशी एथलीटों की मैराथन।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डिजिटल प्रशासनिक पहल 'राज-काज' (Raj-Kaj) पोर्टल के संदर्भ में निम्नलिखित कथनों पर विचार कीजिए: A. राज-काज का विकास राजस्थान के सूचना प्रौद्योगिकी एवं संचार विभाग (DoIT&amp;C) द्वारा ई-गवर्नेंस को सुदृढ़ करने हेतु किया गया है। B. इसका प्राथमिक उद्देश्य सरकारी विभागों में भौतिक फाइलों व कागजी पत्रों के स्थान पर पूर्णतः पारदर्शी ई-फाइलिंग (e-Filing) प्रणाली लागू करना है। C. वर्तमान में राज्य सरकार के 71 विभाग एवं 57 हजार से अधिक कार्यालय इस डिजिटल प्लेटफॉर्म से जुड़े हुए हैं। D. इस पोर्टल के माध्यम से अब तक 50 लाख से अधिक ई-फाइलों का सफल सृजन एवं निस्तारण किया जा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'राज-काज' (Raj-Kaj) राजस्थान सरकार का एक एकीकृत ई-ऑफिस और डिजिटल प्रशासनिक वर्कफ़्लो समाधान है जिसे DoIT&amp;C द्वारा विकसित किया गया है। इसका उद्देश्य सचिवालय से लेकर ग्राम पंचायत स्तर तक के सरकारी तंत्र में कागजी फाइलों को समाप्त कर 100% डिजिटल ई-फाइलिंग और त्वरित निर्णय प्रक्रिया सुनिश्चित करना है। वर्तमान में राज्य सरकार के 71 विभाग और 57,000 से अधिक कार्यालय इस पोर्टल का उपयोग कर रहे हैं तथा इसके जरिए 50 लाख से अधिक डिजिटल फाइलों का निस्तारण हो चुका है। मुख्य सचिव स्तर पर इसकी नियमित डिजिटल मॉनिटरिंग की जाती है। अतः सभी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स्कूल शिक्षा विभाग द्वारा संचालित 'शाला दर्पण' (Shala Darpan) पोर्टल के संदर्भ में निम्नलिखित कथनों पर विचार कीजिए: A. यह राज्य के सभी राजकीय विद्यालयों, शिक्षकों, कर्मचारियों और विद्यार्थियों का एक केंद्रीकृत लाइव डेटाबेस प्रबंधन पोर्टल (SMIS) है। B. पोर्टल के 'स्कूल-शाला संवाद' सेक्शन के माध्यम से कक्षा 1 से 12 तक के विद्यार्थियों के लिए डिजिटल अध्ययन सामग्री उपलब्ध कराई गई है। C. पोर्टल पर उपलब्ध 'टॉक टू टीचर' (Talk to Teacher) सुविधा विद्यार्थियों को शिक्षकों के साथ सीधे शैक्षणिक संवाद का इंटरैक्टिव प्लेटफॉर्म देती है। D. यह पोर्टल केवल निजी (Private) महाविद्यालयों और विश्वविद्यालयों के ऑनलाइन प्रवेश के लिए बनाया गया एक वाणिज्यिक पोर्टल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शाला दर्पण (Shala Darpan) राजस्थान स्कूल शिक्षा विभाग का एक व्यापक स्कूल प्रबंधन सूचना तंत्र (School Management Information System) है। इसके माध्यम से प्रदेश के सभी सरकारी विद्यालयों की आधारभूत संरचना, शिक्षकों के पदस्थापन, विद्यार्थियों के नामांकन, उपस्थिति, परीक्षा परिणाम और छात्रवृत्तियों का रीयल-टाइम डेटा संधारित होता है। पोर्टल पर 'स्कूल-शाला संवाद' के जरिए कक्षा 1 से 12 तक ई-कंटेंट दिया गया है तथा 'टॉक टू टीचर' सुविधा के माध्यम से बच्चे विषय विशेषज्ञों से संवाद कर सकते हैं। कथन D गलत है क्योंकि यह राजस्थान के सरकारी स्कूलों का आधिकारिक पोर्टल है, निजी कॉलेजों 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गुजरात स्थित श्री सोमनाथ मंदिर के संदर्भ में आयोजित 'सोमनाथ स्वाभिमान पर्व' और राजस्थान के सहभागिता के संदर्भ में निम्नलिखित कथनों पर विचार कीजिए: A. इस पर्व का आयोजन श्री सोमनाथ मंदिर के पुनर्निर्माण के 75 वर्ष पूर्ण होने के ऐतिहासिक उपलक्ष्य में किया गया। B. इसके तहत राजस्थान के 1,008 वरिष्ठ नागरिक श्रद्धालुओं ने गुजरात स्थित श्री सोमनाथ ज्योतिर्लिंग के विशेष दर्शन किए। C. इस विशेष तीर्थ यात्रा का संचालन राजस्थान के देवस्थान विभाग तथा गुजरात सरकार के संयुक्त सहयोग से किया गया। D. यह यात्रा केवल भारत सरकार के संस्कृति मंत्रालय द्वारा आयोजित एक अंतरराष्ट्रीय कूटनीतिक सम्मेलन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 भारत में सरदार वल्लभभाई पटेल के संकल्प से पुनर्निर्मित प्रभास पाटन (गुजरात) स्थित प्रथम ज्योतिर्लिंग श्री सोमनाथ मंदिर के पुनर्निर्माण के 75 वर्ष पूर्ण होने पर 'सोमनाथ स्वाभिमान पर्व' मनाया गया। इस पावन अवसर पर राजस्थान सरकार के देवस्थान विभाग ने गुजरात सरकार के समन्वय से राज्य के 1,008 वरिष्ठ नागरिक श्रद्धालुओं को विशेष ट्रेन के माध्यम से सोमनाथ ज्योतिर्लिंग के दर्शन करवाए। यह यात्रा राज्य की वरिष्ठ नागरिक तीर्थ यात्रा योजना की विशेष कड़ी थी। कथन D गलत है क्योंकि यह राजस्थान देवस्थान विभाग और गुजरात सरकार द्वारा संचालित राज्य स्तरीय धार्मिक-सांस्कृतिक यात्रा थी, कोई विदेशी कूटनीतिक सम्मेलन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राजस्थान के मरुस्थलीय जिलों में खोजे गए दुर्लभ सांप 'सिस्तान सैंड बोआ' (Sistan Sand Boa) के संदर्भ में निम्नलिखित कथनों पर विचार कीजिए: A. भारत में पहली बार सिस्तान सैंड बोआ की उपस्थिति राजस्थान के चूरू, सीकर और बीकानेर जिलों में दर्ज की गई है। B. सामान्य बोलचाल में इस विषहीन सर्प को दोमुंही, बांडी या गुम्बी के नाम से जाना जाता है। C. यह मूल रूप से ईरान और मध्य-पूर्व के शुष्क क्षेत्रों में पाया जाने वाला दुर्लभ सैंड बोआ है। D. इसे भारतीय वन्यजीव (संरक्षण) अधिनियम, 1972 की अनुसूची-I में सर्वोच्च कानूनी संरक्षण प्रदान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 के रेगिस्तान में जैव विविधता के नए आयाम के तहत वन्यजीव फोटोग्राफर डॉ. जीतू सोलंकी के शोध से राजस्थान के चूरू, सीकर और बीकानेर में 'सिस्तान सैंड बोआ' (Eryx sistanensis) की भारत में पहली आधिकारिक मौजूदगी प्रमाणित हुई है। इससे पूर्व 1991 में टिंकर बोआ को जोड़ा गया था। आम बोलचाल में स्थानीय लोग इसे दोमुंही, बांडी या गुम्बी कहते हैं, जो मूलतः ईरान का मूल निवासी है। कथन D गलत है क्योंकि सिस्तान सैंड बोआ को वन्यजीव (संरक्षण) अधिनियम, 1972 की अनुसूची-II (Schedule-II) में शामिल किया गया है, न कि अनुसूची-I में।</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के निर्देशानुसार 'अरावली पर्वतमाला की परिभाषा और सीमांकन की समीक्षा' हेतु गठित उच्च-स्तरीय विशेषज्ञ समिति (HPC) के संदर्भ में निम्नलिखित कथनों पर विचार कीजिए: A. इस समिति का गठन केंद्रीय पर्यावरण, वन और जलवायु परिवर्तन मंत्रालय (MoEFCC) के तहत सुप्रीम कोर्ट के आदेश पर किया गया है। B. इस उच्च-स्तरीय विशेषज्ञ पैनल की अध्यक्षता भारतीय वानिकी अनुसंधान एवं शिक्षा परिषद (ICFRE) की महानिदेशक कंचन देवी कर रही हैं। C. समिति में डॉ. सुभाष आशुतोष, डॉ. राजेंद्र कुमार शर्मा, बृज मोहन सिंह राठौड़ और प्रो. अशोक के भटनागर सदस्य के रूप में शामिल हैं। D. समिति को अरावली की सटीक भौगोलिक सीमाओं व संवेदनशील इकोलॉजी पर अपनी रिपोर्ट 31 अगस्त, 2026 तक प्रस्तुत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 शृंखला में अवैध खनन और अनियंत्रित निर्माण को रोकने तथा अरावली की एक सर्वमान्य वैज्ञानिक परिभाषा और सीमांकन तय करने हेतु सुप्रीम कोर्ट के आदेश पर एक उच्च-स्तरीय विशेषज्ञ समिति (HPC) का गठन किया गया है। इस समिति की अध्यक्षता पर्यावरण मंत्रालय के अंतर्गत स्वायत्त परिषद 'भारतीय वानिकी अनुसंधान एवं शिक्षा परिषद' (ICFRE), देहरादून की महानिदेशक कंचन देवी कर रही हैं। पैनल में प्रतिष्ठित वन एवं पर्यावरण विशेषज्ञ सदस्य हैं, जिन्हें 31 अगस्त 2026 तक राजस्थान, हरियाणा, गुजरात और दिल्ली में अरावली के संरक्षण का विस्तृत खाका प्रस्तुत करना है। अतः सभी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मालवीय राष्ट्रीय प्रौद्योगिकी संस्थान (MNIT), जयपुर में क्वांटम एवं आर्टिफिशियल इंटेलिजेंस (AI) प्रयोगशालाओं की स्थापना के संदर्भ में निम्नलिखित कथनों पर विचार कीजिए: A. केंद्रीय इलेक्ट्रॉनिकी और सूचना प्रौद्योगिकी मंत्री अश्विनी वैष्णव ने MNIT जयपुर में उन्नत क्वांटम कंप्यूटिंग और संचार लैब की घोषणा की। B. यह प्रयोगशाला MeitY की इलेक्ट्रॉनिकी और ICT अकादमिक परियोजना के तहत स्वदेशी तकनीकी क्षमता निर्माण हेतु स्थापित होगी। C. इसका मुख्य उद्देश्य क्वांटम की डिस्ट्रीब्यूशन (QKD), क्वांटम सिमुलेशन और हैक-प्रूफ सुरक्षित संचार तंत्र विकसित करना है। D. MNIT जयपुर में स्थापित होने वाली AI लैब को राष्ट्रीय स्तर पर 'इंडिया एआई मिशन नेटवर्क' (IndiaAI Mission Network) से सीधे जोड़ा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इलेक्ट्रॉनिकी एवं सूचना प्रौद्योगिकी मंत्री अश्विनी वैष्णव ने जयपुर स्थित राष्ट्रीय महत्व के संस्थान MNIT में उन्नत क्वांटम कंप्यूटिंग और क्वांटम संचार प्रयोगशाला तथा आधुनिक AI लैब स्थापित करने की घोषणा की। यह पहल MeitY की इलेक्ट्रॉनिकी एवं ICT परियोजना के तहत भारत को सुरक्षित संचार, क्वांटम की डिस्ट्रीब्यूशन (QKD) और क्वांटम सेंसिंग हार्डवेयर में आत्मनिर्भर बनाने के विजन पर आधारित है। साथ ही यहाँ स्थापित अत्याधुनिक आर्टिफिशियल इंटेलिजेंस लैब को सीधे 'इंडिया एआई मिशन' के राष्ट्रीय सुपरकंप्यूटिंग और डेटा नेटवर्क से जोड़ा जाएगा ताकि शोधकर्ता अत्याधुनिक मॉडलों पर काम कर सकें।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शिक्षा मंत्रालय के 'एक भारत श्रेष्ठ भारत' कार्यक्रम के तहत संचालित 'युवा संगम' (Yuva Sangam) फेज़-VI पहल के संदर्भ में निम्नलिखित कथनों पर विचार कीजिए: A. युवा संगम पहल का प्रशासनिक क्रियान्वयन केंद्रीय शिक्षा मंत्रालय के उच्च शिक्षा विभाग (Department of Higher Education) द्वारा किया जाता है। B. इसका प्राथमिक उद्देश्य देश के विभिन्न राज्यों के युवाओं के बीच परस्पर सांस्कृतिक आदान-प्रदान और जन-जन संपर्क को सुदृढ़ करना है। C. इसके तहत कर्नाटक के प्रतिनिधिमंडल ने राजस्थान का शैक्षिक व सांस्कृतिक भ्रमण किया, जिसका नेतृत्व IIIT धारवाड़ ने किया। D. राजस्थान में इस युवा संगम यात्रा का नोडल समन्वय और आतिथ्य मालवीय राष्ट्रीय प्रौद्योगिकी संस्थान (MNIT), जयपुर द्वारा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 भारत श्रेष्ठ भारत' के विजन को साकार करने हेतु केंद्रीय शिक्षा मंत्रालय के उच्च शिक्षा विभाग द्वारा 'युवा संगम' (Yuva Sangam Phase-VI) कार्यक्रम संचालित किया जा रहा है। इसके अंतर्गत कर्नाटक से आए 45 सदस्यीय छात्र प्रतिनिधिमंडल ने राजस्थान की समृद्ध विरासत, इतिहास और तकनीकी संस्थानों का शैक्षणिक भ्रमण किया। इस दल का नेतृत्व कर्नाटक के उच्च शिक्षण संस्थान IIIT धारवाड़ द्वारा किया गया, जबकि राजस्थान में इस संपूर्ण यात्रा के मेजबान व नोडल संस्थान के रूप में MNIT जयपुर ने उत्तरदायित्व निभाया। यह यात्रा 12 जून 2026 को सफलतापूर्वक संपन्न हुई। अतः सभी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पहली 'मल्टी-लेन फ्री फ्लो' (MLFF) टोलिंग प्रणाली के संदर्भ में निम्नलिखित कथनों पर विचार कीजिए: A. इस अत्याधुनिक बाधा-रहित टोलिंग प्रणाली का शुभारंभ NH-48 के दिल्ली-जयपुर खंड पर स्थित दौलतपुरा टोल प्लाजा पर किया गया है। B. इसका क्रियान्वयन भारतीय राष्ट्रीय राजमार्ग प्राधिकरण (NHAI) द्वारा स्वचालित नंबर प्लेट पहचान (ANPR) और फास्टैग के समन्वय से किया गया है। C. MLFF प्रणाली वाहनों को बिना रुके सामान्य गति से टोल पार करने की सुविधा देती है जिससे ईंधन और समय की बचत होती है। D. दौलतपुरा के सफल परीक्षण के बाद NHAI अब शाहजहांपुर और मनोहरपुर टोल प्लाजा को भी MLFF प्रणाली में परिवर्तित करने की योजना बना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राष्ट्रीय राजमार्ग प्राधिकरण (NHAI) ने राजस्थान में अपनी पहली 'मल्टी-लेन फ्री फ्लो' (Multi-Lane Free Flow - MLFF) बाधा रहित टोलिंग प्रणाली का शुभारंभ NH-48 (दिल्ली-जयपुर एक्सप्रेस हाईवे) पर स्थित दौलतपुरा टोल प्लाजा से किया है। इस प्रणाली में भौतिक टोल बैरियर हटा दिए जाते हैं और हाई-स्पीड ANPR कैमरों व RFID फास्टैग रीडर्स द्वारा वाहन की गति रोके बिना ऑटोमैटिक टोल कट जाता है। दौलतपुरा के उपरांत NHAI इस कॉरिडोर पर स्थित शाहजहांपुर और मनोहरपुर टोल प्लाजा को भी पूरी तरह MLFF तकनीक में अपग्रेड कर रहा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नरेंद्र मोदी और फ्रांसीसी राष्ट्रपति इमैनुएल मैक्रों के बीच नीस (फ्रांस) में संपन्न द्विपक्षीय वार्ता के प्रमुख परिणामों के संदर्भ में निम्नलिखित कथनों पर विचार कीजिए: A. दोनों देशों ने नवाचार और प्रौद्योगिकी साझेदारी को गति देने हेतु 'भारत-फ्रांस नवाचार रोडमैप 2030' को औपचारिक रूप से अपनाया। B. आर्टिफिशियल इंटेलिजेंस (AI) गवर्नेंस पर केंद्रित एक संयुक्त 'भारत-फ्रांस एआई कार्य समूह' का गठन किया गया। C. भारत के विज्ञान एवं प्रौद्योगिकी विभाग तथा फ्रांस के INRIA के मध्य 'डिजिटल विज्ञान केंद्र' की स्थापना पर सहमति बनी। D. अगले पांच वर्षों में भारत-फ्रांस द्विपक्षीय व्यापार को दोगुना करने हेतु एक उच्च-स्तरीय आर्थिक सुरक्षा वार्ता शुरू करने का निर्णय लिया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नीस (फ्रांस) में प्रधानमंत्री नरेंद्र मोदी और राष्ट्रपति इमैनुएल मैक्रों के बीच आयोजित शिखर वार्ता में भारत-फ्रांस संबंधों को 'विशेष वैश्विक रणनीतिक साझेदारी' के रूप में नई ऊंचाई दी गई। इसके प्रमुख परिणामों में 'भारत-फ्रांस नवाचार रोडमैप 2030' को स्वीकार करना, AI गवर्नेंस पर संयुक्त कार्य समूह बनाना, INRIA और DST के सहयोग से डिजिटल विज्ञान केंद्र स्थापित करना, पेरिस-सैक्ले विश्वविद्यालय में ICCR इंडिया चेयर स्थापित करना तथा अगले 5 वर्षों में द्विपक्षीय व्यापार को दोगुना करने हेतु आर्थिक सुरक्षा संवाद शुरू करना शामिल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मई 2026 में म्यांमार के राष्ट्रपति यू मिन आंग ह्लाइंग की भारत यात्रा और भारत-म्यांमार समझौतों के संदर्भ में निम्नलिखित कथनों पर विचार कीजिए: A. यह म्यांमार के राष्ट्रपति यू मिन आंग ह्लाइंग की भारत की पहली आधिकारिक यात्रा थी। B. बौद्ध कूटनीति के तहत उन्होंने बोधगया में विश्व धरोहर महाबोधि मंदिर, महाबोधि ध्यान केंद्र और सुजाता मंदिर का दौरा किया। C. भारत ने म्यांमार के विद्यार्थियों के लिए मेकांग-गंगा ICCR छात्रवृत्तियों की संख्या 36 से बढ़ाकर 100 प्रतिवर्ष करने की घोषणा की। D. इस यात्रा के दौरान दोनों देशों ने हिंद महासागर में परमाणु पनडुब्बी बेस स्थापित करने के सैन्य समझौते पर हस्ताक्षर किए।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म्यांमार के राष्ट्रपति यू मिन आंग ह्लाइंग ने मई के अंत में भारत की पहली आधिकारिक यात्रा की। अपनी यात्रा के दौरान उन्होंने बिहार के बोधगया में स्थित ऐतिहासिक महाबोधि मंदिर, महाबोधि ध्यान केंद्र और सुजाता मंदिर के दर्शन कर भारत-म्यांमार के गहरे बौद्ध सांस्कृतिक संबंधों को सुदृढ़ किया। नई दिल्ली में आयोजित भारत-म्यांमार व्यापार सम्मेलन के साथ-साथ भारत सरकार ने म्यांमार के छात्रों के लिए मेकांग-गंगा सहयोग (MGC) के तहत दी जाने वाली ICCR स्कॉलरशिप की संख्या 36 से बढ़ाकर 100 करने की घोषणा की। कथन D गलत है क्योंकि किसी भी परमाणु पनडुब्बी बेस संबंधी सैन्य समझौते पर हस्ताक्षर नहीं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और यूनाइटेड किंगडम (UK) के बीच लागू हुए 'डबल कंट्रीब्यूशन कन्वेंशन' (DCC) सामाजिक सुरक्षा समझौते के संदर्भ में निम्नलिखित कथनों पर विचार कीजिए: A. इसे आधिकारिक तौर पर डबल कंट्रीब्यूशन कन्वेंशन (DCC) या सामाजिक सुरक्षा योगदान समझौता कहा जाता है। B. इसके तहत यूके में अस्थायी रूप से कार्यरत भारतीय पेशेवरों और कंपनियों को दोहरी सामाजिक सुरक्षा कर कटौती से कानूनी छूट मिलेगी। C. इस नए संशोधित समझौते के तहत दोहरे योगदान से छूट की अधिकतम समयावधि को 3 वर्ष से बढ़ाकर 5 वर्ष कर दिया गया है। D. यह समझौता केवल सरकारी राजदूतों पर लागू होता है, निजी आईटी और कॉर्पोरेट कर्मचारियों पर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और यूनाइटेड किंगडम ने 10 फरवरी 2026 को CETA वार्ता के तहत 'डबल कंट्रीब्यूशन कन्वेंशन' (DCC) पर हस्ताक्षर किए। यह समझौता भारतीय कंपनियों और ब्रिटेन में अस्थायी रूप से काम करने वाले भारतीय पेशेवरों (विशेष रूप से IT, इंजीनियरिंग, कंसल्टिंग सेक्टर) को ब्रिटेन के नेशनल इंश्योरेंस तथा भारत के PF दोनों में एक साथ दोहरा योगदान देने के वित्तीय बोझ से राहत देता है। नए समझौते में इस छूट की अवधि को पूर्व के 3 साल से बढ़ाकर 5 साल कर दिया गया है, जिससे भारतीय कंपनियों को भारी वित्तीय बचत होगी। कथन D गलत है क्योंकि यह मुख्य रूप से निजी क्षेत्र के तकनीकी व कॉर्पोरेट कर्मचारियों के लिए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 जून 2026 से पूर्णतः लागू हुए 'भारत-ओमान व्यापक आर्थिक साझेदारी समझौता' (CEPA) के संदर्भ में भारत की ओर से किस केंद्रीय मंत्री ने हस्ताक्षर किए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एस. जयशंकर (केंद्रीय विदेश मंत्री)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पीयूष गोयल (केंद्रीय वाणिज्य एवं उद्योग मंत्री)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निर्मला सीतारमण (केंद्रीय वित्त मंत्री)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हरदीप सिंह पुरी (केंद्रीय पेट्रोलियम मंत्री)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पीयूष गोयल (केंद्रीय वाणिज्य एवं उद्योग मंत्री)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एस. जयशंकर (केंद्रीय विदेश 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निर्मला सीतारमण (केंद्रीय वित्त मंत्री)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हरदीप सिंह पुरी (केंद्रीय पेट्रोलियम मंत्री)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और खाड़ी देश ओमान के मध्य द्विपक्षीय व्यापार और निवेश को नई गति देने वाला ऐतिहासिक 'व्यापक आर्थिक साझेदारी समझौता' (Comprehensive Economic Partnership Agreement - CEPA) 1 जून 2026 से आधिकारिक रूप से प्रभावी हो गया है। इस समझौते पर भारत के केंद्रीय वाणिज्य एवं उद्योग मंत्री पीयूष गोयल तथा ओमान के वाणिज्य, उद्योग एवं निवेश संवर्धन मंत्री कैस बिन मोहम्मद अल यूसुफ ने हस्ताक्षर किए थे। इस मुक्त व्यापार समझौते के तहत भारत के 80% से अधिक निर्यात उत्पादों (रत्न-आभूषण, कपड़ा, इंजीनियरिंग उत्पाद आदि) को ओमान के बाजार में शून्य-सीमा शुल्क (Zero Duty) की पहुंच प्राप्त हुई है। अतः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2026 में भारतीय रिजर्व बैंक (RBI) ने वित्तीय नवाचार, विनियामक समन्वय और सीमा-पार क्यूआर कोड-आधारित मर्चेंट पेमेंट्स की कनेक्टिविटी हेतु किस देश के केंद्रीय बैंक के साथ समझौता ज्ञापन (MoU)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 ऑफ जापान (जापान)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नेपाल राष्ट्र बैंक (नेपाल)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स्टेट बैंक ऑफ वियतनाम (वियतनाम)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स्विस नेशनल बैंक (स्विट्जरलैंड)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स्टेट बैंक ऑफ वियतनाम (वियतनाम)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 ऑफ जापान (जापान)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नेपाल राष्ट्र बैंक (नेपाल)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स्विस नेशनल बैंक (स्विट्जरलैंड)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रिजर्व बैंक (RBI) और स्टेट बैंक ऑफ वियतनाम (वियतनाम का केंद्रीय बैंक) ने वित्तीय नवाचार, फिनटेक सहयोग और डिजिटल भुगतान प्रणालियों के एकीकरण हेतु एक ऐतिहासिक समझौता ज्ञापन (MoU) पर हस्ताक्षर किए हैं। इस द्विपक्षीय समझौते के अंतर्गत भारत के UPI और वियतनाम की फास्ट पेमेंट प्रणाली के मध्य सीमा-पार क्यूआर कोड आधारित मर्चेंट भुगतान कनेक्टिविटी स्थापित की जाएगी, जिससे दोनों देशों के पर्यटकों, व्यापारियों और छात्रों को स्थानीय मुद्रा में त्वरित डिजिटल भुगतान की सुविधा प्राप्त होगी। अतः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समुद्री पुरातत्व में चर्चित 17वीं शताब्दी के ऐतिहासिक जहाज 'ओरेसंड' (Oresund) के अवशेषों के दस्तावेजीकरण परियोजना के संदर्भ में निम्नलिखित कथनों पर विचार कीजिए: A. भारतीय पुरातत्व सर्वेक्षण (ASI) की अंडरवाटर विंग और डेनमार्क के नेशनल म्यूजियम ने इस संयुक्त परियोजना हेतु MoU किया है। B. 'ओरेसंड' को समुद्री इतिहास में भारत की धरती पर पहुँचने वाला पहला डेनिश (डेनमार्क का) व्यापारिक जहाज माना जाता है। C. यह ऐतिहासिक जहाज वर्ष 1619 ईस्वी में पुडुचेरी के कराईकल तट के निकट समुद्री तूफान में जलमग्न होकर दुर्घटनाग्रस्त हो गया था। D. यह ASI के अंडरवाटर आर्कियोलॉजी विंग की किसी विदेशी अंतरराष्ट्रीय संगठन के साथ पहली संयुक्त जलमग्न पुरातात्विक परियोजना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पुरातत्व सर्वेक्षण (ASI) की अंडरवाटर आर्कियोलॉजी विंग और डेनमार्क के नेशनल म्यूजियम के 'न्योर्ड सेंटर' (कोपेनहेगन) ने कराईकल (पुडुचेरी) के तट पर जलमग्न 17वीं सदी के डेनिश जहाज 'ओरेसंड' के अवशेषों की खोज और पुरातात्विक दस्तावेजीकरण हेतु हाथ मिलाया है। ओरेसंड वर्ष 1619 में कराईकल तट पर डूबा था और यह भारत आने वाला पहला ऐतिहासिक डेनिश जहाज था। यह पुरातात्विक साझेदारी ASI की जलमग्न शाखा द्वारा किसी विदेशी अंतरराष्ट्रीय संस्थान के साथ की जाने वाली पहली संयुक्त अंडरवाटर हेरिटेज परियोजना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मंगोलिया के उलानबातार स्थित गंडांटेगचेनलिंग मठ में आयोजित 'वेसेल्स ऑफ लाइट' (Vessels of Light) प्रदर्शनी के संदर्भ में निम्नलिखित कथनों पर विचार कीजिए: A. इस अंतरराष्ट्रीय प्रदर्शनी में भगवान बुद्ध के प्रमुख अग्रश्रावक शिष्यों (सारिपुत्र और अर्हत महामोग्गलाना) के पवित्र अवशेष प्रदर्शित किए गए। B. यह प्रदर्शनी भारतीय राष्ट्रीय संग्रहालय द्वारा मध्य प्रदेश सरकार, श्रीलंका की महाबोधि सोसाइटी और IBC के सहयोग से आयोजित की गई। C. इसका उद्घाटन असम के राज्यपाल लक्ष्मण प्रसाद आचार्य तथा मंगोलिया में भारत के राजदूत अतुल मलहारी गोत्सर्वे द्वारा किया गया। D. इन पवित्र बुद्ध अवशेषों को सांची (मध्य प्रदेश) के बौद्ध स्तूप परिसर से विशेष सुरक्षा में मंगोलिया ले जाया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मंगोलिया की राजधानी उलानबातार स्थित ऐतिहासिक गंडांटेगचेनलिंग मठ में 31 मई से 10 जून 2026 तक 'वेसेल्स ऑफ लाइट' नामक भव्य आध्यात्मिक-सांस्कृतिक प्रदर्शनी का आयोजन किया गया। इसमें भारत के राष्ट्रीय संग्रहालय (नई दिल्ली) तथा मध्य प्रदेश के सांची स्तूप से भगवान बुद्ध के दो सर्वप्रमुख अग्रश्रावक शिष्यों-सारिपुत्र और अर्हत महामोग्गलाना के पवित्र अस्थि अवशेषों को मंगोलियाई जनता के दर्शनार्थ प्रदर्शित किया गया। इसका सफल समन्वय इंटरनेशनल बुद्धिस्ट कॉन्फेडरेशन (IBC), संस्कृति मंत्रालय तथा मध्य प्रदेश सरकार द्वारा किया गया। अतः सभी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नई दिल्ली में आयोजित '3वें ब्रिक्स शहरीकरण फोरम' (BRICS Urbanisation Forum) के संदर्भ में निम्नलिखित कथनों पर विचार कीजिए: A. इसका आयोजन केंद्रीय आवासन और शहरी कार्य मंत्रालय द्वारा नई दिल्ली में किया गया जिसका उद्घाटन मंत्री मनोहर लाल ने किया। B. फोरम का मुख्य विषय 'सिटीज फॉर पीपल: ब्रिक्स कोऑपरेशन फॉर इन्क्लूसिव एंड रेजिलिएंट अर्बन फ्यूचर' निर्धारित था। C. इसमें संस्थापक ब्रिक्स देशों के अलावा नए सदस्य देशों (इंडोनेशिया, मिस्र, इथियोपिया, ईरान, यूएई) के प्रतिनिधियों ने भी भाग लिया। D. सम्मेलन में भारत ने स्थायी सहयोग हेतु 'ब्रिक्स शहरी अनुसंधान और ज्ञान नेटवर्क' (BRICS Urban Research &amp; Knowledge Network) की स्थापना का प्रस्ताव रखा।</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आवासन एवं शहरी कार्य मंत्रालय की मेजबानी में नई दिल्ली में 3वें ब्रिक्स शहरीकरण फोरम का आयोजन हुआ। केंद्रीय मंत्री मनोहर लाल द्वारा उद्घाटित इस फोरम का विषय 'सिटीज फॉर पीपल: समावेशी और लचीले शहरी भविष्य के लिए ब्रिक्स सहयोग' था। विस्तारित ब्रिक्स के सदस्य देशों (ब्राजील, रूस, भारत, चीन, दक्षिण अफ्रीका, मिस्र, इथियोपिया, ईरान, यूएई तथा इंडोनेशिया) के प्रतिनिधियों ने इसमें भाग लिया। इस अवसर पर 'इंडियाज अर्बन ट्रांसफॉर्मेशन' पुस्तक का विमोचन हुआ तथा भारत ने ज्ञान साझा करने हेतु 'ब्रिक्स शहरी अनुसंधान और ज्ञान नेटवर्क' स्थापित करने की ऐतिहासिक पहल प्रस्तुत 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 2026 में संपन्न हुए प्रमुख अंतरराष्ट्रीय द्विपक्षीय सम्मेलनों/बैठकों और उनके आयोजन स्थलों का सही मिलान कीजिए: सूची-I: सूची-I: A. 16वाँ भारत-सिंगापुर रक्षा नीति संवाद B. 10वाँ थाईलैंड-भारत रक्षा सम्मेलन C. WTO व्यापार और पर्यावरण सप्ताह 2026 D. विश्व औषध संहिताओं (World Pharmacopoeias) की 16वीं अंतरराष्ट्रीय बैठक सूची-II: 1. जेनेवा (स्विट्जरलैंड) 2. बैंकॉक (थाईलैंड) 3. ब्रासीलिया (ब्राजील) 4. सिंगापुर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16वाँ भारत-सिंगापुर रक्षा नीति संवाद सिंगापुर में आयोजित हुआ जिसमें दोनों देशों ने समुद्री सुरक्षा पर चर्चा की (A-4)। थाईलैंड और भारत के बीच 10वाँ रक्षा सम्मेलन बैंकॉक में आयोजित हुआ जिसकी सह-अध्यक्षता भारत की ओर से सत्यजीत मोहंती ने की (B-2)। विश्व व्यापार संगठन (WTO) का 'व्यापार और पर्यावरण सप्ताह' जेनेवा (स्विट्जरलैंड) में आयोजित हुआ जहाँ भारत ने अपनी कार्बन क्रेडिट ट्रेडिंग योजना का प्रदर्शन किया (C-1)। WHO के सहयोग से विश्व औषध संहिताओं (World Pharmacopoeias) की 16वीं अंतरराष्ट्रीय बैठक ब्रासीलिया (ब्राजील) में आयोजित हुई जिसमें भारतीय औषध संहिता आयोग ने भाग लिया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आयोजित अंतरराष्ट्रीय मंचों/वार्ताओं और उनसे संबंधित प्रमुख तथ्यों का सही मिलान कीजिए: सूची-I: सूची-I: A. 114वाँ अंतरराष्ट्रीय श्रम सम्मेलन (ILC) B. भारत-उज्बेकिस्तान अंतर-सरकारी आयोग का 14वाँ सत्र C. दूसरा भारत-ऑस्ट्रेलिया रक्षा मंत्रियों का संवाद D. ग्लोबल कन्वर्जेंस फॉर ग्रोथ समिट सूची-II: 1. नई दिल्ली (ऑस्ट्रेलियाई रक्षा मंत्री रिचर्ड मार्ल्स की सह-अध्यक्षता) 2. जेनेवा (भारतीय प्रतिनिधिमंडल का नेतृत्व श्रम राज्य मंत्री शोभा करंदलाजे द्वारा) 3. वर्चुअल प्रारूप (फ्रांस के राष्ट्रपति इमैनुएल मैक्रों की अध्यक्षता, निर्मला सीतारमण की भागीदारी) 4. ताशकंद (सह-अध्यक्षता शोखरुख गुलामोव और राजेश अग्रवाल)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अंतरराष्ट्रीय श्रम संगठन (ILO) का 114वाँ अंतरराष्ट्रीय श्रम सम्मेलन जेनेवा में संपन्न हुआ जहाँ केंद्रीय राज्य मंत्री शोभा करंदलाजे ने भारत का प्रतिनिधित्व किया (A-2)। भारत-उज्बेकिस्तान अंतर-सरकारी आयोग (IGC) का 14वाँ सत्र ताशकंद में आयोजित किया गया (B-4)। भारत-ऑस्ट्रेलिया रक्षा मंत्रियों की दूसरी द्विपक्षीय वार्ता नई दिल्ली में हुई जिसमें ऑस्ट्रेलियाई उप-प्रधानमंत्री व रक्षा मंत्री रिचर्ड मार्ल्स शामिल हुए (C-1)। वैश्विक आर्थिक सुधार पर 'ग्लोबल कन्वर्जेंस फॉर ग्रोथ समिट' फ्रांसीसी राष्ट्रपति मैक्रों की अध्यक्षता में वर्चुअली आयोजित हुई जिसमें वित्त मंत्री निर्मला सीतारमण ने भाग लिया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मंगोलिया की राजधानी उलानबातार में आयोजित बहुराष्ट्रीय शांतिरक्षा सैन्य अभ्यास 'खान क्वेस्ट 2026' (Ex-Khaan Quest) के संदर्भ में निम्नलिखित कथनों पर विचार कीजिए: A. वर्ष 2026 में खान क्वेस्ट अभ्यास का 23वाँ संस्करण मंगोलिया के उलानबातार में आयोजित किया गया। B. यह एक बहुपक्षीय थल सेना शांतिरक्षा अभ्यास है जिसमें भारतीय सेना सहित 20 से अधिक देशों के सैन्य दलों ने भाग लिया। C. इसकी शुरुआत वर्ष 2003 में अमेरिका और मंगोलिया के बीच एक द्विपक्षीय अभ्यास के रूप में हुई थी। D. वर्ष 2006 से इस अभ्यास को संयुक्त राष्ट्र शांति मिशनों के लिए बहुराष्ट्रीय शांतिरक्षा अभ्यास में परिवर्तित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बहुराष्ट्रीय शांति स्थापना सैन्य अभ्यास 'खान क्वेस्ट 2026' (Ex-Khaan Quest) का 23वां संस्करण मंगोलिया की राजधानी उलानबातार में स्थित फाइव हिल्स ट्रेनिंग एरिया में संपन्न हुआ। इसमें भारतीय सेना के संयुक्त सैन्य दल ने भाग लिया। इस ऐतिहासिक युद्धाभ्यास की शुरुआत वर्ष 2003 में अमेरिका और मंगोलिया की सेनाओं के बीच द्विपक्षीय अभ्यास के रूप में हुई थी, जिसे वर्ष 2006 से संयुक्त राष्ट्र शांति स्थापना अभियानों (UN Peacekeeping Operations) के लिए एक बहुपक्षीय अंतरराष्ट्रीय अभ्यास के रूप में विस्तारित किया गया।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 2026 में अंतरराष्ट्रीय स्तर पर चर्चा में रहे नवनिर्वाचित राजनेताओं/राजनयिकों और उनके देशों/पदों का सही मिलान कीजिए: सूची-I: सूची-I: A. खलीलुर रहमान B. जेनेज़ जान्शा (Janez Jansa) C. मेटे फ्रेडरिक्सन (Mette Frederiksen) D. निकोल पाशिन्यान (Nikol Pashinyan) सूची-II: 1. प्रधानमंत्री, डेनमार्क 2. अध्यक्ष, संयुक्त राष्ट्र महासभा (UNGA) का 81वाँ सत्र (बांग्लादेश) 3. प्रधानमंत्री, आर्मेनिया 4. प्रधानमंत्री, स्लोवेनिया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बांग्लादेश के पूर्व विदेश मंत्री खलीलुर रहमान संयुक्त राष्ट्र महासभा (UNGA) के 81वें सत्र के अध्यक्ष चुने गए हैं (A-2)। जेनेज़ जान्शा स्लोवेनिया के नए प्रधानमंत्री चुने गए (B-4)। मेटे फ्रेडरिक्सन डेनमार्क की प्रधानमंत्री के रूप में पुनः निर्वाचित हुईं (C-1)। निकोल पाशिन्यान आर्मेनिया के प्रधानमंत्री पद पर लगातार तीसरी बार चुने गए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'फाइनेंशियल एक्शन टास्क फोर्स' (FATF) के संगठनात्मक ढांचे और हालिया नियुक्तियों के संदर्भ में निम्नलिखित कथनों पर विचार कीजिए: A. संस्कृति मंत्रालय के सचिव विवेक अग्रवाल को जुलाई 2026 से जून 2027 तक FATF का वाइस प्रेसिडेंट (उपाध्यक्ष) नियुक्त किया गया है। B. भारत के इतिहास में यह पहला अवसर है जब भारत का कोई वरिष्ठ अधिकारी FATF के उपाध्यक्ष पद पर आसीन हुआ है। C. वर्तमान में FATF में 40 सदस्य (38 देश तथा 2 क्षेत्रीय संगठन - यूरोपीय आयोग और खाड़ी सहयोग परिषद) शामिल हैं। D. FATF के अध्यक्ष (President) का कार्यकाल 2 वर्ष का होता है और इसके अगले अध्यक्ष यूके के जाइल्स थॉमसन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 स्थित वैश्विक वित्तीय अपराध निगरानी संस्था 'फाइनेंशियल एक्शन टास्क फोर्स' (FATF) में भारत को ऐतिहासिक कूटनीतिक उपलब्धि मिली है जब भारतीय प्रशासनिक सेवा के अधिकारी विवेक अग्रवाल को संस्था का उपाध्यक्ष (Vice President) नियुक्त किया गया। भारत वर्ष 2010 में FATF का पूर्ण सदस्य बना था और यह पहली बार है जब भारत को उपाध्यक्ष पद मिला है। FATF में वर्तमान में 38 सदस्य देश और 2 क्षेत्रीय संगठन (EU व GCC) सहित 40 सदस्य हैं। इसकी अध्यक्षता 2 वर्ष के लिए होती है और मैक्सिको की एलिसा डी एंडा मद्राज़ो के बाद यूके के जाइल्स थॉमसन इसके नए अध्यक्ष का पदभार संभालेंगे।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देश भर की विधानसभाओं के आधुनिकीकरण हेतु संचालित 'राष्ट्रीय ई-विधान एप्लिकेशन' (NeVA) के संदर्भ में निम्नलिखित कथनों पर विचार कीजिए: A. NeVA केंद्रीय संसदीय कार्य मंत्रालय की 'वन नेशन, वन एप्लिकेशन' विजन पर आधारित एक मिशन मोड डिजिटल परियोजना है। B. हाल ही में पश्चिम बंगाल विधानसभा ने NeVA के क्रियान्वयन हेतु त्रिपक्षीय समझौते पर हस्ताक्षर किए हैं। C. पश्चिम बंगाल विधानसभा NeVA पहल से जुड़ने वाली देश की 33वीं विधानसभा बन गई है। D. वर्तमान में देश भर की 21 विधानसभाएं NeVA प्लेटफॉर्म के माध्यम से पूर्णतः डिजिटल और कागजरहित (Paperless) सदनों में तब्दील हो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कार्य मंत्रालय द्वारा संचालित 'राष्ट्रीय ई-विधान एप्लिकेशन' (NeVA) देश की सभी राज्य विधानसभाओं और संसद को एक ही क्लाउड-आधारित डिजिटल प्लेटफॉर्म पर लाने की महत्वाकांक्षी परियोजना है। हाल ही में पश्चिम बंगाल विधानसभा ने इस हेतु त्रिपक्षीय एमओयू हस्ताक्षरित किया, जिससे वह NeVA अपनाने वाली देश की 33वीं विधायिका बन गई। वर्तमान तक देश की 21 विधानसभाएं अपने सदन की सम्पूर्ण कार्यवाही (विधेयक, प्रश्नोत्तर, बजट आदि) को NeVA के जरिए संचालित कर 100% पेपरलेस बन चुकी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प्रधानमंत्रियों के कार्यकाल और संवैधानिक इतिहास के संदर्भ में हालिया रिकॉर्ड के संदर्भ में निम्नलिखित कथनों पर विचार कीजिए: A. जून 2026 में नरेंद्र मोदी लगातार 4,399 दिन पूरे करके देश के सबसे लंबे समय तक पद पर रहने वाले निर्वाचित प्रधानमंत्री बन गए हैं। B. निर्वाचित प्रधानमंत्री के रूप में लगातार सर्वाधिक दिनों तक पद पर रहने का पिछला रिकॉर्ड पंडित जवाहरलाल नेहरू (4,398 दिन) के नाम था। C. पंडित नेहरू के 1947 से 1952 (प्रथम आम चुनाव से पूर्व) के अंतरिम प्रधानमंत्री कार्यकाल को 'निर्वाचित रिकॉर्ड' की श्रेणी में नहीं गिना जाता है। D. भारत के संविधान के अनुच्छेद 75(1) के तहत प्रधानमंत्री की नियुक्ति राष्ट्रपति द्वारा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 जून 2026 को प्रधानमंत्री नरेंद्र मोदी ने अपने पद पर लगातार 4,399 दिन पूरे कर लिए। इसके साथ ही वे स्वतंत्र भारत के लोकतांत्रिक इतिहास में आम चुनावों के जरिए जनता द्वारा 'निर्वाचित' होकर लगातार सर्वाधिक समय तक शासन करने वाले प्रधानमंत्री बन गए। उन्होंने पंडित जवाहरलाल नेहरू के निर्वाचित प्रधानमंत्री के रूप में लगातार 4,398 दिनों (1952 के प्रथम आम चुनाव से मई 1964 तक) के रिकॉर्ड को पीछे छोड़ दिया। पंडित नेहरू का 1947 से 1952 तक का कार्यकाल अंतरिम सरकार के रूप में था। संविधान के अनुच्छेद 75(1) के अनुसार प्रधानमंत्री की नियुक्ति राष्ट्रपति द्वारा की जाती है। अतः सभी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में नवनियुक्त न्यायाधीशों और संवैधानिक व्यवस्था के संदर्भ में निम्नलिखित कथनों पर विचार कीजिए: A. राष्ट्रपति द्वारा संविधान के अनुच्छेद 124(2) के तहत सुप्रीम कोर्ट में 5 नए न्यायाधीशों की नियुक्ति को मंजूरी दी गई। B. जस्टिस वेंकिता सुब्रमणि मोहना सुप्रीम कोर्ट की 12वीं महिला जज तथा जस्टिस इंदु मल्होत्रा के बाद बार (वकील) से सीधे जज बनने वाली दूसरी महिला हैं। C. नवनियुक्त अन्य न्यायाधीशों में जस्टिस संजीव सचदेवा (MP HC), जस्टिस श्री चंद्रशेखर (बॉम्बे HC), जस्टिस अरुण पल्ली (J&amp;K HC) और जस्टिस शील नागू (पंजाब-हरियाणा HC) शामिल हैं। D. सर्वोच्च न्यायालय के न्यायाधीश 62 वर्ष की आयु प्राप्त करने पर सेवानिवृत्त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द्रौपदी मुर्मू ने संविधान के अनुच्छेद 124 के खंड (2) के तहत सुप्रीम कोर्ट में 5 नए न्यायाधीशों की नियुक्ति की। वरिष्ठ अधिवक्ता जस्टिस वेंकिता सुब्रमणि मोहना सुप्रीम कोर्ट के इतिहास की 12वीं महिला न्यायाधीश बनी हैं और जस्टिस इंदु मल्होत्रा के बाद बार से सीधे पदोन्नत होने वाली दूसरी महिला जज हैं। अन्य 4 जज विभिन्न उच्च न्यायालयों के मुख्य न्यायाधीश पद से पदोन्नत होकर आए हैं। कथन D गलत है क्योंकि संविधान के अनुसार सर्वोच्च न्यायालय के न्यायाधीश 65 वर्ष की आयु में सेवानिवृत्त होते हैं (जबकि उच्च न्यायालय के न्यायाधीश 62 वर्ष में)।</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16 जून, 2026 को संसद के पटल पर प्रस्तुत 'शिक्षा, महिला, बाल, युवा और खेल संबंधी संसदीय स्थायी समिति' की 379वीं, 380वीं और 381वीं रिपोर्ट प्रस्तुत करने वाली समिति के अध्यक्ष कौन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मल्लिकार्जुन खड़गे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 सी. वेणुगोपाल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दिग्विजय 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जयराम रमेश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दिग्विजय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मल्लिकार्जुन खड़गे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 सी. वेणुगोपाल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जयराम रमेश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सभा सांसद दिग्विजय सिंह की अध्यक्षता वाली 'शिक्षा, महिला, बाल, युवा और खेल संबंधी संसदीय स्थायी समिति' (Department-related Parliamentary Standing Committee on Education, Women, Children, Youth and Sports) ने 16 जून 2026 को अपनी 379वीं, 380वीं और 381वीं विस्तृत समीक्षा रिपोर्ट राज्य सभा के सभापति को सौंपी। इन रिपोर्टों में राष्ट्रीय शिक्षा नीति 2020 के जमीनी क्रियान्वयन, महिला सुरक्षा तंत्र, पोषण कार्यक्रमों तथा खेल प्रतिभा खोज योजनाओं की विस्तृत समीक्षा व नीतिगत अनुशंसाएं की गई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नई दिल्ली में आयोजित 'विकसित भारत युवा संसद 2026' (Viksit Bharat Yuva Sansad) के संदर्भ में निम्नलिखित कथनों पर विचार कीजिए: A. इसका भव्य उद्घाटन संविधान सदन (पुराने संसद भवन) के ऐतिहासिक सेंट्रल हॉल में लोकसभा अध्यक्ष ओम बिरला द्वारा किया गया। B. यह राष्ट्रव्यापी पहल युवा कार्यक्रम एवं खेल मंत्रालय द्वारा लोकसभा सचिवालय के PRIDE संस्थान के सहयोग से तीन चरणों में आयोजित हुई। C. राष्ट्रीय चरण के दौरान 'आपातकाल के 50 वर्ष: भारतीय लोकतंत्र के लिए सबक' विषय पर 757 नोडल विश्वविद्यालयों में वैचारिक मंथन हुआ। D. इस राष्ट्रीय युवा संसद प्रतियोगिता में राजस्थान से दर्शना राजपुरोहित (जोधपुर), राजबाला (जोधपुर) और रेणुका जांगिड़ (सवाई माधोपुर) राज्य विजेता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'विकसित भारत युवा संसद 2026' का आयोजन युवा कार्य एवं खेल मंत्रालय तथा लोकसभा सचिवालय के संसदीय अनुसंधान एवं प्रशिक्षण संस्थान (PRIDE) द्वारा जिला, राज्य और राष्ट्रीय स्तर के 3 चरणों में किया गया। संविधान सदन के सेंट्रल हॉल में लोकसभा अध्यक्ष ओम बिरला ने इसका उद्घाटन किया। इसके अंतर्गत 'आपातकाल के 50 वर्ष: भारतीय लोकतंत्र के लिए सबक' तथा केंद्रीय बजट 2026 पर देश के 757 विश्वविद्यालयों में विचार-विमर्श हुआ। इस प्रतिष्ठित प्रतियोगिता में राजस्थान से जोधपुर की दर्शना राजपुरोहित व राजबाला तथा सवाई माधोपुर की रेणुका जांगिड़ ने शीर्ष स्थान प्राप्त किया। अतः सभी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विमोचित चर्चित पुस्तकों और उनके प्रतिष्ठित लेखकों/संपादकों का सही मिलान कीजिए: सूची-I: सूची-I: A. व्हेन ऑडिट मैटर्स: सीएजी इंटरवेंशन्स दैट मेड ए डिफरेंस B. अगथियार - द यूनिफायर C. वीआईपी कल्चर इन इंडिया: पावर, प्रिविलेज एंड द डिस्टेंस फ्रॉम डेमोक्रेसी D. इंडिया @ 100 - रिसर्जेंट भारत: रोडमैप फॉर 2047 सूची-II: 1. नबम रेबिया और संदीप कुमार 2. विनोद राय (पूर्व CAG) 3. सीताराम गुप्ता (विमोचन: राजस्थान इंटरनेशनल सेंटर, जयपुर) 4. ओ. श्यामा भट्ट और डॉ. एम. एन. सुधा (विमोचन: उपराष्ट्रपति सीपी राधाकृष्णन)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 नियंत्रक एवं महालेखा परीक्षक विनोद राय द्वारा लिखित पुस्तक 'When Audit Matters' में CAG के ऐतिहासिक नीतिगत हस्तक्षेपों का विश्लेषण किया गया है (A-2)। तमिल ऋषि अगस्त्य पर आधारित पुस्तक 'Agathiar - The Unifier' का लेखन ओ. श्यामा भट्ट व डॉ. एम.एन. सुधा ने किया, जिसका विमोचन उपराष्ट्रपति सीपी राधाकृष्णन ने किया (B-4)। नबम रेबिया और संदीप कुमार द्वारा 'VIP Culture in India' पुस्तक लिखी गई (C-1)। सीताराम गुप्ता की पुस्तक 'इंडिया @ 100 - रिसर्जेंट भारत: रोडमैप फॉर 2047' का विमोचन RIC जयपुर में किया गया (D-3)।</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 माह में मनाए जाने वाले प्रमुख राष्ट्रीय एवं अंतरराष्ट्रीय दिवसों और उनकी निर्धारित तिथियों का सही मिलान कीजिए: सूची-I: सूची-I: A. विश्व दुग्ध दिवस एवं विश्व पर्यावरण दिवस B. विश्व साइकिल दिवस एवं विश्व खाद्य सुरक्षा दिवस C. अंतरराष्ट्रीय योग दिवस एवं अंतरराष्ट्रीय ओलंपिक दिवस D. राष्ट्रीय सांख्यिकी दिवस (P.C. महालनोबिस जयंती) सूची-II: 1. 21 जून एवं 23 जून 2. 1 जून एवं 5 जून 3. 29 जून 4. 3 जून एवं 7 जून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 जून को 'विश्व दुग्ध दिवस' तथा 5 जून को 'विश्व पर्यावरण दिवस' मनाया जाता है (A-2)। 3 जून को 'विश्व साइकिल दिवस' और 7 जून को 'विश्व खाद्य सुरक्षा दिवस' आयोजित होता है (B-4)। 21 जून को 12वाँ 'अंतरराष्ट्रीय योग दिवस' (मुख्य राष्ट्रीय समारोह कोलकाता में) तथा 23 जून को 'अंतरराष्ट्रीय ओलंपिक दिवस' मनाया गया (C-1)। भारत के महान सांख्यिकीविद् प्रो. प्रशांत चंद्र महालनोबिस के जन्मदिवस के उपलक्ष्य में प्रत्येक वर्ष 29 जून को 'राष्ट्रीय सांख्यिकी दिवस' मनाया जाता है (D-3)। अतः सही कूट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प्रसिद्ध संविधान विशेषज्ञ डॉ. सुभाष कश्यप के जीवन और हालिया संदर्भों के संबंध में निम्नलिखित कथनों पर विचार कीजिए: A. वे वर्ष 1983 से 1990 तक भारतीय संसद के निचले सदन (लोकसभा) के महासचिव के पद पर आसीन रहे हैं। B. उन्हें भारत सरकार द्वारा वर्ष 2015 में देश के तीसरे सर्वोच्च नागरिक सम्मान 'पद्म भूषण' से अलंकृत किया गया था। C. वे पूर्व राष्ट्रपति रामनाथ कोविंद की अध्यक्षता में गठित उच्च-स्तरीय 'एक देश, एक चुनाव' (One Nation, One Election) समिति के प्रमुख सदस्य रहे हैं। D. वे भारतीय संविधान सभा (1946-1949) की प्रारूप समिति के स्थायी अध्यक्ष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देश के लब्धप्रतिष्ठ संविधान विशेषज्ञ डॉ. सुभाष कश्यप ने 1983 से 1990 के दौरान लोकसभा के महासचिव के रूप में संसदीय परंपराओं और प्रक्रियाओं को सुदृढ़ किया। उन्हें संवैधानिक विधा में असाधारण योगदान हेतु 2015 में 'पद्म भूषण' से सम्मानित किया गया तथा वे हाल ही में 'वन नेशन, वन इलेक्शन' पर गठित उच्च-स्तरीय समिति के प्रतिष्ठित सदस्य रहे हैं। कथन D गलत है क्योंकि संविधान सभा की प्रारूप समिति (Drafting Committee) के अध्यक्ष डॉ. भीमराव आंबेडकर थे, न कि डॉ. सुभाष कश्यप।</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शीर्ष रक्षा और सामरिक प्रतिष्ठानों में हुई हालिया नियुक्तियों के संदर्भ में निम्नलिखित कथनों पर विचार कीजिए: A. लेफ्टिनेंट जनरल धीरज सेठ को जनरल उपेंद्र द्विवेदी के स्थान पर भारत का नया थल सेना प्रमुख (Chief of Army Staff) नियुक्त किया गया है। B. रक्षा सचिव राजेश कुमार सिंह को डॉ. समीर वी. कामत के स्थान पर रक्षा अनुसंधान एवं विकास संगठन (DRDO) के अध्यक्ष का अतिरिक्त प्रभार सौंपा गया है। C. वाइस एडमिरल अजय कोचर ने भारतीय नौसेना के 48वें उप-प्रमुख (Vice Chief of Naval Staff) का पदभार ग्रहण किया है। D. ये सभी नियुक्तियां प्रधानमंत्री की अध्यक्षता वाली कैबिनेट की नियुक्ति समिति (ACC) द्वारा अनुमोदित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रक्षा नेतृत्व में महत्वपूर्ण प्रशासनिक फेरबदल किए गए हैं। लेफ्टिनेंट जनरल धीरज सेठ को 30 जून 2026 से भारतीय थल सेना का अगला प्रमुख नियुक्त किया गया (उन्होंने जनरल उपेंद्र द्विवेदी का स्थान लिया)। रक्षा सचिव राजेश कुमार सिंह को DRDO के अध्यक्ष का अतिरिक्त प्रभार दिया गया (डॉ. समीर वी. कामत के स्थान पर)। वाइस एडमिरल अजय कोचर ने भारतीय नौसेना के 48वें उप-प्रमुख का पद संभाला। ये सभी उच्च-स्तरीय नियुक्तियां कैबिनेट की नियुक्ति समिति (Appointments Committee of the Cabinet - ACC) द्वारा स्वीकृत की गईं। अतः सभी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फुटबॉल संघ द्वारा आयोजित पहली 'राजस्थान सीनियर फुटबॉल लीग' के संदर्भ में निम्नलिखित कथनों पर विचार कीजिए: A. इस राज्य स्तरीय सीनियर फुटबॉल लीग के पहले संस्करण के फाइनल मुकाबले का आयोजन श्रीगंगानगर में किया गया था। B. प्रतियोगिता का खिताबी मुकाबला जीतकर 'गंगानगर सिटी फुटबॉल क्लब' इस लीग का पहला चैंपियन बना। C. प्रतियोगिता में उपविजेता का स्थान 'जिंक फुटबॉल एकेडमी' (Zinc Football Academy) ने प्राप्त किया। D. टूर्नामेंट में अनुशासित खेल भावना प्रदर्शित करने हेतु 'जयपुर फुटबॉल क्लब' को 'फेयर प्ले अवॉर्ड' से सम्मानित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पेशेवर फुटबॉल को पुनर्जीवित करने के उद्देश्य से राजस्थान फुटबॉल संघ द्वारा पहली बार 'राजस्थान सीनियर फुटबॉल लीग' का आयोजन किया गया। इसका खिताबी फाइनल मुकाबला श्रीगंगानगर में खेला गया जिसमें गंगानगर सिटी फुटबॉल क्लब ने रोमांचक मैच में जिंक फुटबॉल एकेडमी को पराजित कर ऐतिहासिक पहला खिताब जीता। जिंक फुटबॉल एकेडमी के मनीष मील बेस्ट प्लेयर तथा अक्षय बेस्ट गोलकीपर बने, जबकि श्रीगंगानगर के सौरभ 9 गोल दागकर बेस्ट स्कोरर रहे। टूर्नामेंट का 'फेयर प्ले अवॉर्ड' जयपुर फुटबॉल क्लब को प्रदान किया गया।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पुदुचेरी में संपन्न हुई 'नेशनल जूनियर बास्केटबॉल चैंपियनशिप' के परिणामों के संदर्भ में निम्नलिखित कथनों पर विचार कीजिए: A. महिला वर्ग के फाइनल मुकाबले में छत्तीसगढ़ की टीम ने प्रथम स्थान (स्वर्ण पदक) प्राप्त किया। B. महिला वर्ग में केरल ने द्वितीय स्थान (रजत) तथा तमिलनाडु ने तृतीय स्थान (कांस्य पदक) हासिल किया। C. पुरुष वर्ग की राष्ट्रीय चैंपियनशिप में कर्नाटक ने प्रथम, हरियाणा ने द्वितीय तथा राजस्थान ने तृतीय स्थान प्राप्त किया। D. यह प्रतियोगिता बास्केटबॉल फेडरेशन ऑफ इंडिया द्वारा केवल स्कूली छात्रों के लिए बिना पदक तालिका के आयोजित की गई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पुदुचेरी में आयोजित नेशनल जूनियर बास्केटबॉल चैंपियनशिप के महिला वर्ग में छत्तीसगढ़ की बालिकाओं ने शानदार खेल दिखाते हुए राष्ट्रीय खिताब (प्रथम स्थान) अपने नाम किया, जबकि केरल उपविजेता (द्वितीय) और तमिलनाडु तीसरे स्थान पर रहा। पुरुष वर्ग में कर्नाटक ने फाइनल जीतकर स्वर्ण, हरियाणा ने रजत और राजस्थान की टीम ने कांस्य पदक (तृतीय स्थान) जीता। कथन D गलत है क्योंकि यह आधिकारिक राष्ट्रीय जूनियर चैंपियनशिप थी जिसमें औपचारिक पदक तालिका और ट्राफियां प्रदान की गईं।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भीलवाड़ा में आयोजित '36वीं राजस्थान राज्य स्ट्रेंथ लिफ्टिंग एवं इंक्लाइन बेंच प्रेस (IBP) चैम्पियनशिप' के संदर्भ में निम्नलिखित कथनों पर विचार कीजिए: A. इस राज्य स्तरीय प्रतियोगिता में प्रदेश भर से 150 से अधिक महिला एवं पुरुष भारोत्तोलकों ने भाग लिया। B. सब-जूनियर वर्ग में गौरव बोहरा ने स्ट्रेंथ लिफ्टिंग और इंक्लाइन बेंच प्रेस दोनों स्पर्धाओं में स्वर्ण पदक जीते। C. सीनियर वर्ग में अजय सुथार ने 140 किग्रा इंक्लाइन बेंच प्रेस लगाकर नया राज्य रिकॉर्ड बनाते हुए स्वर्ण पदक जीता। D. महेंद्र चाण्डा ने मास्टर्स और सीनियर दोनों वर्गों में अपने भार वर्ग में सर्वाधिक बेंच प्रेस लगाकर दोहरे स्वर्ण पदक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36वीं राजस्थान राज्य सब-जूनियर, जूनियर, सीनियर, मास्टर्स महिला-पुरुष स्ट्रेंथ लिफ्टिंग एवं इंक्लाइन बेंच प्रेस चैम्पियनशिप का आयोजन भीलवाड़ा में संपन्न हुआ। इस प्रतियोगिता में गौरव बोहरा ने सब-जूनियर वर्ग में दोनों स्पर्धाओं में स्वर्ण पदक जीते। सीनियर वर्ग में अजय सुथार ने 140 किग्रा इंक्लाइन बेंच प्रेस उठाकर नया राज्य कीर्तिमान स्थापित करते हुए गोल्ड मेडल जीता। धाकड़ खान ने गोल्ड व सिल्वर हासिल किया तथा महेंद्र चाण्डा ने मास्टर्स व सीनियर दोनों में स्वर्ण पदक जीते। इसी प्रतियोगिता के 76 किग्रा वर्ग में जयपुर के पवन कुमावत ने 110 किग्रा वजन उठाकर स्वर्ण पदक जीता था। अतः सभी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अजमेर में आयोजित '31वीं राजस्थान राज्य सब-जूनियर हैंडबॉल प्रतियोगिता' के परिणामों के संदर्भ में निम्नलिखित कथनों पर विचार कीजिए: A. बालक और बालिका दोनों वर्गों के खिताबी मुकाबलों में प्रथम स्थान (स्वर्ण पदक) श्रीगंगानगर की टीमों ने जीता। B. बालक वर्ग के फाइनल में श्रीगंगानगर ने बीकानेर को 26-22 से पराजित कर खिताब जीता। C. बालिका वर्ग के फाइनल में श्रीगंगानगर ने भीलवाड़ा को 16-15 के करीबी अंतर से मात दी। D. प्रतियोगिता में सर्वश्रेष्ठ खिलाड़ी (Best Player) का खिताब बालक वर्ग में यश यादव (जयपुर) और बालिका वर्ग में अशनूर (श्रीगंगानगर) को मिला।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31वीं राजस्थान राज्य सब-जूनियर हैंडबॉल प्रतियोगिता का आयोजन अजमेर में किया गया। इस प्रतियोगिता में श्रीगंगानगर जिले की टीमों का पूर्ण दबदबा रहा और उसने बालक वर्ग (बीकानेर को 26-22 से हराकर) तथा बालिका वर्ग (भीलवाड़ा को 16-15 से हराकर) दोनों में प्रथम स्थान हासिल किया। दोनों वर्गों में जयपुर की टीम तीसरे स्थान पर रही। उत्कृष्ट व्यक्तिगत प्रदर्शन हेतु जयपुर के यश यादव को बालक वर्ग का तथा श्रीगंगानगर की अशनूर को बालिका वर्ग की सर्वश्रेष्ठ खिलाड़ी चुना गया।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श्रीगंगानगर में संपन्न हुई '43वीं राजस्थान राज्य जूनियर हैंडबॉल प्रतियोगिता 2026' के संदर्भ में निम्नलिखित कथनों पर विचार कीजिए: A. इस राज्य स्तरीय प्रतियोगिता में बालक वर्ग की 34 और बालिका वर्ग की 20 सहित कुल 54 टीमों ने भाग लिया। B. बालक वर्ग के फाइनल में मेजबान श्रीगंगानगर ने ज्योति हैंडबॉल अकादमी को हराकर खिताब जीता। C. बालिका वर्ग के खिताबी मुकाबले में जयपुर की टीम ने हनुमानगढ़ को पराजित कर स्वर्ण पदक जीता। D. प्रतियोगिता में श्रीगंगानगर के रोहित को सर्वश्रेष्ठ खिलाड़ी तथा जयपुर की हिना को सर्वश्रेष्ठ गोलकीपर चुना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हैंडबॉल संघ के तत्वावधान में 43वीं राजस्थान राज्य जूनियर हैंडबॉल प्रतियोगिता श्रीगंगानगर में आयोजित हुई जिसमें 54 टीमों ने प्रतिस्पर्धा की। बालक वर्ग में श्रीगंगानगर विजेता और ज्योति हैंडबॉल अकादमी उपविजेता रही। बालिका वर्ग में जयपुर की टीम चैंपियन बनी जबकि हनुमानगढ़ उपविजेता रहा। टूर्नामेंट के सर्वश्रेष्ठ खिलाड़ी रोहित (श्रीगंगानगर - बालक) और ममता (जयपुर - बालिका) चुने गए। बेस्ट गोलकीपर का पुरस्कार मोक्ष (श्रीगंगानगर - बालक) और हिना (जयपुर - बालिका) को प्रदान किया गया।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अजमेर में आयोजित 'राजस्थान फर्स्ट स्टेट रैंकिंग टेबल टेनिस टूर्नामेंट 2026' के परिणामों के संदर्भ में निम्नलिखित कथनों पर विचार कीजिए: A. यूथ गर्ल्स अंडर-15 एकल वर्ग का खिताब आर्ना साहनी ने तथा अंडर-15 यूथ बॉयज का खिताब समृद्ध बागड़ा ने जीता। B. अंडर-19 यूथ बॉयज एकल वर्ग के फाइनल मुकाबले में अरिजय कुच्छल ने हर्षवर्धन सिंह को हराकर खिताबी जीत दर्ज की। C. अंडर-19 यूथ गर्ल्स एकल वर्ग में समृद्धि व्यास ने राधिका सोनी को पराजित कर खिताब जीता। D. पुरुष युगल स्पर्धा का खिताब हर्षवर्धन और भवित की जोड़ी ने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अजमेर में 20 से 24 मई 2026 तक राजस्थान फर्स्ट स्टेट रैंकिंग टेबल टेनिस टूर्नामेंट का आयोजन किया गया। अंडर-15 वर्ग में समृद्ध बागड़ा (बालक) और आर्ना साहनी (बालिका) चैंपियन बने। अंडर-19 वर्ग के एकल मुकाबलों में अरिजय कुच्छल ने हर्षवर्धन सिंह को हराकर बॉयज खिताब तथा समृद्धि व्यास ने राधिका सोनी को हराकर गर्ल्स खिताब जीता। मेन्स डबल्स में हर्षवर्धन और भवित की जोड़ी तथा विमेन्स डबल्स में मनीषा और आर्ना की जोड़ी विजयी रही। मिक्स्ड डबल्स का खिताब सौरभ और नंदिनी ने जीता।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 2026 में नई दिल्ली में आयोजित 'एशियाई सीनियर फेंसिंग (तलवारबाजी) चैंपियनशिप' के संदर्भ में निम्नलिखित कथनों पर विचार कीजिए: A. भारत के खेल इतिहास में यह पहला अवसर था जब देश इस प्रतिष्ठित महाद्वीपीय फेंसिंग चैंपियनशिप की मेजबानी कर रहा था। B. इस अंतरराष्ट्रीय चैंपियनशिप का आधिकारिक विषय/ध्येय वाक्य (Motto) 'एक सपना, एक तलवार, एक गौरव' निर्धारित किया गया था। C. इसका भव्य उद्घाटन समारोह 'भारत मंडपम' (प्रगति मैदान), नई दिल्ली में आयोजित किया गया। D. इस बहुराष्ट्रीय खेल आयोजन में एशिया के 36 देशों के 406 एथलीटों सहित कुल 787 अधिकृत प्रतिभागियों ने भाग लिया।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 से 24 जून 2026 तक नई दिल्ली के भारत मंडपम में एशियन सीनियर फेंसिंग चैंपियनशिप का आयोजन किया गया। भारतीय खेल इतिहास में भारत ने पहली बार इस प्रतिष्ठित महाद्वीपीय तलवारबाजी प्रतियोगिता की मेजबानी की। चैंपियनशिप का ध्येय वाक्य 'एक सपना, एक तलवार, एक गौरव' (One Dream, One Sword, One Glory) रखा गया था, जिसमें 36 एशियाई देशों के शीर्ष फेंसर्स और ओलंपिक पदक विजेताओं ने भाग लिया।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जापान के हिरोसाकी में आयोजित 'IAU 24 घंटे एशिया-ओशिनिया चैंपियनशिप 2026' में भारतीय अल्ट्रा-मैराथन धावकों के प्रदर्शन के संदर्भ में निम्नलिखित कथनों पर विचार कीजिए: A. राजस्थान के चीथवाड़ी गांव (जयपुर) के धावक अमर सिंह देवंदा ने 24 घंटे में 282.881 किमी दौड़कर स्वर्ण पदक व नया राष्ट्रीय रिकॉर्ड बनाया। B. भारतीय पुरुष टीम ने कुल 815.833 किमी की दूरी तय कर टीम गोल्ड जीता और लगातार तीसरी बार (2022, 2024, 2026) एशिया-ओशिनिया चैंपियन बनी। C. महिला वर्ग में तेनजिन डोलमा ने 228.939 किमी की दूरी तय करके रेस में चौथा स्थान हासिल किया और नया भारतीय राष्ट्रीय रिकॉर्ड बनाया। D. भारतीय दल ने इस अंतरराष्ट्रीय चैंपियनशिप में कुल 5 पदक (व्यक्तिगत व टीम स्पर्धाओं में) जीतकर ऐतिहासिक प्रदर्शन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इंटरनेशनल एसोसिएशन ऑफ अल्ट्रा-रनर्स (IAU) द्वारा हिरोसाकी (जापान) में आयोजित 24 घंटे एशिया-ओशिनिया चैंपियनशिप में भारतीय धावकों ने स्वर्णिम इतिहास रचा। राजस्थान के जयपुर जिले के चीथवाड़ी गांव के निवासी अमर सिंह देवंदा ने 24 घंटे निरंतर दौड़ते हुए 282.881 किमी का फासला तय कर व्यक्तिगत स्वर्ण पदक जीता और नया भारतीय राष्ट्रीय रिकॉर्ड बनाया। भारतीय पुरुष टीम ने लगातार तीसरी बार एशिया-ओशिनिया टीम गोल्ड जीता। महिला वर्ग में तेनजिन डोलमा ने 228.939 किमी का नया महिला राष्ट्रीय रिकॉर्ड स्थापित किया। भारत ने प्रतियोगिता में कुल 5 पदक जीते।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ताइपे (ताइवान) में आयोजित 'ताइपे कैपिटल कप 2026' में भारत के पदक विजेताओं और उनके कौशल क्षेत्रों का सही मिलान कीजिए: सूची-I: सूची-I: A. मुस्कान B. मोहम्मद सेराज C. मोहम्मद मफाज़ पूनाइकन्नन D. सुरेश कुमार गणेशण मीणा सूची-II: 1. रजत पदक - पेंटिंग एवं सजावट (Painting and Decorating) 2. रजत पदक - ऑटोमोबाइल प्रौद्योगिकी (Automobile Technology) 3. योग्यता पुरस्कार - सॉफ्टवेयर अनुप्रयोग विकास (Software Applications) 4. योग्यता पुरस्कार - डिजिटल निर्माण (Digital Construction)</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ताइपे (ताइवान) में 26 से 28 मई 2026 तक आयोजित ताइपे कैपिटल कप कौशल प्रतियोगिता में 15 देशों के युवाओं ने भाग लिया। भारत ने इसमें दो रजत पदक और तीन योग्यता पुरस्कार जीते। मुस्कान ने पेंटिंग एवं सजावट में रजत पदक जीता (A-1)। मोहम्मद सेराज ने ऑटोमोबाइल प्रौद्योगिकी में रजत पदक जीता (B-2)। मोहम्मद मफाज़ ने सॉफ्टवेयर एप्लिकेशन डेवलपमेंट में (C-3) तथा सुरेश कुमार मीणा ने डिजिटल निर्माण में मेरिट मेडलियन प्राप्त किया (D-4)।</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चेन्नई में आयोजित 'नेशनल स्क्वैश चैंपियनशिप' (National Squash Championship) के संदर्भ में निम्नलिखित कथनों पर विचार कीजिए: A. पुरुष एकल वर्ग के फाइनल मुकाबले में वेलावन सेंथिलकुमार ने अभय सिंह को पराजित कर स्वर्ण पदक जीता। B. महिला एकल का राष्ट्रीय खिताब युवा स्टार अनाहत सिंह ने तन्वी खन्ना को हराकर अपने नाम किया। C. पुरुष युगल में वेलावन सेंथिलकुमार और अभय सिंह की जोड़ी ने राहुल व सूरज कुमार की जोड़ी को मात देकर खिताब जीता। D. महिला युगल का खिताब अनुभवी जोशना चिनप्पा और राथिका सीलन की जोड़ी ने जेनेट विधी व पूजा अर्थी को हराकर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चेन्नई के इंडियन स्क्वैश अकादमी में आयोजित तीसरी नेशनल स्क्वैश चैंपियनशिप में वेलावन सेंथिलकुमार ने पुरुष एकल फाइनल में अभय सिंह को हराकर राष्ट्रीय खिताब जीता। महिला एकल में अनाहत सिंह ने तन्वी खन्ना को शिकस्त देकर खिताब अपने नाम किया। युगल स्पर्धाओं में पुरुष युगल का खिताब वेलावन सेंथिलकुमार व अभय सिंह की जोड़ी ने जीता, जबकि महिला युगल में जोशना चिनप्पा और राथिका सीलन की शीर्ष जोड़ी ने जेनेट विधी व पूजा अर्थी को हराकर स्वर्ण पदक जीता।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 नांग (वियतनाम) में आयोजित 'अंडर-23 एशियाई कुश्ती चैंपियनशिप 2026' में भारतीय पहलवानों के ऐतिहासिक प्रदर्शन के संदर्भ में निम्नलिखित कथनों पर विचार कीजिए: A. भारत ने चैंपियनशिप के इतिहास में अब तक के सर्वाधिक कुल 27 पदक (11 स्वर्ण, 7 रजत, 9 कांस्य) जीतने का रिकॉर्ड बनाया। B. भारतीय महिला फ्रीस्टाइल टीम ने 6 स्वर्ण, 2 रजत और 2 कांस्य सहित कुल 10 पदक जीतकर टीम चैंपियनशिप जीती। C. भारतीय पुरुष फ्रीस्टाइल टीम ने 4 स्वर्ण, 3 रजत और 2 कांस्य सहित कुल 9 पदक जीतकर पुरुष टीम खिताब जीता। D. ग्रीको-रोमन कुश्ती वर्ग में भारतीय पहलवानों ने 1 स्वर्ण, 2 रजत और 5 कांस्य सहित कुल 8 पदक (अब तक का सर्वश्रेष्ठ)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वियतनाम के दा नांग में आयोजित अंडर-23 एशियाई कुश्ती चैंपियनशिप में भारतीय पहलवानों ने 11 स्वर्ण, 7 रजत और 9 कांस्य सहित कुल 27 पदकों का सर्वकालिक सर्वश्रेष्ठ रिकॉर्ड बनाया। भारत ने महिला फ्रीस्टाइल (10 पदक) और पुरुष फ्रीस्टाइल (9 पदक) दोनों में ओवरऑल टीम ट्रॉफी जीती। ग्रीको-रोमन शैली में भी भारतीय दल ने 8 पदक जीतकर इतिहास रचा। अतः सभी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म्यूनिख (जर्मनी) में आयोजित 'ISSF शूटिंग वर्ल्ड कप 2026' में भारतीय निशानेबाजों की उपलब्धियों के संदर्भ में निम्नलिखित कथनों पर विचार कीजिए: A. भारत की ईशा सिंह ने 25 मीटर पिस्टल स्पर्धा में 43 अंक हासिल कर दक्षिण कोरिया की किम ये-जी का रिकॉर्ड तोड़ते हुए नया विश्व रिकॉर्ड बनाया। B. ईशा सिंह ने इसी विश्व कप में महिलाओं की 10 मीटर एयर पिस्टल व्यक्तिगत स्पर्धा में रजत पदक भी जीता। C. भारत की सुरुचि इंदर सिंह ने महिलाओं की 10 मीटर एयर पिस्टल व्यक्तिगत स्पर्धा में स्वर्ण पदक हासिल किया। D. मनु भाकर और सम्राट राणा की जोड़ी ने 10 मीटर एयर पिस्टल मिक्स्ड टीम स्पर्धा में रजत पदक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जर्मनी के म्यूनिख में आयोजित ISSF राइफल/पिस्टल विश्व कप में भारतीय निशानेबाजों ने 4 पदक जीतकर दबदबा बनाया। ईशा सिंह ने 25 मीटर पिस्टल फाइनल में 43 अंकों का असाधारण स्कोर बनाकर दक्षिण कोरियाई निशानेबाज किम ये-जी (42 अंक) का विश्व रिकॉर्ड तोड़ते हुए स्वर्ण पदक जीता। इसके अतिरिक्त ईशा सिंह ने 10 मीटर एयर पिस्टल में रजत जीता। इसी 10 मीटर एयर पिस्टल स्पर्धा में सुरुचि इंदर सिंह ने स्वर्ण पदक जीता तथा मनु भाकर व सम्राट राणा ने 10 मीटर एयर पिस्टल मिक्स्ड टीम में रजत पदक हासिल किया।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'सिंगापुर ओपन 2026' बैडमिंटन टूर्नामेंट में भारतीय युगल जोड़ी सात्विकसाईराज रंकीरेड्डी और चिराग शेट्टी की ऐतिहासिक जीत के संदर्भ में निम्नलिखित कथनों पर विचार कीजिए: A. सात्विक-चिराग की जोड़ी सिंगापुर ओपन के इतिहास में पुरुष युगल खिताब जीतने वाली पहली भारतीय जोड़ी बन गई है। B. यह सात्विक और चिराग के अंतरराष्ट्रीय करियर का कुल 9वाँ बीडब्ल्यूएफ (BWF) वर्ल्ड टूर और तीसरा सुपर-750 खिताब है। C. फाइनल में इस भारतीय जोड़ी ने इंडोनेशिया के मोहम्मद शोहिबुल फिक्री और फजर अल्फियान की जोड़ी को सीधे सेटों में पराजित किया। D. सिंगापुर ओपन 2026 में पुरुष एकल का खिताब एलेक्स लेनियर (फ्रांस) तथा महिला एकल का खिताब आन से-यंग (दक्षिण कोरिया) ने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सिंगापुर इंडोर स्टेडियम में आयोजित BWF सुपर-750 सिंगापुर ओपन 2026 में भारतीय स्टार युगल जोड़ी सात्विकसाईराज रंकीरेड्डी और चिराग शेट्टी ने इतिहास रचते हुए पुरुष युगल खिताब जीता। वे सिंगापुर ओपन जीतने वाले पहले भारतीय पुरुष युगल खिलाड़ी बने। यह उनके करियर का 9वां वर्ल्ड टूर और तीसरा सुपर-750 खिताब था। उन्होंने फाइनल में इंडोनेशियाई जोड़ी फिक्री और अल्फियान को हराया। टूर्नामेंट में पुरुष एकल एलेक्स लेनियर (फ्रांस) तथा महिला एकल विश्व नंबर-1 आन से यंग (दक्षिण कोरिया) ने जीता।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अंतरराष्ट्रीय टेबल टेनिस प्रतियोगिताओं में भारतीय पैडलर्स की हालिया स्वर्णिम सफलताओं के संदर्भ में निम्नलिखित कथनों पर विचार कीजिए: A. WTT फीडर प्रिस्टिना (कोसोवो) में 14 वर्षीय दिव्यांशी भौमिक ने चीनी ताइपे की येह यी-तियान को हराकर महिला एकल का खिताब जीता। B. दिव्यांशी WTT खिताब जीतने वाली सबसे कम उम्र की भारतीय और मिवा हरिमोटो (जापान) के बाद विश्व की दूसरी सबसे युवा खिलाड़ी बनीं। C. दिव्यांशी भौमिक और सिंड्रेला दास की भारतीय जोड़ी ने WTT फीडर प्रिस्टिना में महिला युगल का स्वर्ण पदक भी जीता। D. WTT कंटेंडर लागोस (नाइजीरिया) में मानुष शाह-दीया चिताले ने मिक्स्ड डबल्स तथा मानव ठक्कर-मानुष शाह ने मेन्स डबल्स खिताब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टेबल टेनिस में नई पीढ़ी के खिलाड़ियों ने अंतरराष्ट्रीय स्तर पर अभूतपूर्व सफलता प्राप्त की। कोसोवो में आयोजित WTT फीडर प्रिस्टिना 2026 में युवा सनसनी दिव्यांशी भौमिक ने महिला एकल जीतकर इतिहास रचा। वे जापान की मिवा हरिमोटो के बाद विश्व की दूसरी सबसे कम उम्र की WTT एकल विजेता बनीं। साथ ही दिव्यांशी व सिंड्रेला दास ने महिला युगल खिताब भी जीता। उधर नाइजीरिया में आयोजित WTT कंटेंडर टूर्नामेंट में भारत के मानुष शाह व दीया चिताले ने मिक्स्ड डबल्स तथा मानव ठक्कर व मानुष शाह ने पुरुष युगल खिताब अपने नाम किया।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'ग्रैंड स्लैम टेनिस टूर्नामेंट्स' (Grand Slam Tournaments 2026) की विशेषताओं और परिणामों के संदर्भ में निम्नलिखित कथनों पर विचार कीजिए: A. ऑस्ट्रेलियन ओपन (हार्ड कोर्ट) और विम्बल्डन ओपन (ग्रास कोर्ट) का आयोजन क्रमशः जनवरी और जुलाई माह में किया जाता है। B. पेरिस में आयोजित होने वाला फ्रेंच ओपन (रोलैंड गैरोस) एकमात्र ऐसा ग्रैंड स्लैम है जो लाल बजरी (क्ले कोर्ट) पर खेला जाता है। C. ऑस्ट्रेलियन ओपन 2026 में पुरुष एकल का खिताब स्पेन के कार्लोस अल्कारेज ने नोवाक जोकोविच को हराकर जीता। D. ऑस्ट्रेलियन ओपन 2026 में महिला एकल का खिताब कजाकिस्तान की एलिना रिवाकिना ने आर्यना सवालेंका को पराजित कर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टेनिस कैलेंडर में 4 प्रमुख ग्रैंड स्लैम होते हैं-ऑस्ट्रेलियन ओपन (मेलबर्न, हार्ड कोर्ट, जनवरी), फ्रेंच ओपन (पेरिस, क्ले कोर्ट, मई-जून), विम्बल्डन (लंदन, ग्रास कोर्ट, जुलाई) तथा यूएस ओपन (न्यूयॉर्क, हार्ड कोर्ट, अगस्त-सितंबर)। ऑस्ट्रेलियन ओपन 2026 के 114वें संस्करण में स्पेन के कार्लोस अल्कारेज ने नोवाक जोकोविच को हराकर अपना पहला ऑस्ट्रेलियन ओपन खिताब जीता। महिला एकल में कजाकिस्तान की विंबलडन चैंपियन एलिना रिवाकिना ने बेलारूस की आर्यना सवालेंका को हराकर अपना पहला ऑस्ट्रेलियन ओपन खिताब अपने नाम किया। अतः सभी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बुडापेस्ट (हंगरी) के पुस्कास एरेना में आयोजित 'UEFA चैंपियंस लीग 2026' फाइनल के संदर्भ में निम्नलिखित कथनों पर विचार कीजिए: A. फाइनल मुकाबले में फ्रेंच क्लब पेरिस सेंट जर्मेन (PSG) ने इंग्लिश क्लब आर्सेनल को पेनल्टी शूटआउट में 4-3 से हराकर खिताब जीता। B. इस ऐतिहासिक जीत के साथ PSG चैंपियंस लीग के इतिहास में अपने खिताब का सफलतापूर्वक बचाव (Defend) करने वाली दूसरी टीम बन गई। C. चैंपियंस लीग (प्रारंभ में यूरोपियन कप) की शुरुआत वर्ष 1955 में हुई थी और इसके आधुनिक प्रारूप का प्रारंभ वर्ष 1993 में हुआ था। D. आर्सेनल फुटबॉल क्लब ने अपने 138 वर्ष के इतिहास में अब तक कुल 15 बार यूईएफए चैंपियंस लीग की ट्रॉफी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यूरोप की सबसे प्रतिष्ठित क्लब फुटबॉल प्रतियोगिता UEFA चैंपियंस लीग 2026 का फाइनल पुस्कास एरेना, बुडापेस्ट (हंगरी) में खेला गया। इसमें फ्रेंच चैंपियन पेरिस सेंट जर्मेन (PSG) ने आर्सेनल को पेनल्टी शूटआउट में 4-3 से पराजित कर खिताब बरकरार रखा और रियल मैड्रिड के बाद आधुनिक युग में खिताब डिफेंड करने वाली दूसरी टीम बनी। चैंपियंस लीग की स्थापना 1955 में यूरोपियन कप के रूप में हुई थी तथा 1992-93 में इसे चैंपियंस लीग नाम दिया गया। कथन D गलत है क्योंकि आर्सेनल आज तक कभी भी चैंपियंस लीग नहीं जीत सका है और यूरोपियन कप फाइनल में यह उसकी 5वीं हार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फाटोर्डा स्टेडियम, मडगांव (गोवा) में आयोजित 'SAFF महिला फुटबॉल चैंपियनशिप 2026' के संदर्भ में निम्नलिखित कथनों पर विचार कीजिए: A. फाइनल मुकाबले में भारतीय महिला फुटबॉल टीम ने बांग्लादेश को 3-1 से हराकर रिकॉर्ड छठी बार यह खिताब जीता। B. इस टूर्नामेंट में भारतीय महिला फुटबॉल टीम का सफल नेतृत्व डिफेंडर स्वीटी देवी नंगबम ने किया। C. भारत अब तक आयोजित कुल 8 संस्करणों में से 6 बार दक्षिण एशियाई फुटबॉल महासंघ (SAFF) महिला कप जीत चुका है। D. इस टूर्नामेंट के सभी मैचों में केवल विदेशी रेफरी और वीडियो असिस्टेंट रेफरी (VAR) का ही प्रयोग अनिवार्य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एशियाई फुटबॉल महासंघ द्वारा आयोजित SAFF महिला फुटबॉल चैंपियनशिप 2026 का फाइनल मुकाबला फाटोर्डा स्टेडियम, मडगांव (गोवा) में खेला गया। कप्तान स्वीटी देवी नंगबम के नेतृत्व में भारतीय महिला टीम ने गत चैंपियन बांग्लादेश को 3-1 के अंतर से एकतरफा शिकस्त देकर रिकॉर्ड छठी बार SAFF महिला चैंपियनशिप का खिताब अपने नाम किया। भारत ने इससे पूर्व 2010, 2012, 2014, 2016 और 2019 में खिताब जीता था। कथन D गलत है क्योंकि दक्षिण एशियाई क्षेत्रीय मैचों में अनिवार्य VAR प्रोटोकॉल लागू नहीं था।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बेंगलुरु स्थित जलाहल्ली वायु सेना स्टेशन पर आयोजित 'मार्शल ऑफ द एयर फोर्स अर्जन सिंह मेमोरियल हॉकी टूर्नामेंट 2026' के संदर्भ में निम्नलिखित कथनों पर विचार कीजिए: A. वर्ष 2026 में इस प्रतिष्ठित अखिल भारतीय आमंत्रण हॉकी टूर्नामेंट के 7वें संस्करण का सफल आयोजन किया गया। B. एयर फोर्स स्पोर्ट्स कंट्रोल बोर्ड (AFSCB) वर्ष 2018 से भारतीय वायु सेना के एकमात्र 5-स्टार रैंक अधिकारी अर्जन सिंह की स्मृति में इसका आयोजन कर रहा है। C. इस टूर्नामेंट में देश भर की शीर्ष 16 टीमों (सेना, रेलवे, पेट्रोलियम, अर्धसैनिक बलों) ने भाग लिया। D. प्रतियोगिता की विजेता टीम को ₹10 लाख तथा उपविजेता टीम को ₹8 लाख की नकद पुरस्कार राशि प्रदान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वायु सेना खेल नियंत्रण बोर्ड (AFSCB) द्वारा मार्शल ऑफ द एयर फोर्स अर्जन सिंह की स्मृति में 7वें मेमोरियल हॉकी टूर्नामेंट का आयोजन जलाहल्ली एयर फोर्स स्टेशन (बेंगलुरु) में किया गया। इस टूर्नामेंट की शुरुआत 2018 में हुई थी। इसमें देश की शीर्ष 16 हॉकी टीमों ने शिरकत की। प्रतियोगिता में विजेता को ₹10 लाख, उपविजेता को ₹8 लाख, प्लेयर ऑफ द टूर्नामेंट को ₹50,000 तथा प्रत्येक मैच के 'मैन ऑफ द मैच' को ₹25,000 की नकद पुरस्कार राशि प्रदान की जाती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काकामिगाहारा (जापान) में संपन्न हुए 'अंडर-18 एशिया कप हॉकी टूर्नामेंट 2026' के संदर्भ में निम्नलिखित कथनों पर विचार कीजिए: A. पुरुष वर्ग के फाइनल में भारतीय जूनियर टीम ने मेजबान जापान को 4-1 से पराजित कर स्वर्ण पदक (तीसरी बार खिताब) जीता। B. भारतीय पुरुष टीम के मुख्य कोच महान पूर्व अंतरराष्ट्रीय खिलाड़ी सरदार सिंह तथा टीम के कप्तान केतन कुशवाहा थे। C. महिला वर्ग में भारतीय टीम ने दक्षिण कोरिया को 3-0 से हराकर कांस्य पदक (तृतीय स्थान) हासिल किया। D. महिला टीम की मुख्य कोच पूर्व भारतीय कप्तान रानी रामपाल तथा कप्तान स्वीटी कुजुर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जापान के काकामिगाहारा में आयोजित अंडर-18 एशिया कप हॉकी में भारत के युवाओं ने शानदार खेल दिखाया। पुरुष वर्ग के फाइनल में सरदार सिंह के मार्गदर्शन और केतन कुशवाहा के नेतृत्व में भारत ने जापान को 4-1 से रौंदकर स्वर्ण पदक जीता (भारत का तीसरा अंडर-18 एशिया कप खिताब)। महिला वर्ग में रानी रामपाल की कोचिंग और स्वीटी कुजुर की कप्तानी में भारत ने दक्षिण कोरिया को 3-0 से हराकर कांस्य पदक जीता (महिला स्वर्ण चीन ने जीता)। केंद्रीय खेल मंत्री ने पुरुष टीम को 61.5 लाख तथा महिला टीम को 21 लाख रुपये के चेक प्रदान किए।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2026 में संयुक्त राष्ट्र संघ के खाद्य एवं कृषि संगठन (FAO) द्वारा कृषि भूमि संरक्षण और प्राकृतिक मृदा संवर्धन हेतु प्रतिष्ठित 'सॉयल फार्मर हीरो' (Soil Farmer Hero) सम्मान से किस भारतीय किसान को सम्मानित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रामशरण वर्मा (उत्तर प्रदेश)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किसान वल्लुवन (तमिलनाडु)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सिंह चौहान (हरियाणा)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हुकमचंद पाटीदार (राजस्थान)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किसान वल्लुवन (तमिलनाडु)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रामशरण वर्मा (उत्तर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सिंह चौहान (हरियाणा)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हुकमचंद पाटीदार (राजस्थान)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संयुक्त राष्ट्र के खाद्य एवं कृषि संगठन (Food and Agriculture Organization - FAO), रोम ने वैश्विक स्तर पर स्वस्थ मृदा प्रबंधन, जैविक कार्बन संवर्धन और रासायनिक मुक्त टिकाऊ कृषि पद्धतियों को अपनाने के लिए तमिलनाडु के किसान वल्लुवन (Valluvan) को 'सॉयल फार्मर हीरो' (Soil Farmer Hero) सम्मान से नवाजा है। उन्होंने अपने खेतों में बहु-स्तरीय फसल चक्र, प्राकृतिक जीवामृत और मल्चिंग के जरिए अनुपजाऊ भूमि की उर्वरता को पुनर्जीवित करने में अंतरराष्ट्रीय मिसाल कायम की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टी-हब (हैदराबाद) में आयोजित 'यूथ को: लैब (Youth Co:Lab) नेशनल इनोवेशन चैलेंज 2026' के संदर्भ में निम्नलिखित कथनों पर विचार कीजिए: A. यह संयुक्त राष्ट्र विकास कार्यक्रम (UNDP) इंडिया और सिटी फाउंडेशन द्वारा नीति आयोग के अटल इनोवेशन मिशन के सहयोग से आयोजित 8वां संस्करण था। B. इसका मुख्य उद्देश्य सतत विकास लक्ष्यों (SDGs) और चक्रीय अर्थव्यवस्था के अनुरूप युवाओं के नेतृत्व वाले सामाजिक स्टार्टअप्स को वित्तीय व तकनीकी सहायता देना है। C. विजेता स्टार्टअप्स में 'नवप्रयोग लैब्स एलएलपी (ग्रासिप)', 'अनबबल' और 'इकोरेनोवा सॉल्यूशंस' शामिल रहे जिन्हें ₹3.5-3.5 लाख का सीड ग्रांट मिला। D. उपविजेता स्टार्टअप्स में 'इको कुशन', 'वासुदेवा इनोवेशन्स' और 'वुमनैस्टिकको' को ₹2.20-2.20 लाख की पुरस्कार राशि प्रदान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UNDP इंडिया और सिटी फाउंडेशन द्वारा NITI आयोग के अटल इनोवेशन मिशन (AIM) तथा टी-हब फाउंडेशन के सहयोग से 8वें 'यूथ को: लैब नेशनल इनोवेशन चैलेंज 2026' का समापन हैदराबाद में हुआ। चक्रीय अर्थव्यवस्था, संधारणीय वस्त्र और वेस्ट-टू-वेल्थ सेक्टर में शीर्ष 3 विजेता स्टार्टअप्स-नवप्रयोग लैब्स (ग्रासिप), अनबबल और इकोरेनोवा सॉल्यूशंस को ₹3.50 लाख की सीड ग्रांट दी गई। 3 उपविजेता स्टार्टअप्स को ₹2.20 लाख की सहायता मिली। यह मंच 2017 से एशिया-प्रशांत क्षेत्र में युवा सामाजिक उद्यमियों को सशक्त बना रहा है। अतः सभी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विशिष्ट पहचान प्राधिकरण (UIDAI) द्वारा आयोजित 'बायोमेट्रिक SDK बेंचमार्किंग चैलेंज' के संदर्भ में निम्नलिखित कथनों पर विचार कीजिए: A. इस राष्ट्रीय तकनीकी चुनौती का आयोजन UIDAI द्वारा IIIT हैदराबाद के सहयोग से स्वदेशी बायोमेट्रिक अनुसंधान को गति देने हेतु किया गया था। B. इसका प्राथमिक उद्देश्य सटीक, सुरक्षित और स्वदेशी फेशियल व आइरिस बायोमेट्रिक सॉफ्टवेयर डेवलपमेंट किट (SDK) विकसित करना है। C. फेस रिकॉग्निशन चैलेंज में स्लोवाकिया की 'इनोवेट्रिक्स' प्रथम तथा अमेरिका की 'IDBio' दूसरे स्थान पर रही। D. आइरिस रिकॉग्निशन चैलेंज में अमेरिका की 'IDBio' प्रथम तथा लिथुआनिया की 'न्यूरोटेक्नोलॉजी' दूसरे स्थान पर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विशिष्ट पहचान प्राधिकरण (UIDAI) ने अंतरराष्ट्रीय सूचना प्रौद्योगिकी संस्थान (IIIT), हैदराबाद के साथ मिलकर फेस और आइरिस एज वेरिएंस संबंधी बायोमेट्रिक SDK बेंचमार्किंग चुनौतियों के विजेताओं को सम्मानित किया। यह पहल आधार प्रमाणीकरण तंत्र को अधिक सटीक, सुरक्षित और स्वदेशी एल्गोरिदम से लैस करने के उद्देश्य से आयोजित की गई थी। फेस चैलेंज में इनोवेट्रिक्स (स्लोवाकिया) पहले और IDBio (USA) दूसरे स्थान पर रही, जबकि आइरिस चैलेंज में IDBio (USA) ने पहला और न्यूरोटेक्नोलॉजी (लिथुआनिया) ने दूसरा स्थान प्राप्त किया। अतः सभी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संगीत नाटक अकादमी द्वारा घोषित 'उस्ताद बिस्मिल्लाह खान युवा पुरस्कार' और अकादमी सम्मानों के संदर्भ में निम्नलिखित कथनों पर विचार कीजिए: A. संगीत नाटक अकादमी की जनरल काउंसिल द्वारा संगीत, नृत्य, नाटक, लोक/आदिवासी कला एवं कठपुतली विधाओं में पुरस्कारों की घोषणा की गई। B. 'उस्ताद बिस्मिल्लाह खान युवा पुरस्कार' के तहत 106 युवा कलाकारों का चयन किया गया। C. उस्ताद बिस्मिल्लाह खान युवा पुरस्कार विजेता को ₹25,000 की नकद राशि, एक ताम्रपत्र और एक अंगवस्त्रम प्रदान किया जाता है। D. संगीत नाटक अकादमी फेलोशिप (अकादमी रत्न) 7 प्रतिष्ठित विभूतियों को तथा मुख्य अकादमी पुरस्कार 108 कलाकारों को दिए जाने की घोषणा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संगीत नाटक अकादमी (नई दिल्ली) ने प्रदर्शन कलाओं (संगीत, नृत्य, रंगमंच, लोक एवं आदिवासी कला) के क्षेत्र में समग्र योगदान हेतु प्रतिष्ठित अकादमी पुरस्कारों और युवा पुरस्कारों की घोषणा की। इसके तहत 7 मूर्धन्य विभूतियों को अकादमी फेलोशिप (अकादमी रत्न), 108 वरिष्ठ कलाकारों को अकादमी पुरस्कार तथा 106 प्रतिभाशाली युवाओं को 'उस्ताद बिस्मिल्लाह खान युवा पुरस्कार' देने का निर्णय लिया गया। युवा पुरस्कार के तहत प्रत्येक विजेता को ₹25,000 की सम्मान राशि, ताम्रपत्र और अंगवस्त्रम दिया जाता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युवा कार्यक्रम एवं खेल मंत्रालय के 'मेरा युवा भारत' (MY भारत) प्लेटफॉर्म को हाल ही में किस राष्ट्रव्यापी ऑनलाइन गतिविधि हेतु 'गिनीज वर्ल्ड रिकॉर्ड्स' (Guinness World Records) प्रमाण पत्र से सम्मानित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'विकसित भारत यंग लीडर्स डायलॉग क्विज़' में एक सप्ताह में 8.39 लाख से अधिक युवाओं द्वारा ऑनलाइन भागीदारी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राष्ट्रव्यापी 'रन फॉर एनवायरनमेंट' में 10 लाख युवाओं का सामूहिक पंजीकरण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अंतरराष्ट्रीय योग दिवस पर 50 लाख युवाओं द्वारा एक साथ सूर्य नमस्कार का लाइव प्रसारण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नशा मुक्त भारत डिजिटल प्रतिज्ञा में 1 करोड़ ई-हस्ताक्षर एकत्र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'विकसित भारत यंग लीडर्स डायलॉग क्विज़' में एक सप्ताह में 8.39 लाख से अधिक युवाओं द्वारा ऑनलाइन भागीदारी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राष्ट्रव्यापी 'रन फॉर एनवायरनमेंट' में 10 लाख युवाओं का सामूहिक पंजीकरण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अंतरराष्ट्रीय योग दिवस पर 50 लाख युवाओं द्वारा एक साथ सूर्य नमस्कार का लाइव प्रसारण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नशा मुक्त भारत डिजिटल प्रतिज्ञा में 1 करोड़ ई-हस्ताक्षर एकत्र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युवा कार्यक्रम एवं खेल मंत्रालय के स्वायत्त निकाय 'मेरा युवा भारत' (MY Bharat) को 'एक सप्ताह में एक ऑनलाइन क्विज़ प्रतियोगिता में सर्वाधिक लोगों द्वारा भाग लेने' का नया कीर्तिमान स्थापित करने पर 'गिनीज वर्ल्ड रिकॉर्ड्स' प्रमाण पत्र प्रदान किया गया। यह ऐतिहासिक रिकॉर्ड 'विकसित भारत यंग लीडर्स डायलॉग क्विज़' के दौरान बना, जिसमें 25 से 31 अक्टूबर के बीच 8.39 लाख से अधिक युवाओं ने सक्रिय भागीदारी की और 3.90 लाख से अधिक प्रतिभागियों को प्रमाणित किया गया।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प्रशासनिक सुधार और लोक शिकायत विभाग (DARPG) द्वारा आयोजित 29वें 'राष्ट्रीय ई-गवर्नेस पुरस्कार' (NAeG 2026) के संदर्भ में निम्नलिखित कथनों पर विचार कीजिए: A. इस राष्ट्रीय ई-गवर्नेंस पुरस्कार समारोह का आयोजन 1-2 जुलाई 2026 को जयपुर (राजस्थान) में किया गया। B. इस वर्ष कुल सात श्रेणियों में 10 स्वर्ण पुरस्कार, 6 रजत पुरस्कार और एक जूरी पुरस्कार प्रदान किए गए। C. स्वर्ण पुरस्कार विजेताओं को ₹10 लाख तथा रजत पुरस्कार विजेताओं को ₹5 लाख की प्रोत्साहन राशि, ट्रॉफी व प्रमाण पत्र दिए जाते हैं। D. यह पुरस्कार केवल निजी आईटी कंपनियों को उनके व्यावसायिक सॉफ्टवेयर निर्यात के लिए प्रदान किए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प्रशासनिक सुधार और लोक शिकायत विभाग (DARPG) द्वारा 29वें राष्ट्रीय ई-गवर्नेंस पुरस्कार (NAeG 2026) सम्मेलन का भव्य आयोजन जयपुर (राजस्थान) में किया गया। डिजिटल गवर्नेंस और नागरिक केंद्रित सेवाओं में नवाचार को प्रोत्साहित करने हेतु कुल 7 अलग-अलग श्रेणियों में 10 स्वर्ण पुरस्कार, 6 रजत पुरस्कार और एक जूरी पुरस्कार दिए गए। पुरस्कार में ट्रॉफी, प्रशस्ति पत्र तथा स्वर्ण पदक विजेता को ₹10 लाख एवं रजत पदक विजेता को ₹5 लाख की राशि दी जाती है। कथन D गलत है क्योंकि यह सरकारी मंत्रालयों, राज्यों और जिला प्रशासनों के ई-गवर्नेंस प्रोजेक्ट्स को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वैश्विक स्तर पर बने असाधारण कीर्तिमानों (Records) के संदर्भ में निम्नलिखित कथनों पर विचार कीजिए: A. अमेरिकी पर्वतारोही टायलर एंड्रयूज (Tyler Andrews) ने माउंट एवरेस्ट को महज 9 घंटे 55 मिनट में फतह कर 23 साल पुराना रिकॉर्ड तोड़ा। B. इससे पूर्व वर्ष 2003 में नेपाली शेरपा ल्हाकपा गेलू ने माउंट एवरेस्ट पर 10 घंटे 56 मिनट में सबसे तेज चढ़ाई का रिकॉर्ड बनाया था। C. भारतीय-अमेरिकी छात्र श्रेय पारिख ने 'स्क्रिप्स नेशनल स्पेलिंग बी 2026' के फाइनल में 'Bromocriptine' शब्द की सही स्पेलिंग बताकर खिताब जीता। D. श्रेय पारिख ने प्रतियोगिता के दौरान 90 सेकंड में 32 कठिन शब्दों की सही वर्तनी बताकर नया विश्व रिकॉर्ड भी स्थापित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अमेरिकी पर्वतारोही टायलर एंड्रयूज ने एवरेस्ट बेस कैंप से मात्र 9 घंटे 55 मिनट में दुनिया की सर्वोच्च चोटी माउंट एवरेस्ट (8848.86 मीटर) पर चढ़ाई पूरी कर ल्हाकपा गेलू शेरपा का 2003 का 10 घंटे 56 मिनट का ऐतिहासिक रिकॉर्ड ध्वस्त कर दिया। वहीं अमेरिका में आयोजित प्रतिष्ठित 97वीं 'स्क्रिप्स नेशनल स्पेलिंग बी' प्रतियोगिता में भारतीय मूल के 12 वर्षीय छात्र श्रेय पारिख ने फाइनल स्पेल-ऑफ में दवा के नाम 'Bromocriptine' की सही वर्तनी बताकर चैंपियनशिप जीती और 90 सेकंड में 32 शब्द सही स्पेल करने का रिकॉर्ड बनाया।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उच्च पदों पर नियुक्त महत्वपूर्ण प्रशासनिक एवं न्यायिक अधिकारियों और उनके पदों का सही मिलान कीजिए: सूची-I: सूची-I: A. न्यायमूर्ति मीनाक्षी मदन राय B. डी.के. शिवकुमार C. डॉ. आशीष कुमार भूटानी D. जयंत चौधरी सूची-II: 1. मुख्य न्यायाधीश, पटना उच्च न्यायालय (पूर्व में सिक्किम HC की वरिष्ठ जज) 2. 25वें मुख्यमंत्री, कर्नाटक (शपथ: राज्यपाल थावरचंद गहलोत द्वारा) 3. अध्यक्ष, राष्ट्रीय सहकारिता नीति-2025 क्रियान्वयन एवं निगरानी समिति (सचिव, सहकारिता मंत्रालय) 4. अध्यक्ष, समग्र ITI परिवर्तन हेतु नव-गठित 'सारथी' (SARTHI) कार्य बल (केंद्रीय कौशल विकास राज्य मंत्री)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मीनाक्षी मदन राय ने पटना उच्च न्यायालय की मुख्य न्यायाधीश का पदभार संभाला (A-1)। डी.के. शिवकुमार ने कर्नाटक के 25वें मुख्यमंत्री के रूप में शपथ ली (B-2)। सहकारिता मंत्रालय के सचिव डॉ. आशीष कुमार भूटानी की अध्यक्षता में 'राष्ट्रीय सहकारिता नीति-2025' की राष्ट्रीय स्तरीय कार्यान्वयन समिति की पहली बैठक नई दिल्ली में हुई (C-3)। केंद्रीय कौशल विकास एवं उद्यमिता राज्य मंत्री (स्वतंत्र प्रभार) जयंत चौधरी की अध्यक्षता में देश भर के ITI संस्थानों के आधुनिकीकरण हेतु 'सारथी' (रणनीतिक सलाहकार एवं सुधार कार्य बल) की पहली बैठक संपन्न हुई (D-4)।</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विकसित स्वदेशी वीडियो जनरेशन AI मॉडल 'वार्या' (Varya) की तकनीकी विशेषताओं के संदर्भ में निम्नलिखित कथनों पर विचार कीजिए: A. 'वार्या' (Varya) एक अत्याधुनिक वीडियो स्टोरी जनरेटिंग आर्टिफिशियल इंटेलिजेंस मॉडल है जिसे भारतीय सांस्कृतिक संदर्भों हेतु ढाला गया है। B. इसका विकास 'इंडिया एआई मिशन' के सहयोग से AI-नेटिव कंपनी AVATAAR.AI (अवतार) द्वारा किया गया है। C. यह मॉडल डिस्टिल्ड वीडियो जनरेशन तकनीक का उपयोग करता है जो वीडियो निर्माण को 50 चरणों से घटाकर मात्र 4 चरणों में समेट देती है। D. यह मॉडल वैश्विक स्तर के अन्य वीडियो मॉडलों की तुलना में 10 गुना अधिक कुशल है और ₹0.48 प्रति सेकंड की अत्यंत किफायती लागत पर वीडियो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इलेक्ट्रॉनिक्स और सूचना प्रौद्योगिकी मंत्रालय (MeitY) के सहयोग से 'इंडिया एआई मिशन' के तहत AVATAAR.AI ने भारत का पहला स्वदेशी वीडियो जनरेटिव AI मॉडल 'वार्या' (Varya) लॉन्च किया। यह मॉडल भारतीय पहनावे, त्योहारों, खान-पान, क्षेत्रीय विविधता और बोलचाल के दृश्य संदर्भों को सटीकता से समझता है। यह डिस्टिल्ड डिफ्यूजन तकनीक पर आधारित है, जिससे वीडियो रेंडरिंग का समय 50 स्टेप्स से घटकर 4 स्टेप्स रह जाता है। यह ओपनएआई के सोरा जैसे वैश्विक मॉडलों की तुलना में 10 गुना तेज और ₹0.48 प्रति सेकंड की अत्यंत सस्ती लागत पर कार्य करता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मरुस्थलीकरण एवं सूखा निवारण दिवस 2026' तथा भारत की 'बॉन चैलेंज प्रगति रिपोर्ट' के संदर्भ में निम्नलिखित कथनों पर विचार कीजिए: A. यह अंतरराष्ट्रीय दिवस प्रतिवर्ष 17 जून को संयुक्त राष्ट्र मरुस्थलीकरण रोकथाम अभिसमय (UNCCD) के तत्वावधान में मनाया जाता है। B. वर्ष 2026 में नई दिल्ली में आयोजित राष्ट्रीय कार्यक्रम का मुख्य विषय 'चारागाह: पहचानें। सम्मान करें। पुनर्स्थापित करें।' निर्धारित था। C. बॉन चैलेंज (Bonn Challenge) के तहत भारत ने 2030 तक 26 मिलियन हेक्टेयर भूमि बहाली के लक्ष्य के मुकाबले 21.76 मिलियन हेक्टेयर भूमि बहाल कर ली है। D. राजस्थान में शुरू की गई 'अरावली ग्रीन वॉल पहल' ने वित्त वर्ष 2025-26 के दौरान अपने वार्षिक वृक्षारोपण व बहाली लक्ष्यों को पार कर लिया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 जून को संयुक्त राष्ट्र मरुस्थलीकरण रोकथाम अभिसमय (UNCCD) के अंतर्गत विश्व मरुस्थलीकरण व सूखा निवारण दिवस मनाया गया। केंद्रीय पर्यावरण मंत्री भूपेंद्र यादव की अध्यक्षता में संपन्न कार्यक्रम का विषय 'चारागाह: पहचानें। सम्मान करें। पुनर्स्थापित करें।' था। इस अवसर पर 'इंडियन फॉरेस्टर' का विशेष अंक और 'बॉन चैलेंज पर भारत की दूसरी प्रगति रिपोर्ट' जारी की गई। भारत ने 2030 तक 26 मिलियन हेक्टेयर खराब भूमि को उपजाऊ बनाने के राष्ट्रीय लक्ष्य में से 21.76 मिलियन हेक्टेयर क्षेत्र को पुनर्स्थापित कर लिया है तथा 'अरावली ग्रीन वॉल' परियोजना ने वार्षिक लक्ष्यों को सफलतापूर्वक पार किया है। अतः सभी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'अंतरराष्ट्रीय योग दिवस 2026' और योग से संबंधित वैज्ञानिक अनुसंधानों के संदर्भ में निम्नलिखित कथनों पर विचार कीजिए: A. इस वर्ष योग महोत्सव की उल्टी गिनती के तहत लोनार (महाराष्ट्र) में 75-दिवसीय, कान्हा शांति वनम (हैदराबाद) में 50-दिवसीय और खजुराहो (MP) में 25-दिवसीय काउंटडाउन कार्यक्रम हुए। B. इसके साथ ही आयुष मंत्रालय द्वारा राष्ट्रव्यापी '100 दिन, 100 शहर, 100 संगठन' जन-जागरूकता अभियान भी संचालित किया गया। C. केंद्रीय मंत्री डॉ. जितेंद्र सिंह द्वारा 'योग एंड प्रिवेंशन ऑफ टाइप 2 डायबिटीज़: एन इंटीग्रेटेड अप्रोच टू वेलनेस' नामक विशेष पुस्तक जारी की गई। D. एंडोक्रिनोलॉजिस्ट डॉ. एस. वी. मधु द्वारा संपादित इस पुस्तक के नैदानिक निष्कर्षों के अनुसार नियमित योग से टाइप 2 डायबिटीज का खतरा 40% तक कम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21 जून 2026 को मनाए गए 12वें अंतरराष्ट्रीय योग दिवस की पूर्व तैयारी हेतु आयुष मंत्रालय ने 100 दिवसीय व्यापक काउंटडाउन श्रृंखला चलाई। इसके तहत 13 मार्च को विज्ञान भवन से 100-डे, लोनार (महाराष्ट्र) से 75-डे, कान्हा शांति वनम (हैदराबाद) से 50-डे और खजुराहो (मध्य प्रदेश) से 25-डे काउंटडाउन सत्र आयोजित किए गए। साथ ही जारी वैज्ञानिक पुस्तक 'Yoga and Prevention of Type 2 Diabetes' (संपादक डॉ. एस.वी. मधु) में भारतीय आयुर्विज्ञान अनुसंधान द्वारा प्रमाणित किया गया कि नियमित योग एवं प्राणायाम से टाइप 2 डायबिटीज का जोखिम 40% तक घट जाता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स्टार्टअप पारितंत्र हेतु लॉन्च किए गए 'सयुज' (Sayuj) ऐप तथा CSIR के 'राइज (RISE) कॉन्क्लेव 2026' के संदर्भ में निम्नलिखित कथनों पर विचार कीजिए: A. 'सयुज' (Sayuj) ऐप स्टार्टअप्स, इनोवेटर्स, इनक्यूबेटर्स और मेंटर्स को एक मंच पर जोड़ने वाला एक AI-सक्षम एकीकृत डिजिटल प्लेटफॉर्म है। B. 'राइज (RISE) कॉन्क्लेव 2026' का आयोजन वैज्ञानिक एवं औद्योगिक अनुसंधान परिषद (CSIR) द्वारा बेंगलुरु में किया गया। C. RISE कॉन्क्लेव का उद्घाटन केंद्रीय विज्ञान एवं प्रौद्योगिकी मंत्री डॉ. जितेंद्र सिंह ने 'विकसित भारत 2047 के लिए इनोवेशन और एंटरप्रेन्योरशिप' थीम पर किया। D. इसमें CSIR की नेशनल एयरोस्पेस लैबोरेट्रीज (NAL), CFTRI तथा फोर्थ पैराडाइम इंस्टीट्यूट (4PI) ने तकनीकी साझेदारी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नवाचार और उद्यमशीलता इकोसिस्टम को गति देने के लिए 'सयुज' (Sayuj) मोबाइल ऐप लॉन्च किया गया, जो AI आधारित नेटवर्किंग के जरिए स्टार्टअप्स, इनक्यूबेटर्स और निवेशकों के बीच सीधा समन्वय स्थापित करता है। वहीं बेंगलुरु में CSIR द्वारा 'राइज (Research, Industry, Start-up &amp; Entrepreneurship - RISE) कॉन्क्लेव 2026' आयोजित हुआ। डॉ. जितेंद्र सिंह द्वारा उद्घाटित इस कॉन्क्लेव में CSIR-NAL, CFTRI और 4PI ने एयरोस्पेस, AI, डीप-टेक और खाद्य नवाचारों के व्यावसायीकरण का रोडमैप प्रस्तुत किया। अतः सभी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सामाजिक न्याय एवं अधिकारिता विभाग द्वारा 'नशीली दवाओं के दुरुपयोग और अवैध तस्करी के विरुद्ध अंतरराष्ट्रीय दिवस' के उपलक्ष्य में 'नशा मुक्त भारत सप्ताह 2026' का आयोजन किस अवधि में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 से 7 जून, 2026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 से 17 जून, 2026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17 से 26 जून, 2026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 से 30 जून, 2026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17 से 26 जून, 2026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से 7 जून, 2026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 से 17 जून, 2026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 से 30 जून, 2026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सामाजिक न्याय एवं अधिकारिता विभाग द्वारा देश के युवाओं को नशीले पदार्थों के दुष्प्रभावों से बचाने और पुनर्वास तंत्र को मजबूत करने हेतु 17 से 26 जून 2026 तक राष्ट्रव्यापी 'नशा मुक्त भारत सप्ताह 2026' का आयोजन किया गया। इसका मुख्य विषय 'नशा मुक्त भारत अभियान - विकसित भारत की पहचान' रखा गया था। 26 जून (नशीली दवाओं के दुरुपयोग के विरुद्ध अंतरराष्ट्रीय दिवस) को इस अभियान का समापन हुआ जिसमें देश भर के 500 से अधिक जिलों में जन-जागरूकता रैलियां, कार्यशालाएं और विशेष लघु फिल्मों का प्रदर्शन किया गया।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नौसेना के हालिया स्वदेशी युद्धपोतों/परियोजनाओं और उनकी सही श्रेणियों/विशेषताओं का मिलान कीजिए: सूची-I: सूची-I: A. INS दूनागिरी B. INS संशोधक C. INS अग्रय D. LRLACM (लंबी दूरी की क्रूज मिसाइल) सूची-II: 1. सर्वेक्षण पोत लार्ज (SVL) परियोजना का चौथा जहाज (GRSE कोलकाता द्वारा निर्मित) 2. अरनाला श्रेणी का एंटी-सबमरीन वॉरफेयर शैलो वॉटर क्राफ्ट (ASW-SWC) का चौथा युद्धपोत 3. नीलगिरी श्रेणी (प्रोजेक्ट-17A) के तहत निर्मित पांचवीं अत्याधुनिक स्टील्थ फ्रिगेट 4. स्वदेशी 'माणिक' टर्बोफैन इंजन से लैस सतह पर सटीक हमला करने वाली क्रूज मिसाइल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INS दूनागिरी भारतीय नौसेना के प्रोजेक्ट 17A (नीलगिरी क्लास) की 5वीं स्टील्थ गाइडेड मिसाइल फ्रिगेट है (A-3)। INS संशोधक 'सर्वेक्षण पोत (लार्ज) - SVL' परियोजना का चौथा उन्नत हाइड्रोग्राफिक सर्वेक्षण जहाज है (B-1)। INS अग्रय 8 वाटर-जेट संचालित अरनाला क्लास का चौथा एंटी-सबमरीन शैलो वाटर क्राफ्ट है (C-2)। LRLACM रक्षा अनुसंधान एवं विकास संगठन (DRDO) द्वारा विकसित 100% स्वदेशी लॉन्ग रेंज सरफेस-टू-सरफेस अटैक क्रूज मिसाइल है जिसमें स्वदेशी 'माणिक' टर्बोफैन इंजन लगा है (D-4)। अतः सही कूट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सेना द्वारा हाल ही में जोधपुर में परीक्षण किए गए स्वदेशी लोइटरिंग म्यूनिशन 'दिव्यास्त्र Mk-1' (Divyastra Mk-1) के संदर्भ में निम्नलिखित कथनों पर विचार कीजिए: A. दिव्यास्त्र Mk-1 एक स्वदेशी टैक्टिकल लोइटरिंग म्यूनिशन (आत्मघाती/कामिकेज़ ड्रोन) प्रणाली है। B. इसका विकास भारतीय रक्षा स्टार्टअप 'होवरिट' (Hoverit) द्वारा 95% स्वदेशी कलपुर्जों के साथ किया गया है। C. इसकी प्रभावी मारक क्षमता 500 किलोमीटर तथा हवा में लगातार 5 घंटे तक उड़ान भरने की परिचालन सहनशीलता है। D. यह आर्टिफिशियल इंटेलिजेंस (AI) आधारित स्वार्म अटैक (Swarm Attack) और स्वायत्त लक्ष्य पहचान तकनीक से लैस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सेना ने राजस्थान के जोधपुर सैन्य क्षेत्र में मोबाइल लॉन्चर से स्वदेशी लोइटरिंग म्यूनिशन 'दिव्यास्त्र Mk-1' का सफल परीक्षण किया। मेक इन इंडिया के तहत डिफेंस स्टार्टअप होवरिट (Hoverit) द्वारा 95% स्वदेशी तकनीक से निर्मित यह कामिकेज़ ड्रोन 500 किमी तक सटीक स्ट्राइक करने और 5 घंटे तक हवा में मंडराने (Loiter) की क्षमता रखता है। यह AI स्वार्म तकनीक से लैस है, जो दुश्मन के रडार और एयर डिफेंस नेटवर्क को चकमा देकर बंकरों, तोपखाने और सैन्य काफिलों को पूरी तरह तबाह कर सकता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वायु सेना और DRDO द्वारा हाल ही में सफल परीक्षण की गई हवा-से-सतह पर मार करने वाली एंटी-रेडिएशन मिसाइल 'रुद्र एम-II' (Rudram-II) का परीक्षण किस लड़ाकू विमान प्लेटफॉर्म से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राफेल (Rafale)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सुखोई-30 एमकेआई (Sukhoi-30 MKI)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मिराज 2000 (Mirage 2000)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एलसीए तेजस (LCA Tejas)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सुखोई-30 एमकेआई (Sukhoi-30 MKI)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राफेल (Rafale)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मिराज 2000 (Mirage 2000)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एलसीए तेजस (LCA Tejas)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रक्षा अनुसंधान एवं विकास संगठन (DRDO) और भारतीय वायु सेना (IAF) ने स्वदेशी हवा-से-सतह पर मार करने वाली अत्याधुनिक मिसाइल 'रुद्र एम-II' (Rudram-II) का सुखोई-30 MKI लड़ाकू विमान से सफल उड़ान परीक्षण किया। रक्षा अनुसंधान केंद्र इमारत (RCI), हैदराबाद द्वारा विकसित यह नेक्स्ट-जनरेशन एंटी-रेडिएशन मिसाइल दुश्मन के ग्राउंड-बेस्ड रडार, अर्ली वार्निंग सिस्टम, एयर डिफेंस कमांड पोस्ट और संचार बंकरों को अत्यधिक उच्च गति से खोजकर नष्ट करने में सक्षम है। अतः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अंतरिक्ष अनुसंधान और हालिया खगोलीय खोजों के संदर्भ में 'लूनर आउटपोस्ट' तथा 'सुपरनोवा SN 2023zcu' के संदर्भ में निम्नलिखित कथनों पर विचार कीजिए: A. अमेरिकी अंतरिक्ष एजेंसी नासा (NASA) चंद्रमा के दक्षिणी ध्रुव पर 'लूनर आउटपोस्ट' (Lunar Outpost) नाम से एक स्थायी बेस कैंप स्थापित करेगी। B. खगोलविदों ने पृथ्वी से लगभग 90.7 मिलियन प्रकाश वर्ष दूर स्थित सर्पिल आकाशगंगा NGC 2139 के किनारे पर सुपरनोवा SN 2023zcu की खोज की। C. सुपरनोवा SN 2023zcu की खोज तारे के विस्फोट के मात्र एक दिन के भीतर कर ली गई थी, जो दुर्लभ वैज्ञानिक घटना है। D. 'लूनर आउटपोस्ट' केवल मंगल ग्रह के चारों ओर चक्कर लगाने वाला एक मानव रहित मौसम उपग्रह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नासा के आर्टेमिस कार्यक्रम के तहत चंद्रमा के दक्षिणी ध्रुव पर स्थित शाश्वत रूप से छायादार क्रेटरों के पास 'लूनर आउटपोस्ट' नामक स्थायी चंद्र बेस कैंप बनाया जा रहा है ताकि भविष्य के मंगल मानव मिशनों हेतु आधार तैयार हो सके। खगोल वैज्ञानिकों ने शक्तिशाली टेलीस्कोप्स के जरिए 90.7 मिलियन प्रकाश वर्ष दूर आकाशगंगा NGC 2139 में सुपरनोवा SN 2023zcu की विस्फोट के 24 घंटे के भीतर खोज की। कथन D गलत है क्योंकि लूनर आउटपोस्ट चंद्रमा की सतह पर बनने वाला स्थायी मानव बेस है, मंगल का मौसम उपग्रह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परिवार स्वास्थ्य सर्वेक्षण (NFHS-6) और NFHS-5 के तुलनात्मक स्वास्थ्य व पोषण संकेतकों के संदर्भ में निम्नलिखित कथनों पर विचार कीजिए: A. 5 वर्ष से कम आयु के बच्चों में 'स्टंटिंग' (उम्र के अनुपात में कम लंबाई) NFHS-5 के 35.5% से घटकर NFHS-6 में 29.3% रह गई है। B. बच्चों में 'वेस्टिंग' (लंबाई के अनुपात में अत्यधिक दुबलापन) NFHS-5 के 7.7% से घटकर NFHS-6 में 5.2% दर्ज की गई है। C. 12-23 माह के बच्चों में 'पूर्ण टीकाकरण कवरेज' 83.8% से सुधरकर 87.1% तक पहुँच गया है। D. देश में संस्थागत प्रसव (Institutional Deliveries) की दर बढ़कर 90.6% तथा कुल प्रजनन दर (TFR) 2.0 पर स्थिर दर्ज हुई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स्वास्थ्य एवं परिवार कल्याण मंत्रालय द्वारा जारी NFHS-6 के आधिकारिक आंकड़ों के अनुसार भारत में मातृ एवं शिशु स्वास्थ्य संकेतकों में अभूतपूर्व सुधार हुआ है। बच्चों में स्टंटिंग 35.5% से घटकर 29.3% तथा वेस्टिंग 7.7% से घटकर 5.2% रह गई है। पूर्ण टीकाकरण कवरेज 87.1% पर पहुंच गया है और संस्थागत प्रसव 90.6% दर्ज हुआ है। परिवारों के स्तर पर स्वास्थ्य बीमा कवरेज 41.0% से बढ़कर 60.2% हो गया है। राष्ट्रीय स्तर पर कुल प्रजनन दर (TFR) 2.0 पर स्थिर बनी हुई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महापंजीयक कार्यालय द्वारा जारी 'सैंपल रजिस्ट्रेशन सिस्टम' (SRS) रिपोर्ट 2024 के संदर्भ में निम्नलिखित कथनों पर विचार कीजिए: A. देश की औसत कुल प्रजनन दर (TFR) घटकर 1.9 दर्ज हुई है, जो जनसंख्या प्रतिस्थापन स्तर (2.1) से नीचे आ चुकी है। B. राजस्थान सहित 6 राज्यों (बिहार, उत्तर प्रदेश, मध्य प्रदेश, राजस्थान, छत्तीसगढ़ और झारखंड) में TFR अभी भी 2.1 के रिप्लेसमेंट लेवल से ऊपर बनी हुई है। C. राजस्थान में कुल प्रजनन दर (TFR) ग्रामीण क्षेत्रों में 2.4 तथा शहरी क्षेत्रों में 2.1 दर्ज की गई है। D. भारत के सभी राज्यों एवं केंद्र शासित प्रदेशों में सबसे कम प्रजनन दर दिल्ली (TFR 1.2) में दर्ज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महापंजीयक और जनगणना आयुक्त कार्यालय द्वारा जारी सैंपल रजिस्ट्रेशन सिस्टम (SRS) सांख्यिकीय रिपोर्ट 2024 के अनुसार भारत की राष्ट्रीय कुल प्रजनन दर (TFR) घटकर 1.9 रह गई है, जिससे भारत जनसांख्यिकीय स्थिरीकरण की दिशा में अग्रसर है। हालांकि 6 बड़े राज्यों-बिहार, उत्तर प्रदेश, मध्य प्रदेश, राजस्थान, छत्तीसगढ़ और झारखंड में TFR अभी भी प्रतिस्थापन स्तर (2.1) से अधिक है। राजस्थान में ग्रामीण TFR 2.4 और शहरी TFR 2.1 दर्ज हुई। देश में सबसे कम TFR राजधानी दिल्ली (1.2) में रिकॉर्ड की गई।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कृषि क्षेत्र में संचालित हालिया पहलों 'खेत बचाओ अभियान' तथा 'ऑयलसीड्स किसान मित्र' के संदर्भ में निम्नलिखित कथनों पर विचार कीजिए: A. केंद्रीय कृषि मंत्री शिवराज सिंह चौहान द्वारा मध्य प्रदेश के रायसेन जिले से 1 से 30 जून 2026 तक 'खेत बचाओ अभियान' शुरू किया गया। B. इस अभियान का उद्देश्य संतुलित उर्वरक उपयोग, मृदा स्वास्थ्य कार्ड, प्राकृतिक खेती और वैज्ञानिक कृषि पद्धतियों को बढ़ावा देना है। C. 'ऑयलसीड्स किसान मित्र' देश में तिलहन किसानों के लिए 24x7 उपलब्ध भारत की पहली व्हाट्सएप आधारित AI परामर्श सेवा है। D. इस AI परामर्श सेवा का विकास ICAR-भारतीय तिलहन अनुसंधान संस्थान (IIOR), हैदराबाद द्वारा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मिट्टी की सेहत सुधारने और अंधाधुंध रासायनिक खादों के प्रयोग को रोकने के लिए केंद्रीय कृषि मंत्रालय ने जून 2026 में रायसेन (MP) से 'खेत बचाओ अभियान' का आगाज किया। साथ ही तिलहन फसलों (सरसों, सोयाबीन, मूंगफली आदि) में किसानों को कीट प्रबंधन, मौसम और उन्नत बीजों की वास्तविक समय जानकारी देने हेतु ICAR-IIOR हैदराबाद ने भारत का पहला 24x7 व्हाट्सएप AI चैटबॉट 'ऑयलसीड्स किसान मित्र' राष्ट्र को समर्पित किया। अतः सभी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द्वारा हाल ही में लॉन्च किए गए महत्वपूर्ण डिजिटल पोर्टल्स और उनके प्राथमिक उद्देश्यों का सही मिलान कीजिए: सूची-I: सूची-I: A. सेतु (SETU) पोर्टल B. NAFEX.in पोर्टल C. एयर सुविधा D. ग्रीन हाइड्रोजन प्रमाणन पोर्टल सूची-II: 2. 0 (Air Suvidha 2.0) 1. उमंग (UMANG) प्लेटफॉर्म पर छात्रवृत्ति व शिक्षा सेवाओं का एकीकृत समाधान 2. नैफेड (NAFED) का डिजिटल कमोडिटी ऑक्शन व ई-नीलामी प्लेटफॉर्म 3. अंतरराष्ट्रीय हवाई यात्रियों हेतु संपर्क रहित स्वास्थ्य स्व-घोषणा प्रणाली 4. राष्ट्रीय हरित हाइड्रोजन मिशन के तहत मानकीकरण व ओरिजिन सत्यापन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उमंग प्लेटफॉर्म पर शुरू किया गया 'सेतु पोर्टल' देश भर के विद्यार्थियों को छात्रवृत्ति योजनाओं का वन-स्टॉप डिजिटल समाधान देता है (A-1)। NAFEX.in भारतीय राष्ट्रीय कृषि सहकारी विपणन संघ (NAFED) का अत्याधुनिक ई-ऑक्शन प्लेटफॉर्म है (B-2)। 'एयर सुविधा 2.0' अंतरराष्ट्रीय उड़ानों से आने वाले यात्रियों के लिए सुगम संपर्क-रहित स्वास्थ्य स्व-घोषणा पोर्टल है (C-3)। 'ग्रीन हाइड्रोजन सर्टिफिकेशन पोर्टल' भारत के राष्ट्रीय हरित हाइड्रोजन मिशन के तहत उत्पादन व ग्रीन क्रेडिट्स का प्रमाणीकरण करता है (D-4)।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रिजर्व बैंक की 'Q-SAFE विशेषज्ञ समिति' तथा मध्य प्रदेश सरकार के 'टेंपल बॉन्ड्स' के संदर्भ में निम्नलिखित कथनों पर विचार कीजिए: A. RBI ने वित्तीय पारिस्थितिकी तंत्र को क्वांटम साइबर खतरों से सुरक्षित करने हेतु 8-सदस्यीय 'Q-SAFE विशेषज्ञ समिति' का गठन किया है। B. इस उच्च-स्तरीय Q-SAFE समिति की अध्यक्षता IIT मद्रास के प्रोफेसर अनिल प्रभाकर को सौंपी गई है। C. मध्य प्रदेश सरकार देश में पहली बार उज्जैन-मालवा के 11 मंदिरों के विकास एवं सिंहस्थ कुंभ 2028 हेतु 'टेंपल बॉन्ड' (डेट इंस्ट्रूमेंट) जारी कर रही है। D. ये टेंपल बॉन्ड सामान्य दान से भिन्न वित्तीय ऋण पत्र हैं, जिन पर निवेशकों को निर्धारित ब्याज और परिपक्वता पर मूलधन वापस मिलेगा।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क्वांटम कंप्यूटिंग से बैंकिंग सुरक्षा व एन्क्रिप्शन को होने वाले संभावित साइबर खतरों की समीक्षा हेतु RBI ने IIT मद्रास के प्रो. अनिल प्रभाकर की अध्यक्षता में 'क्वांटम सिक्योर एंड अडैप्टिव फाइनेंशियल इकोसिस्टम' (Q-SAFE) समिति गठित की है। उधर मध्य प्रदेश सरकार ने 2028 के उज्जैन सिंहस्थ कुंभ के दृष्टिगत महाकाल लोक सहित 11 प्रमुख तीर्थों के बुनियादी विकास हेतु देश के पहले 'टेंपल म्युनिसिपल बॉन्ड्स' लाने की घोषणा की है। ये बॉन्ड निश्चित कूपन दर पर निवेशकों को रिटर्न और मैच्योरिटी पर मूलधन की गारंटी देते हैं।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'विकसित वाइब्रेंट विलेज प्रोग्राम 2026' और जल क्षेत्र के 'महा जल मिशन' के संदर्भ में निम्नलिखित कथनों पर विचार कीजिए: A. विकसित वाइब्रेंट विलेज प्रोग्राम मूल रूप से गृह मंत्रालय और ITBP के सहयोग से संचालित 'नेशन फर्स्ट चैलेंज' का राष्ट्रव्यापी विस्तार है। B. इसका प्राथमिक उद्देश्य भारत के उत्तरी सीमावर्ती गांवों में सतत विकास, बुनियादी ढांचे का निर्माण और राष्ट्रीय सुरक्षा जुड़ाव को मजबूत करना है। C. जल शक्ति मंत्रालय और अनुसंधान नेशनल रिसर्च फाउंडेशन (ANRF) ने ₹200 करोड़ के बजट से 'महा जल मिशन' शुरू किया है। D. महा जल मिशन का मुख्य उद्देश्य जल संरक्षण, सीवेज शोधन और जल शुद्धिकरण के क्षेत्र में कार्यरत डीप-टेक स्टार्टअप्स को वित्तीय अनुदान देना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युवा कार्यक्रम एवं खेल मंत्रालय ने गृह मंत्रालय व ITBP के समन्वय से सीमावर्ती गांवों के विकास हेतु 'विकसित वाइब्रेंट विलेज प्रोग्राम 2026' शुरू किया जो 'नेशन फर्स्ट चैलेंज' की अगली कड़ी है। वहीं जल शक्ति मंत्रालय ने विज्ञान व तकनीकी नवाचारों को बढ़ावा देने हेतु ANRF के साथ ₹200 करोड़ का 'महा जल मिशन' शुरू किया है, जिसके माध्यम से जल प्रबंधन, अलवणीकरण और रीसाइक्लिंग में कार्यरत स्टार्टअप्स को रिसर्च ग्रांट व मेंटरशिप दी जाएगी। अतः सभी चारों कथन A, B, C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पूर्वोत्तर में 'मिशन सेनेहजोरी' (Mission Senehjori) तथा उद्यमिता विकास हेतु 'नवाचार मंत्र पहल' के संदर्भ में निम्नलिखित कथनों पर विचार कीजिए: A. 'मिशन सेनेहजोरी' का शुभारंभ असम के दुर्लभ व ऐतिहासिक मूगा रेशम (Muga Silk) को वैश्विक लक्जरी ब्रांड में बदलने हेतु किया गया है। B. यह मिशन डोनर (DoNER) मंत्रालय, असम सरकार और केंद्रीय रेशम बोर्ड द्वारा जोरहाट, शिवसागर, डिब्रूगढ़ व माजुली क्लस्टर्स में संचालित है। C. कौशल विकास एवं उद्यमिता मंत्रालय ने टियर-2 व टियर-3 शहरों में जमीनी उद्यमिता को बढ़ावा देने हेतु 'नवाचार मंत्र पहल' शुरू की है। D. नवाचार मंत्र पहल का कार्यान्वयन NIESBUD द्वारा किया जा रहा है तथा FITT (IIT दिल्ली) इसका तकनीकी ज्ञान भागीदार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मंत्री ज्योतिरादित्य सिंधिया ने असम में 'मिशन सेनेहजोरी' लॉन्च किया, जिसका उद्देश्य 3 वर्षों में ₹400 करोड़ के निवेश से असम के जीआई-टैग प्राप्त 'मूगा सिल्क' को अंतरराष्ट्रीय फैशन परिदृश्य पर स्थापित करना है। इसके तहत जोरहाट, शिवसागर, डिब्रूगढ़ और माजुली को सिल्क क्लस्टर बनाया गया है। दूसरी ओर केंद्रीय कौशल विकास मंत्रालय ने राष्ट्रीय उद्यमिता संस्थान (NIESBUD) और IIT दिल्ली के FITT के सहयोग से 'नवाचार मंत्र पहल' की शुरुआत की, ताकि छोटे शहरों के युवा नवप्रवर्तकों को उद्योग-आधारित इन्क्यूबेशन मिल सके।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पुद्दुचेरी में अधिसूचित नए विशेष आर्थिक क्षेत्रों (SEZ) तथा भारत की पहली 'हाइड्रोजन ट्रेन' के संदर्भ में निम्नलिखित कथनों पर विचार कीजिए: A. पुद्दुचेरी के थट्टनचावडी में आईटी सेवाओं हेतु अधिसूचित SEZ देश का पहला ऐसा SEZ होगा जिसका विकास शहरी स्थानीय निकाय (औलगेरेट नगर पालिका) द्वारा किया जाएगा। B. पुद्दुचेरी के करासुर में बहु-क्षेत्रीय (Multi-Sector) SEZ का विकास औद्योगिक संवर्धन निगम (PIPDIC) द्वारा किया जाएगा। C. भारतीय रेलवे ने देश की पहली हाइड्रोजन संचालित पैसेंजर ट्रेन के संचालन को हरियाणा के जींद-सोनीपत रूट पर स्वीकृति दी है। D. यह ब्रॉड गेज पर चलने वाली दुनिया की सबसे लंबी (10 कोच) और सर्वाधिक शक्तिशाली (2400 kW) हाइड्रोजन ट्रेनों में से एक है जिसकी रफ्तार 75 किमी/घंटा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वाणिज्य एवं उद्योग मंत्रालय के SEZ अनुमोदन बोर्ड ने पुद्दुचेरी में दो नए SEZ स्वीकृत किए, जिसमें थट्टनचावडी देश का पहला ऐसा SEZ है जिसका विकास एक नगर पालिका (Oulgaret Municipality) कर रही है, जबकि करासुर का विकास PIPDIC करेगा। वहीं भारतीय रेलवे ने हरित ऊर्जा की दिशा में ऐतिहासिक कदम उठाते हुए जींद-सोनीपत (हरियाणा) रेल खंड पर भारत की पहली हाइड्रोजन ट्रेन चलाने को हरी झंडी दी है। 2400 किलोवाट क्षमता वाली यह 10 डिब्बों की ट्रेन शून्य-उत्सर्जन पर कार्य करेगी और जींद में स्थापित वाटर इलेक्ट्रोलाइजर प्लांट से हाइड्रोजन प्राप्त करेगी।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'पीएम स्वनिधि' (PM SVANidhi) योजना के वित्तीय प्रावधानों तथा 'भारत-ब्रिटेन महत्वपूर्ण खनिज वेधशाला' के संदर्भ में निम्नलिखित कथनों पर विचार कीजिए: A. पीएम स्वनिधि के तहत स्ट्रीट वेंडर्स को बिना गारंटी 7% ब्याज सब्सिडी के साथ तीन चरणों में क्रमशः ₹15,000, ₹25,000 और ₹50,000 का ऋण दिया जाता है। B. डिजिटल लेनदेन करने वाले रेहड़ी-पटरी विक्रेताओं को योजना के अंतर्गत ₹1,600 तक का वार्षिक कैशबैक प्रोत्साहन प्रदान किया जाता है। C. दूसरे चरण का ऋण समय पर चुकाने वाले विक्रेता ₹30,000 की क्रेडिट सीमा वाले यूपीआई-लिंक्ड रूपे क्रेडिट कार्ड के पात्र होते हैं। D. नई दिल्ली में केंद्रीय मंत्री जी. किशन रेड्डी द्वारा 'भारत-ब्रिटेन महत्वपूर्ण खनिज वैश्विक आपूर्ति श्रृंखला वेधशाला' (TEXMiN IIT ISM धनबाद व कैम्ब्रिज) का शुभारंभ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आवास एवं शहरी कार्य मंत्रालय की 'पीएम स्वनिधि योजना' को मार्च 2030 तक विस्तारित किया गया है। इसके तहत रेहड़ी-पटरी वालों को तीन चरणों में 15k, 25k और 50k का ऋण 7% ब्याज छूट के साथ दिया जाता है तथा डिजिटल ट्रांजेक्शन पर ₹1,600 तक का कैशबैक व ₹30,000 सीमा का रूपे क्रेडिट कार्ड मिलता है। वहीं भारत और ब्रिटेन ने लिथियम, कोबाल्ट, दुर्लभ पृथ्वी तत्वों (REE) की आपूर्ति सुरक्षित करने हेतु TEXMiN (IIT ISM धनबाद) और कैम्ब्रिज यूनिवर्सिटी के संयुक्त तत्वावधान में नई दिल्ली से 'महत्वपूर्ण खनिज वैश्विक आपूर्ति श्रृंखला वेधशाला' शुरू की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खावड़ा (कच्छ) बैटरी भंडारण प्रणाली, सीमांत चौकियों तथा 'खंभात की खाड़ी सी-ब्रिज' के संदर्भ में निम्नलिखित कथनों पर विचार कीजिए: A. अदानी ग्रीन एनर्जी (AGEL) ने खावड़ा (कच्छ, गुजरात) में 3.37 GWh की चीन के बाद दुनिया की दूसरी सबसे बड़ी एकल-स्थान बैटरी भंडारण प्रणाली स्थापित की है। B. केंद्रीय गृह मंत्री अमित शाह ने भारत-पाकिस्तान सीमा (भुज, गुजरात) पर स्थित रणनीतिक बॉर्डर आउट पोस्ट G-7 और G-13 का लोकार्पण किया। C. रक्षा मंत्री राजनाथ सिंह और मुख्यमंत्री योगी आदित्यनाथ ने लखनऊ में ₹19 करोड़ की लागत से निर्मित 'नौसेना शौर्य वाटिका' का उद्घाटन किया। D. गुजरात में खंभात की खाड़ी पर प्रस्तावित 30 किमी लंबा समुद्री पुल (सौराष्ट्र के भावनगर से दक्षिण गुजरात के भरूच) देश का सबसे लंबा सी-ब्रिज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गुजरात के खावड़ा में अदानी ग्रीन एनर्जी ने 3.37 गीगावाट घंटा की विशाल बैटरी एनर्जी स्टोरेज सिस्टम (BESS) परियोजना शुरू की जो वैश्विक स्तर पर चीन के बाद दूसरी सबसे बड़ी प्रणाली है। भारत-पाक सीमा पर बीएसएफ की फॉरवर्ड पोस्ट्स G-7 और G-13 का लोकार्पण भुज में हुआ। लखनऊ में नौसेना के पराक्रम को समर्पित 'नौसेना शौर्य वाटिका' का उद्घाटन हुआ। खंभात की खाड़ी पर प्रस्तावित 30 किमी का सी-ब्रिज वर्तमान में मुंबई के सबसे लंबे अटल सेतु (21.8 किमी) से भी लंबा होगा और भावनगर व भरूच के बीच यात्रा समय को घटाएगा। अतः सभी चारों कथन A, B, C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 2026 में चर्चित राजस्थान राज्य व राष्ट्रीय स्तर के ऐतिहासिक नीतिगत निर्णयों, सूचकांकों एवं कानूनी फैसलों का सही मिलान कीजिए: सूची-I: सूची-I: A. राजस्थान समान नागरिक संहिता (UCC) विधेयक प्रारूप समिति B. वुल्फ पुरस्कार 2025 (क्वांटम भौतिकी में कंपोजिट फर्मियॉन की खोज) C. ग्लोबल पीस इंडेक्स 2026 (इंस्टीट्यूट फॉर इकोनॉमिक्स एंड पीस) D. मनियार इलियाज़ बनाम पी. अय्यप्पन वाद (2026) सूची-II: 1. सुप्रीम कोर्ट द्वारा फुटपाथ पर पैदल चलने के अधिकार (Right to Walk) को अनुच्छेद 21 व 19 के तहत मौलिक अधिकार घोषित करना 2. 163 देशों में भारत 127वें स्थान पर (शीर्ष: आइसलैंड, अंतिम 163वाँ: रूस) 3. सेवानिवृत्त न्यायमूर्ति रंजना प्रकाश देसाई की अध्यक्षता में गठित समिति 4. प्रो. जैनेंद्र के. जैन (मूल निवासी: सांभर, जयपुर - पेंसिल्वेनिया स्टेट यूनिवर्सिटी)</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समान नागरिक संहिता विधेयक का प्रारूप तैयार करने हेतु सुप्रीम कोर्ट की पूर्व न्यायाधीश रंजना प्रकाश देसाई की अध्यक्षता में 5-सदस्यीय समिति गठित की गई है (A-3)। राजस्थान के सांभर कस्बे (जयपुर) में पले-बढ़े भौतिक विज्ञानी प्रो. जैनेंद्र के. जैन को क्वांटम भौतिकी में 'कंपोजिट फर्मियॉन' की खोज हेतु इजराइल का प्रतिष्ठित 'वुल्फ पुरस्कार-2025' दिया गया (B-4)। ग्लोबल पीस इंडेक्स 2026 में 163 देशों में भारत 127वें स्थान पर रहा जबकि आइसलैंड प्रथम व रूस 163वें स्थान पर रहा (C-2)। सुप्रीम कोर्ट ने मनियार इलियाज़ मामले में फुटपाथ पर सुरक्षित पैदल चलने के अधिकार को संविधान के अनुच्छेद 19(1)(d) और अनुच्छेद 21 के तहत मौलिक अधिकार का अभिन्न अंग घोषित किया (D-1)। अतः सही कूट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