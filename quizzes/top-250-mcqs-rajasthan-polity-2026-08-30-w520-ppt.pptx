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राज्यपाल के पद के सृजन एवं ऐतिहासिक पृष्ठभूमि के संदर्भ में निम्नलिखित कथनों पर विचार कीजिए: A. 7वें संविधान संशोधन अधिनियम, 1956 द्वारा राजस्थान में 'राजप्रमुख' पद को समाप्त कर 'राज्यपाल' पद का सृजन किया गया। B. राज्य पुनर्गठन आयोग (फजल अली आयोग) की सिफारिशों के आधार पर 1 नवम्बर, 1956 को यह व्यवस्था प्रभावी हुई। C. सरदार गुरुमुख निहाल सिंह को राजस्थान का पहला राज्यपाल 25 अक्टूबर, 1956 को नियुक्त किया गया तथा उन्होंने 1 नवम्बर, 1956 को पदभार ग्रहण किया। D. 1 नवम्बर, 1956 से पूर्व राजस्थान राज्य के संवैधानिक प्रमुख 'महाराजाधिराज' के रूप में जाने जाते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7वें संविधान संशोधन अधिनियम, 1956 और राज्य पुनर्गठन आयोग की अनुशंसा के आधार पर राजस्थान में 1 नवम्बर 1956 को 'राजप्रमुख' (महाराजा सवाई मानसिंह द्वितीय) का पद समाप्त कर राज्यपाल पद की स्थापना की गई। सरदार गुरुमुख निहाल सिंह को 25 अक्टूबर 1956 को राजस्थान का प्रथम राज्यपाल नियुक्त किया गया और उन्होंने 1 नवम्बर 1956 को पदभार संभाला। कथन D गलत है क्योंकि 1 नवम्बर 1956 से पूर्व राजस्थान के संवैधानिक प्रमुख 'राजप्रमुख' कहलाते थे, न कि महाराजाधिराज।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राज्यपाल से संबंधित प्रमुख अनुच्छेदों एवं उनके सांविधानिक प्रावधानों का सही मिलान कीजिए: सूची-I: सूची-I: A. अनुच्छेद 153 B. अनुच्छेद 154 C. अनुच्छेद 155 D. अनुच्छेद 156 सूची-II: 1. राज्यपाल की नियुक्ति राष्ट्रपति के मुहर लगे आज्ञापत्र द्वारा 2. प्रत्येक राज्य के लिए एक राज्यपाल का प्रावधान 3. राज्य की कार्यपालिका शक्ति का राज्यपाल में निहित होना 4. राज्यपाल की पदावधि (राष्ट्रपति के प्रसादपर्यंत)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6 में अनुच्छेद 153 के तहत प्रत्येक राज्य के लिए एक राज्यपाल का प्रावधान है (7वें संशोधन 1956 द्वारा एक ही व्यक्ति को दो या अधिक राज्यों का राज्यपाल नियुक्त किया जा सकता है)। अनुच्छेद 154 के अनुसार राज्य की संपूर्ण कार्यपालिका शक्ति राज्यपाल में निहित होगी जिसका प्रयोग वह स्वयं या अपने अधीनस्थ अधिकारियों के माध्यम से करेगा। अनुच्छेद 155 के तहत राज्यपाल की नियुक्ति भारत के राष्ट्रपति द्वारा अपने हस्ताक्षर और मुद्रा सहित अधिपत्र (warrant under hand and seal) द्वारा की जाती है। अनुच्छेद 156 के अनुसार राज्यपाल राष्ट्रपति के प्रसादपर्यंत पद धारण करता है तथा सामान्यतः उसका कार्यकाल 5 वर्ष होता है। अतः सही सुमेलन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पद की योग्यताओं (अर्हताओं) एवं सेवा शर्तों के संबंध में निम्नलिखित कथनों पर विचार कीजिए: A. संविधान के अनुच्छेद 157 के अनुसार राज्यपाल नियुक्त होने के लिए न्यूनतम आयु 35 वर्ष पूर्ण होनी चाहिए तथा वह भारत का नागरिक होना चाहिए। B. संविधान के अनुच्छेद 158 के अनुसार राज्यपाल संसद अथवा किसी राज्य विधानमंडल के किसी सदन का सदस्य नहीं होगा। C. यदि कोई संसद या विधानमंडल का सदस्य राज्यपाल नियुक्त होता है, तो उसे पद ग्रहण करने की तिथि से सदन में अपना स्थान रिक्त मानना होगा। D. राज्यपाल अपने कार्यकाल के दौरान अन्य कोई लाभ का पद (Office of Profit) भी धारण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157 में राज्यपाल की केवल दो अनिवार्य अर्हताएँ दी गई हैं-वह भारत का नागरिक हो और 35 वर्ष की आयु पूरी कर चुका हो। अनुच्छेद 158 के तहत पद की शर्तें निर्धारित हैं कि वह संसद या विधानमंडल के किसी सदन का सदस्य नहीं होगा और यदि है तो राज्यपाल का पद ग्रहण करने की तारीख से उसका स्थान रिक्त समझा जाएगा। साथ ही वह कोई अन्य लाभ का पद धारण नहीं करेगा तथा उसके कार्यकाल में उसकी उपलब्धियों व भत्तों में अलाभकारी परिवर्तन नहीं किया जा सकेगा। कथन D गलत है क्योंकि लाभ का पद धारण करने पर पूर्ण प्रतिबंध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राज्यपाल को पद एवं गोपनीयता की शपथ के संदर्भ में कौन-सा सांविधानिक प्रावधान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शपथ का प्रारूप संविधान की तीसरी अनुसूची में दिया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शपथ उच्च न्यायालय के मुख्य न्यायाधीश या उनकी अनुपस्थिति में उपलब्ध वरिष्ठतम न्यायाधीश द्वारा दिलाई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शपथ की पूरी प्रक्रिया और प्रारूप का उल्लेख अनुच्छेद 158 में किया गया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राष्ट्रपति के समक्ष नई दिल्ली में पद की शपथ 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शपथ उच्च न्यायालय के मुख्य न्यायाधीश या उनकी अनुपस्थिति में उपलब्ध वरिष्ठतम न्यायाधीश द्वारा दिलाई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शपथ का प्रारूप संविधान की तीसरी अनुसूची में दिया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शपथ की पूरी प्रक्रिया और प्रारूप का उल्लेख अनुच्छेद 158 में किया गया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राष्ट्रपति के समक्ष नई दिल्ली में पद की शपथ 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159 के तहत राज्यपाल को संबंधित राज्य के उच्च न्यायालय के मुख्य न्यायाधीश (Chief Justice) अथवा उनकी अनुपस्थिति में उस न्यायालय के उपलब्ध वरिष्ठतम न्यायाधीश द्वारा शपथ या प्रतिज्ञान कराया जाता है। सबसे महत्वपूर्ण तथ्य यह है कि राज्यपाल के शपथ का प्रारूप संविधान की तीसरी अनुसूची में नहीं है, बल्कि सीधे अनुच्छेद 159 में ही समाहित है। राष्ट्रपति या संघ के गृह मंत्री शपथ नहीं दिलाते।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7वें संशोधन अधिनियम, 1956 द्वारा एक ही व्यक्ति को दो या अधिक राज्यों का राज्यपाल नियुक्त किए जाने पर वेतन-भत्तों के संदर्भ में कौन-सा कथन सही है? A. उसे दोनों राज्यों से पूरा-पूरा दोहरा वेतन प्राप्त होता है। B. उसके वेतन एवं भत्ते उन राज्यों के बीच ऐसे अनुपात में आवंटित किए जाएंगे जो राष्ट्रपति आदेश द्वारा अवधारित करे। C. इसका निर्धारण संबंधित राज्यों की विधानसभाएँ आपस में मिलकर करती हैं। D. उच्चतम न्यायालय के मुख्य न्यायाधीश के परामर्श से संसद इसका निर्णय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158(3क) को 7वें संविधान संशोधन अधिनियम, 1956 द्वारा अंतःस्थापित किया गया था। इसके अनुसार जहाँ एक ही व्यक्ति को दो या अधिक राज्यों का राज्यपाल नियुक्त किया जाता है, वहाँ उस राज्यपाल को संदेय उपलब्धियाँ और भत्ते उन राज्यों के बीच ऐसे अनुपात में आवंटित किए जाएँगे जो राष्ट्रपति आदेश द्वारा अवधारित (Determine) करे। राज्य विधानसभाओं या न्यायपालिका का इसमें कोई क्षेत्राधिकार नहीं होता।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राज्यपाल के प्रमुख विशेषाधिकारों एवं शक्तियों से संबंधित अनुच्छेदों का सही मिलान कीजिए: सूची-I: सूची-I: A. अनुच्छेद 161 B. अनुच्छेद 163 C. अनुच्छेद 165 D. अनुच्छेद 174 सूची-II: 1. राज्यपाल को सहायता एवं सलाह देने हेतु मंत्रिपरिषद 2. क्षमादान, दंडादेश के निलंबन, परिहार या लघुकरण की शक्ति 3. राज्य के विधानमंडल के सत्र को आहूत, सत्रावसान और विधानसभा का विघटन 4. राज्य के महाधिवक्ता (Advocate General) की नियुक्ति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161 राज्यपाल को राज्य सूची व समवर्ती सूची के विषयों पर दंडादेश के निलंबन, परिहार, लघुकरण तथा क्षमादान की शक्ति प्रदान करता है (मृत्युदंड व कोर्ट मार्शल को केवल राष्ट्रपति क्षमा कर सकते हैं)। अनुच्छेद 163 के अनुसार राज्यपाल को उसके स्वविवेकी कार्यों को छोड़कर अन्य कार्यों में सहायता व सलाह देने के लिए मुख्यमंत्री के नेतृत्व में एक मंत्रिपरिषद होगी। अनुच्छेद 165 के तहत राज्यपाल राज्य के महाधिवक्ता की नियुक्ति करता है जो राज्यपाल के प्रसादपर्यंत पद धारण करता है। अनुच्छेद 174 के अनुसार राज्यपाल राज्य विधानमंडल के सदन को समय-समय पर आहूत, सत्रावसान और विधानसभा को विघटित कर सकता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200 के अधीन राज्य विधानमंडल द्वारा पारित विधेयकों पर राज्यपाल की शक्तियों के संबंध में निम्नलिखित कथनों पर विचार कीजिए: A. राज्यपाल विधेयक पर अनुमति दे सकता है अथवा अनुमति रोक सकता है। B. वह धन विधेयक के अतिरिक्त किसी अन्य विधेयक को पुनर्विचार के लिए विधानमंडल को लौटा सकता है। C. यदि विधानमंडल संशोधन सहित या बिना संशोधन के विधेयक पुनः पारित कर दे, तो राज्यपाल अनुमति देने के लिए बाध्य है। D. यदि कोई विधेयक उच्च न्यायालय की संवैधानिक स्थिति को खतरे में डालता है, तो राज्यपाल उसे राष्ट्रपति के विचारार्थ आरक्षित रखने के लिए बाध्य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200 के तहत राज्य विधानमंडल द्वारा पारित किसी विधेयक के प्रस्तुत होने पर राज्यपाल के पास चार विकल्प होते हैं-स्वीकृति देना, स्वीकृति रोकना, पुनर्विचार हेतु लौटाना (धन विधेयक को छोड़कर), या राष्ट्रपति के विचारार्थ आरक्षित करना। यदि विधानमंडल पुनर्विचार के बाद पुनः विधेयक पारित कर दे तो राज्यपाल को अनुमति देनी ही होती है। अनुच्छेद 200 के दूसरे परंतुक के अनुसार यदि राज्यपाल की राय में कोई विधेयक उच्च न्यायालय की शक्तियों को इस प्रकार अल्पीकृत करता है कि उसकी संवैधानिक स्थिति संकटापन्न हो जाए, तो राज्यपाल ऐसे विधेयक पर अनुमति नहीं देगा बल्कि उसे अनिवार्यतः राष्ट्रपति के विचार के लिए आरक्षित रखेगा।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213 के अंतर्गत राज्यपाल की अध्यादेश प्रख्यापित करने की शक्ति के संदर्भ में असत्य कथन चुनिए: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अध्यादेश केवल तभी जारी कर सकता है जब राज्य विधानमंडल का कोई एक या दोनों सदन सत्र में 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 अध्यादेश जारी करने का अधिकार उसका व्यक्तिगत स्वविवेकीय अधिकार है और वह मंत्रिपरिषद की सलाह के बिना इसे जारी कर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अध्यादेश को विधानमंडल का सत्र पुनः प्रारंभ होने की तारीख से 6 सप्ताह के भीतर दोनों सदनों द्वारा स्वीकृत किया जाना आवश्यक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द्वारा प्रख्यापित अध्यादेश की वही शक्ति और प्रभाव होता है जो राज्य विधानमंडल द्वारा पारित अधिनियम का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राज्यपाल का अध्यादेश जारी करने का अधिकार उसका व्यक्तिगत स्वविवेकीय अधिकार है और वह मंत्रिपरिषद की सलाह के बिना इसे जारी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अध्यादेश केवल तभी जारी कर सकता है जब राज्य विधानमंडल का कोई एक या दोनों सदन सत्र में 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अध्यादेश को विधानमंडल का सत्र पुनः प्रारंभ होने की तारीख से 6 सप्ताह के भीतर दोनों सदनों द्वारा स्वीकृत किया जाना आवश्यक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द्वारा प्रख्यापित अध्यादेश की वही शक्ति और प्रभाव होता है जो राज्य विधानमंडल द्वारा पारित अधिनियम का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213 के तहत राज्यपाल की अध्यादेश निर्माण की शक्ति कोई स्वविवेकीय शक्ति नहीं है, बल्कि यह एक कार्यपालिकीय विधायी शक्ति है जिसका प्रयोग वह मुख्यमंत्री एवं मंत्रिपरिषद के परामर्श व सहायता से ही करता है। यह शक्ति केवल विधानमंडल के विश्रांतिकाल (Recess) में ही प्रयुक्त होती है। यदि विधानमंडल सत्र शुरू होने के 6 सप्ताह के भीतर इसे पारित नहीं करता, तो यह स्वतः निष्प्रभावी हो जाता है। राज्यपाल इसे किसी भी समय वापस भी ले सकता है। अतः विकल्प B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राष्ट्रपति शासन (अनुच्छेद 356) के ऐतिहासिक दौरों एवं उस समय के राज्यपालों के संदर्भ में निम्नलिखित कथनों पर विचार कीजिए: A. राजस्थान में प्रथम राष्ट्रपति शासन (1967) के समय राज्यपाल डॉ. सम्पूर्णानंद थे तथा इसे राज्यपाल हुकुम सिंह के कार्यकाल में हटाया गया था। B. द्वितीय राष्ट्रपति शासन (1977) कार्यवाहक राज्यपाल जस्टिस वेदपाल त्यागी के समय लगाया गया तथा रघुकुल तिलक के समय हटाया गया। C. तृतीय राष्ट्रपति शासन (1980) की घोषणा लगाने और हटाने दोनों के समय राज्यपाल रघुकुल तिलक थे। D. चतुर्थ राष्ट्रपति शासन (1992-1993) डॉ. एम. चेन्ना रेड्डी के समय लागू हुआ तथा बलिराम भगत के समय समाप्त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कुल 4 बार राष्ट्रपति शासन लगा है: 1. प्रथम (13 मार्च 1967 से 26 अप्रैल 1967): लागू करते समय डॉ. सम्पूर्णानंद, हटाते समय सरदार हुकुम सिंह; 2. द्वितीय (30 अप्रैल 1977 से 22 जून 1977): लागू करते समय जस्टिस वेदपाल त्यागी (कार्यवाहक), हटाते समय रघुकुल तिलक; 3. तृतीय (16 फरवरी 1980 से 6 जून 1980): लागू व हटाने दोनों के समय रघुकुल तिलक (वे एकमात्र राज्यपाल हैं जिनके कार्यकाल में 2 बार उद्घोषणा हटी); 4. चतुर्थ (15 दिसम्बर 1992 से 3 दिसम्बर 1993): लागू करते समय डॉ. एम. चेन्ना रेड्डी, जबकि हटाते समय बलिराम भगत थे (इस दौरान धनिक लाल मंडल और डॉ. स्वरूप सिंह भी कार्यवाहक रहे)।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राज्यपालों एवं उनसे संबंधित विशिष्ट ऐतिहासिक तथ्यों का सही मिलान कीजिए: सूची-I: सूची-I: A. सरदार बलिराम भगत B. एयर चीफ मार्शल ओ.पी. मेहरा C. रघुकुल तिलक D. मदन लाल खुराना सूची-II: 1. हिन्दुस्तान एयरोनॉटिक्स लिमिटेड (HAL) के अध्यक्ष व वायु सेना प्रमुख रहे 2. राज्यपाल बनने से पूर्व राजस्थान लोक सेवा आयोग (RPSC) के सदस्य रहे 3. लोकसभा के अध्यक्ष (Speaker) के पद पर भी आसीन रहे 4. अपने कार्यकाल के दौरान राज्यपाल पद से त्यागपत्र दिया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सरदार बलिराम भगत 1993 से 1998 तक राजस्थान के राज्यपाल रहे और वे 1976-1977 में लोकसभा के 5वें अध्यक्ष भी रह चुके थे। एयर चीफ मार्शल ओ.पी. मेहरा (1982-1985) भारतीय वायुसेना के प्रमुख तथा हिन्दुस्तान एयरोनॉटिक्स लिमिटेड (HAL) के अध्यक्ष रहे। रघुकुल तिलक (1977-1981) राज्यपाल बनने से पूर्व 1958 से 1960 तक राजस्थान लोक सेवा आयोग के सदस्य रह चुके थे। मदन लाल खुराना ने जनवरी 2004 से नवम्बर 2004 तक राज्यपाल रहने के बाद सक्रिय राजनीति में लौटने हेतु पद से त्यागपत्र दिया था (श्रीमती प्रतिभा पाटिल ने भी राष्ट्रपति चुनाव लड़ने हेतु 2007 में त्यागपत्र दिया था)। अतः सही सुमेलन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विश्वविद्यालयीय एवं प्रशासनिक भूमिका के संबंध में निम्नलिखित कथनों पर विचार कीजिए: A. राजस्थान के राज्यपाल राज्य के सभी राजकीय (वित्त-पोषित) विश्वविद्यालयों के पदेन कुलाधिपति (Chancellor) होते हैं। B. राज्यपाल राजस्थान केंद्रीय विश्वविद्यालय (अजमेर) के भी कुलाधिपति होते हैं। C. राजस्थान में 'गवर्नर रिलीफ फण्ड' (राज्यपाल राहत कोष) का गठन 1975 में राज्यपाल सरदार जोगिंदर सिंह के कार्यकाल में हुआ था। D. राज्यपाल द्वारा राज्य में 'स्मार्ट विलेज पहल' का क्रियान्वयन राज्य विश्वविद्यालयों के माध्यम से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राज्यपाल राज्य के सभी राज्य-पोषित विश्वविद्यालयों (जैसे राजस्थान विश्वविद्यालय, RTU कोटा, संस्कृत वि.वि.) के कुलाधिपति होते हैं और वे कुलपतियों की नियुक्ति करते हैं। केंद्रीय विश्वविद्यालयों (जैसे Central University of Rajasthan, बांदरसिंदरी अजमेर) के कुलाधिपति भारत के राष्ट्रपति द्वारा नियुक्त होते हैं, राज्यपाल इसके कुलाधिपति नहीं होते। राजस्थान में गवर्नर रिलीफ फण्ड का गठन 1975 में तत्कालीन राज्यपाल सरदार जोगिंदर सिंह के समय हुआ था जिससे राज्यपाल के निर्देशानुसार व्यय किया जाता है। राज्यपाल की स्मार्ट विलेज पहल राज्य विश्वविद्यालयों द्वारा गोद लिए गांवों के विकास हेतु संचालित है। अतः कथन B गलत है तथा A, C,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के किस ऐतिहासिक फैसले में यह स्पष्ट किया गया कि मुख्यमंत्री और मंत्रिपरिषद की सलाह के बिना राज्यपाल को विधानसभा का सत्र आहूत करने की स्वविवेकीय शक्ति प्राप्त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बी.पी. सिंघल वाद, 2010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एस.आर. बोम्मई वाद, 1994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नबाम रेबिया वाद, 2016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शमशेर सिंह वाद, 1974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नबाम रेबिया वाद, 2016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बी.पी. सिंघल वाद, 2010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एस.आर. बोम्मई वाद, 1994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शमशेर सिंह वाद, 1974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2016 के बहुचर्चित 'नबाम रेबिया बनाम डिप्टी स्पीकर (अरुणाचल प्रदेश विधानसभा) वाद' में उच्चतम न्यायालय की 5 जजों की संविधान पीठ ने निर्णय दिया कि अनुच्छेद 174 के तहत विधानसभा का सत्र बुलाना, स्थगित करना या सत्रावसान करना राज्यपाल की स्वविवेकीय शक्ति नहीं है; राज्यपाल ऐसा केवल मुख्यमंत्री और मंत्रिपरिषद की सहायता एवं सलाह के अनुसार ही कर सकता है। वहीं बी.पी. सिंघल वाद (2010) राज्यपाल को केंद्र द्वारा मनमाने ढंग से हटाए जाने पर रोक से संबंधित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द्वारा की जाने वाली नियुक्तियों एवं शपथ के संदर्भ में निम्नलिखित कथनों पर विचार कीजिए: A. राजस्थान उच्च न्यायालय के मुख्य न्यायाधीश एवं अन्य न्यायाधीशों को पद की शपथ राजस्थान के राज्यपाल द्वारा दिलाई जाती है। B. राजस्थान लोक सेवा आयोग (RPSC) के अध्यक्ष व सदस्यों की नियुक्ति राज्यपाल द्वारा की जाती है। C. राजस्थान के लोकायुक्त एवं राज्य मानवाधिकार आयोग के अध्यक्ष की नियुक्ति राज्यपाल द्वारा की जाती है। D. राजस्थान विधानसभा अध्यक्ष (Speaker) को उसके पद की शपथ राज्यपाल द्वारा दिलाई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219 के तहत उच्च न्यायालय के न्यायाधीशों को शपथ राज्यपाल दिलाते हैं (यद्यपि नियुक्ति राष्ट्रपति करते हैं)। RPSC के अध्यक्ष व सदस्यों (अनुच्छेद 316), राज्य मानवाधिकार आयोग अध्यक्ष (धारा 22) तथा लोकायुक्त की नियुक्ति राज्यपाल द्वारा की जाती है। कथन D गलत है क्योंकि विधानसभा अध्यक्ष अपने पद की कोई पृथक शपथ नहीं लेता; वह केवल विधानसभा सदस्य (विधायक) के रूप में शपथ लेता है, जो प्रोटेम स्पीकर या राज्यपाल द्वारा दिलाई जाती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वर्तमान राज्यपाल श्री हरिभाऊ किसनराव बागड़े के संदर्भ में कौन-सा तथ्य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उन्होंने 31 जुलाई, 2024 को राजस्थान के 45वें (नियमित) राज्यपाल के रूप में शपथ ग्रहण 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पूर्व में महाराष्ट्र विधानसभा के 6 बार विधायक रह चुके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2014 में उन्हें महाराष्ट्र विधानसभा का निर्विरोध अध्यक्ष चुना गया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केंद्र सरकार में केंद्रीय कैबिनेट मंत्री के रूप में कार्य कर चुके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 केंद्र सरकार में केंद्रीय कैबिनेट मंत्री के रूप में कार्य कर चुके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उन्होंने 31 जुलाई, 2024 को राजस्थान के 45वें (नियमित) राज्यपाल के रूप में शपथ ग्रहण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पूर्व में महाराष्ट्र विधानसभा के 6 बार विधायक रह चुके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2014 में उन्हें महाराष्ट्र विधानसभा का निर्विरोध अध्यक्ष चुना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हरिभाऊ किसनराव बागड़े ने 31 जुलाई 2024 को राजस्थान के राज्यपाल का पदभार संभाला (उन्हें राजस्थान उच्च न्यायालय के मुख्य न्यायाधीश मणीन्द्र मोहन श्रीवास्तव ने शपथ दिलाई)। वे महाराष्ट्र के औरंगाबाद (छत्रपति संभाजीनगर) क्षेत्र से 6 बार विधायक रहे, 2014 से 2019 तक महाराष्ट्र विधानसभा के निर्विरोध अध्यक्ष रहे तथा महाराष्ट्र सरकार में खाद्य एवं नागरिक आपूर्ति तथा रोजगार गारंटी मंत्री रहे। वे केंद्रीय मंत्रिमंडल में कभी मंत्री नहीं रहे। अतः विकल्प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से संबंधित विभिन्न आयोगों/समितियों एवं उनकी प्रमुख सिफारिशों का सही मिलान कीजिए: सूची-I: सूची-I: A. प्रथम प्रशासनिक सुधार आयोग (1966) B. सरकारिया आयोग (1983) C. पुंछी आयोग (2007) D. वेंकटचलैया आयोग / NCRWC (2002) सूची-II: 1. राज्यपाल की नियुक्ति में मुख्यमंत्री, उपराष्ट्रपति और लोकसभा अध्यक्ष की समिति हो 2. राज्यपाल को 5 वर्ष का निश्चित कार्यकाल मिले और पदच्युति केवल संसद के महाभियोग द्वारा हो 3. राज्यपाल पद पर सक्रिय राजनीतिज्ञ के स्थान पर निष्पक्ष व प्रतिष्ठित व्यक्ति नियुक्त हो 4. अनुच्छेद 356 का प्रयोग केवल अंतिम विकल्प (Dead Letter) के रूप में दुर्लभतम मामलों 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प्रशासनिक सुधार आयोग (ARC-I, 1966) ने सिफारिश की थी कि राज्यपाल के रूप में गैर-दलीय और प्रतिष्ठित व्यक्तियों को नियुक्त किया जाना चाहिए। सरकारिया आयोग (1983) ने केंद्र-राज्य संबंधों पर रिपोर्ट देते हुए कहा कि अनुच्छेद 356 का प्रयोग अंतिम उपाय के रूप में होना चाहिए और राज्यपाल की नियुक्ति में मुख्यमंत्री से अनिवार्य परामर्श हो। पुंछी आयोग (2007) ने सिफारिश की कि राज्यपाल का 5 वर्ष का कार्यकाल स्थायी हो, 'प्रसादपर्यंत' का सिद्धांत हटे और हटाने के लिए संसद द्वारा राज्य विधानमंडल के प्रस्ताव पर महाभियोग प्रक्रिया अपनाई जाए। वेंकटचलैया आयोग (2002) ने नियुक्ति हेतु पीएम, गृहमंत्री, स्पीकर व सीएम की समिति का सुझाव दिया। अतः सही सुमेलन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राज्यपाल के अभिभाषण एवं संदेश भेजने के संवैधानिक अधिकारों के संदर्भ में निम्नलिखित कथनों पर विचार कीजिए: A. अनुच्छेद 175 के तहत राज्यपाल को सदन में अभिभाषण करने तथा सदन को संदेश भेजने का संवैधानिक अधिकार प्राप्त है। B. अनुच्छेद 176 के तहत प्रत्येक आम चुनाव के पश्चात प्रथम सत्र के आरंभ में तथा प्रत्येक वर्ष के प्रथम सत्र के आरंभ में राज्यपाल का विशेष अभिभाषण होता है। C. राजस्थान विधानसभा में सर्वाधिक बार (12 बार) अभिभाषण देने का रिकॉर्ड सरदार गुरुमुख निहाल सिंह के नाम है। D. राज्यपाल के अभिभाषण पर विधानसभा में होने वाली चर्चा के बाद धन्यवाद प्रस्ताव (Motion of Thanks) पारित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175 के तहत राज्यपाल को राज्य विधानसभा में संदेश भेजने और उपस्थित होकर अभिभाषण देने का अधिकार है। अनुच्छेद 176(1) के तहत नई विधानसभा के गठन के बाद प्रथम सत्र तथा प्रत्येक वर्ष के प्रथम (बजट) सत्र के आरंभ में राज्यपाल अनिवार्य रूप से विशेष अभिभाषण देता है जो राज्य सरकार की नीतियों का दस्तावेज होता है। सरदार गुरुमुख निहाल सिंह राजस्थान के सबसे लंबे समय तक (1956 से 1962) राज्यपाल रहे, जिन्होंने सर्वाधिक 12 बार अभिभाषण दिया। अभिभाषण के पश्चात सदन में धन्यवाद प्रस्ताव पेश कर उस पर मतदान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नवीन प्रोटोकॉल (2014) के अंतर्गत राजस्थान के राज्यपाल को औपचारिक रूप से किस अभिवादन से संबोधित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में 'His Excellency' तथा हिन्दी में 'महामहिम'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में 'Honourable Governor' तथा हिन्दी में 'माननीय राज्यपाल' अथवा 'राज्यपाल महोदय'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में 'The Most Honourable' तथा हिन्दी में 'अति सम्माननीय'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अंग्रेजी में 'His Royal Highness' तथा हिन्दी में 'महाराजाधिराज'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अंग्रेजी में 'Honourable Governor' तथा हिन्दी में 'माननीय राज्यपाल' अथवा 'राज्यपाल महोदय'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में 'His Excellency' तथा हिन्दी में 'महामहिम'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में 'The Most Honourable' तथा हिन्दी में 'अति सम्माननीय'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अंग्रेजी में 'His Royal Highness' तथा हिन्दी में 'महाराजाधिराज'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26 अगस्त 2014 को भारत के राष्ट्रपति भवन द्वारा जारी नए प्रोटोकॉल निर्देशों के अनुसार राज्यपालों के संबोधन में से औपनिवेशिक काल के शब्द 'His Excellency' और 'महामहिम' को समाप्त कर दिया गया। अब आधिकारिक कार्यक्रमों और पत्राचार में अंग्रेजी में 'Honourable' अथवा 'Honourable Governor' तथा हिन्दी में 'माननीय राज्यपाल' अथवा 'राज्यपाल महोदय' का प्रयोग अनिवार्य किया गया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कार्यवाहक (Acting) एवं अतिरिक्त प्रभार वाले राज्यपालों के संदर्भ में निम्नलिखित कथनों पर विचार कीजिए: A. जस्टिस जगत नारायण राजस्थान के पहले कार्यवाहक राज्यपाल (1970) बने थे। B. कार्यवाहक राज्यपाल के रूप में सबसे लंबा कार्यकाल जस्टिस के.डी. शर्मा का रहा है। C. 1956 के बाद से अब तक 8 अन्य राज्यों के राज्यपालों को राजस्थान के राज्यपाल का अतिरिक्त प्रभार सौंपा गया है। D. श्री कल्याण सिंह की नियमित नियुक्ति से पूर्व उत्तर प्रदेश के राज्यपाल श्री राम नाईक के पास राजस्थान का अतिरिक्त प्रभार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नवम्बर 1970 में राजस्थान उच्च न्यायालय के मुख्य न्यायाधीश जस्टिस जगत नारायण राज्य के पहले कार्यवाहक राज्यपाल बने। कार्यवाहक राज्यपालों में जस्टिस के.डी. शर्मा का कार्यकाल सबसे लंबा रहा। 1956 के बाद विभिन्न अवधियों में अन्य राज्यों के कुल 8 राज्यपालों (जैसे स्वरूप सिंह, धनिक लाल मंडल, टीवी राजेश्वर, कैलाशपति मिश्र, राम नाईक आदि) को राजस्थान का अतिरिक्त कार्यभार सौंपा गया। 2014 में मार्गरेट अल्वा के हटने के बाद कल्याण सिंह के कार्यभार संभालने तक उत्तर प्रदेश के राज्यपाल राम नाईक कार्यवाहक रहे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राज्यपालों के सही कालानुक्रमिक क्रम (Chronological Order) का मिलान कीजिए: सूची-I: सूची-I: A. 1967-1972 B. 1972-1977 C. 1977-1981 D. 1982-1985 सूची-II: 1. सरदार जोगिन्दर सिंह 2. सरदार हुकुम सिंह 3. एयर चीफ मार्शल ओ.पी. मेहरा 4. रघुकुल तिलक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राज्यपालों का वास्तविक कालक्रम: सरदार हुकुम सिंह (1967 से 1972) -&gt; सरदार जोगिन्दर सिंह (1972 से 1977) -&gt; रघुकुल तिलक (1977 से 1981) -&gt; एयर चीफ मार्शल ओ.पी. मेहरा (1982 से 1985) -&gt; वसंतराव पाटिल (1985 से 1987) -&gt; सुखदेव प्रसाद (1988 से 1990)।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361 के अंतर्गत राज्यपाल को प्राप्त विशेषाधिकारों एवं उन्मुक्तियों (Immunities) के संबंध में विचार कीजिए: A. राज्यपाल अपने पद की शक्तियों के प्रयोग और कर्तव्यों के पालन के लिए किसी न्यायालय के प्रति उत्तरदायी नहीं होगा। B. राज्यपाल की पदावधि के दौरान उसके विरुद्ध किसी न्यायालय में कोई दांडिक (Criminal) कार्यवाही संस्थित नहीं की जा सकेगी। C. राज्यपाल की पदावधि के दौरान उसकी गिरफ्तारी या कारावास के लिए किसी न्यायालय से कोई आदेशिका जारी नहीं होगी। D. राज्यपाल के व्यक्तिगत कार्यों के संबंध में 2 महीने की पूर्व लिखित सूचना दिए बिना कोई दीवानी (Civil) वाद दायर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361 राष्ट्रपति और राज्यपालों को विशेष संवैधानिक संरक्षण प्रदान करता है। इसके तहत: 1. वे अपने पदीय कृत्यों के लिए किसी अदालत में जवाबदेह नहीं हैं; 2. कार्यकाल के दौरान उन पर कोई फौजदारी/आपराधिक मामला नहीं चलाया जा सकता; 3. उनकी गिरफ्तारी या जेल भेजने का वारंट जारी नहीं हो सकता; 4. उनके व्यक्तिगत कार्यों के लिए दीवानी मुकदमा तभी दायर हो सकता है जब कम से कम 2 माह की पूर्व लिखित सूचना तामील की गई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किसी राज्य के विधानमंडल द्वारा पारित धन विधेयक राज्यपाल के समक्ष प्रस्तुत किया जाता है, तो राज्यपाल के पास निम्नलिखित में से कौन-सा विकल्प उपलब्ध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विधेयक पर अपनी अनुमति (Assent) 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विधेयक पर अपनी अनुमति रोक लेना (Withhold assent)।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विधेयक को पुनर्विचार के लिए राज्य विधानमंडल को वापस लौटाना।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विधेयक को राष्ट्रपति के विचारार्थ सुरक्षित रखना।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विधेयक को पुनर्विचार के लिए राज्य विधानमंडल को वापस लौटाना।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विधेयक पर अपनी अनुमति (Assent)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विधेयक पर अपनी अनुमति रोक लेना (Withhold assent)।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विधेयक को राष्ट्रपति के विचारार्थ सुरक्षित रखना।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200 के स्पष्ट प्रावधानों के अनुसार राज्यपाल धन विधेयक (Money Bill) को विधानमंडल को पुनर्विचार के लिए कभी नहीं लौटा सकता, क्योंकि धन विधेयक राज्य विधानसभा में राज्यपाल की पूर्व सिफारिश/अनुमति से ही पेश किया जाता है। राज्यपाल धन विधेयक पर अनुमति दे सकता है, अनुमति रोक सकता है या राष्ट्रपति के विचारार्थ आरक्षित रख सकता है, लेकिन पुनर्विचार हेतु नहीं लौटा सकता।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ऐसे राज्यपालों के संबंध में विचार कीजिए जिनका निधन उनके पद पर रहते हुए हुआ: A. दरबारा सिंह राजस्थान के पहले राज्यपाल थे जिनका पद पर रहते हुए निधन हुआ। B. निर्मल चंद जैन और शैलेंद्र कुमार सिंह का निधन भी राजस्थान के राज्यपाल के पद पर रहते हुए हुआ था। C. श्रीमती प्रभा राव राजस्थान की पहली महिला राज्यपाल थीं जिनका पद पर रहते हुए निधन हुआ। D. अब तक राजस्थान में कुल 4 राज्यपालों का निधन पद पर रहते हुए हो चुका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कुल 4 ऐसे राज्यपाल रहे हैं जिनका निधन उनके कार्यकाल के दौरान हुआ: 1. सरदार दरबारा सिंह (मई 1998 - प्रथम राज्यपाल जिनका पद पर निधन हुआ); 2. निर्मल चंद जैन (सितंबर 2003); 3. शैलेंद्र कुमार सिंह / एस.के. सिंह (दिसंबर 2009); 4. श्रीमती प्रभा राव (अप्रैल 2010 - प्रथम महिला राज्यपाल जिनका पद पर निधन हुआ)।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अनुसूचित क्षेत्रों (Scheduled Areas) के प्रशासन के संदर्भ में संविधान की 5वीं अनुसूची के तहत राज्यपाल की शक्तियों के बारे में कौन-सा कथन सत्य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 अनुसूचित क्षेत्रों के प्रशासन के संबंध में प्रतिवर्ष या जब भी राष्ट्रपति माँगे, राष्ट्रपति को रिपोर्ट देनी होती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जनजाति सलाहकार परिषद (Tribal Advisory Council) के सदस्यों की संख्या और अध्यक्ष की नियुक्ति के नियम बनाता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ऐसे विनियम बना सकता है जो अनुसूचित क्षेत्रों में भूमि के हस्तांतरण को प्रतिबंधित या नियंत्रित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को अनुसूचित क्षेत्रों के प्रशासन के संबंध में प्रतिवर्ष या जब भी राष्ट्रपति माँगे, राष्ट्रपति को रिपोर्ट देनी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जनजाति सलाहकार परिषद (Tribal Advisory Council) के सदस्यों की संख्या और अध्यक्ष की नियुक्ति के नियम बनाता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ऐसे विनियम बना सकता है जो अनुसूचित क्षेत्रों में भूमि के हस्तांतरण को प्रतिबंधित या नियंत्रित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5वीं अनुसूची के पैरा 3, 4 व 5 के अनुसार राज्यपाल को अनुसूचित क्षेत्रों के प्रशासन पर व्यापक शक्तियाँ प्राप्त हैं। वह वार्षिक रिपोर्ट राष्ट्रपति को भेजता है, राज्य की जनजाति सलाहकार परिषद (TAC) के गठन व प्रक्रिया संबंधी नियम बनाता है, और संसद या विधानमंडल के किसी कानून को संशोधित रूप में लागू करने या लागू न करने की अधिसूचना जारी कर सकता है तथा भूमि हस्तांतरण व साहूकारी को नियंत्रित करने हेतु विनियम बना सकता है। अतः सभी विकल्प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राज्यपालों एवं उनके पूर्व में धारित अन्य संवैधानिक/प्रशासनिक पदों का सही मिलान कीजिए: सूची-I: A. डॉ. सम्पूर्णानंद B. सरदार दरबारा सिंह C. श्रीमती प्रतिभा पाटिल D. कल्याण सिंह सूची-II:</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सम्पूर्णानंद राजस्थान के राज्यपाल (1962-1967) बनने से पूर्व उत्तर प्रदेश के दूसरे मुख्यमंत्री रहे थे। सरदार दरबारा सिंह पंजाब विधानसभा के अध्यक्ष एवं पंजाब के वरिष्ठ नेता रहे। श्रीमती प्रतिभा पाटिल 2004 से 2007 तक राजस्थान की प्रथम महिला राज्यपाल रहीं और बाद में भारत की प्रथम महिला राष्ट्रपति बनीं। कल्याण सिंह उत्तर प्रदेश के पूर्व मुख्यमंत्री रहे तथा उन्होंने 2014 से 2019 तक राजस्थान के राज्यपाल का 5 वर्ष का पूर्ण कार्यकाल पूरा किया।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क्षमादान शक्ति (अनुच्छेद 161) के संदर्भ में राष्ट्रपति की क्षमादान शक्ति (अनुच्छेद 72) से तुलनात्मक कथनों पर विचार कीजिए: A. राज्यपाल राज्य विधि के विरुद्ध अपराध के लिए दंडित व्यक्ति के दंडादेश को निलंबित, परिहार या लघुकरण कर सकता है। B. राज्यपाल मृत्युदंड (Death Sentence) को पूर्णतः क्षमा (Pardon) कर सकता है। C. सैन्य न्यायालय (Court Martial) द्वारा दिए गए दंड को क्षमा करने का अधिकार राज्यपाल को प्राप्त नहीं है। D. राज्यपाल और राष्ट्रपति दोनों को मृत्युदंड के दंडादेश के निलंबन, परिहार या लघुकरण की समवर्ती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161 के तहत राज्यपाल राज्य कार्यपालिका शक्ति के विस्तार वाले कानूनों के तहत दिए गए दंड को क्षमा, प्रतिलंबन, विराम, परिहार अथवा लघुकरण कर सकता है। किंतु मृत्युदंड को पूर्ण क्षमा (Pardon) करने की अनन्य शक्ति केवल भारत के राष्ट्रपति (अनुच्छेद 72) के पास है, राज्यपाल मृत्युदंड को माफ नहीं कर सकता (यद्यपि वह मृत्युदंड को निलंबित या लघुकृत कर सकता है)। सैन्य न्यायालय (कोर्ट मार्शल) के दंड को भी केवल राष्ट्रपति माफ कर सकते हैं, राज्यपाल नहीं। अतः कथन B गलत है तथा A, C,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संविधान के किस अनुच्छेद को 44वें संविधान संशोधन अधिनियम, 1978 द्वारा विलोपित (Delete) कर दिया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163(3)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166(4)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167(ग)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158(3)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505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166(4)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163(3)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167(ग)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158(3)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1976 द्वारा अनुच्छेद 166 में खंड (4) जोड़ा गया था जिसमें राज्य सरकार के नियमों की सांविधानिक वैधता पर प्रतिबंध लगाए गए थे। 44वें संविधान संशोधन अधिनियम, 1978 (जो 20 जून 1979 से प्रभावी हुआ) द्वारा अनुच्छेद 166 के खंड (4) को पूर्णतः विलोपित (Repeal) कर दिया गया। अनुच्छेद 163(3) में मंत्रियों द्वारा राज्यपाल को दी गई सलाह की न्यायालय में जाँच न किए जाने का प्रावधान आज भी यथावत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505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सदस्यों की निर्योग्यता (Disqualification) संबंधी मामलों में निर्णय लेने की प्रक्रिया के संदर्भ में कौन-सा कथन सही है? A. संविधान के अनुच्छेद 192 के अनुसार दल-बदल से भिन्न अन्य निरर्हताओं का निर्णय राज्यपाल द्वारा किया जाता है। B. ऐसे किसी प्रश्न पर निर्णय करने से पूर्व राज्यपाल भारत निर्वाचन आयोग (ECI) की राय लेगा और उस राय के अनुसार कार्य करेगा। C. इस संबंध में राज्यपाल का निर्णय अंतिम होता है। D. 10वीं अनुसूची (दल-बदल) के आधार पर निरर्हता का निर्णय राज्यपाल द्वारा मुख्यमंत्री की सलाह से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986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191(1) में उल्लिखित योग्यताओं/निरर्हताओं (जैसे लाभ का पद, विकृतचित्तता, दिवालियापन) के संबंध में अनुच्छेद 192 के तहत निर्णय राज्यपाल द्वारा भारत के निर्वाचन आयोग की बाध्यकारी राय के आधार पर किया जाता है और राज्यपाल का निर्णय अंतिम होता है। कथन D गलत है क्योंकि संविधान की 10वीं अनुसूची (दल-बदल विरोधी कानून) के तहत अयोग्यता का निर्णय राज्यपाल नहीं, बल्कि विधानसभा का अध्यक्ष (Speaker) करता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986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महिला राज्यपालों एवं उनसे संबंधित सही तथ्यों का मिलान कीजिए: सूची-I: सूची-I: A. श्रीमती प्रतिभा पाटिल B. श्रीमती प्रभा राव C. श्रीमती मार्गरेट अल्वा D. डॉ. कमला बेनीवाल सूची-II: 1. राजस्थान की प्रथम महिला राज्यपाल (2004-2007) 2. राजस्थान की दूसरी महिला राज्यपाल जिनका पद पर रहते निधन हुआ (2010) 3. राजस्थान की तीसरी महिला राज्यपाल जिन्होंने पूर्ण कार्यकाल के करीब सेवा दी (2012-2014) 4. राजस्थान की प्रथम महिला उप-मुख्यमंत्री जो बाद में गुजरात की राज्यपाल बनीं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467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3 महिला राज्यपाल रही हैं: 1. श्रीमती प्रतिभा पाटिल (प्रथम महिला राज्यपाल: 8 नवम्बर 2004 से 23 जून 2007); 2. श्रीमती प्रभा राव (दूसरी महिला राज्यपाल: 25 जनवरी 2010 से 26 अप्रैल 2010 को निधन); 3. श्रीमती मार्गरेट अल्वा (तीसरी महिला राज्यपाल: 12 मई 2012 से 7 अगस्त 2014)। डॉ. कमला बेनीवाल राजस्थान की पहली महिला मंत्री व पहली महिला उपमुख्यमंत्री थीं जो बाद में गुजरात व मिजोरम की राज्यपाल बनीं।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467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राज्यपाल को जानकारी देने के संबंध में मुख्यमंत्री के कर्तव्यों का उल्लेख संविधान के किस अनुच्छेद 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167</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168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948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167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165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166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168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167 के अंतर्गत मुख्यमंत्री के तीन प्रमुख संवैधानिक कर्तव्य हैं: (क) राज्य के प्रशासन एवं विधान संबंधी मंत्रिपरिषद के सभी निर्णयों से राज्यपाल को अवगत कराना; (ख) प्रशासन व विधान से संबंधित कोई जानकारी राज्यपाल द्वारा मांगे जाने पर उसे प्रस्तुत करना; (ग) यदि किसी विषय पर किसी मंत्री ने निर्णय ले लिया है किंतु मंत्रिपरिषद ने विचार नहीं किया है, तो राज्यपाल द्वारा अपेक्षा किए जाने पर उसे विचारार्थ परिषद के समक्ष रखवाना। यह मुख्यमंत्री का दायित्व/कर्तव्य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948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वित्तीय शक्तियों एवं राज्य वित्त आयोग के संदर्भ में निम्नलिखित कथनों पर विचार कीजिए: A. राज्य का वार्षिक वित्तीय विवरण (बजट) राज्यपाल के नाम से वित्त मंत्री द्वारा विधानसभा में प्रस्तुत किया जाता है। B. राज्यपाल की पूर्व अनुमति के बिना कोई भी धन विधेयक अथवा अनुदान की मांग विधानसभा में प्रस्तुत नहीं की जा सकती। C. संविधान के अनुच्छेद 243-झ (243-I) और 243-म (243-Y) के तहत राज्यपाल प्रत्येक 5 वर्ष में राज्य वित्त आयोग का गठन करता है। D. राज्य वित्त आयोग अपनी वार्षिक रिपोर्ट मुख्यमंत्री को सौंपता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202 के तहत राज्यपाल प्रत्येक वित्तीय वर्ष में राज्य विधानमंडल के समक्ष बजट प्रस्तुत करवाता है। अनुच्छेद 207 के तहत धन विधेयक और अनुच्छेद 203(3) के तहत अनुदान की मांगें केवल राज्यपाल की पूर्व अनुशंसा पर ही रखी जा सकती हैं। अनुच्छेद 243-I और 243-Y के तहत पंचायतों और नगरपालिकाओं की वित्तीय स्थिति की समीक्षा हेतु राज्यपाल प्रत्येक 5 वर्ष पर राज्य वित्त आयोग का गठन करता है। कथन D गलत है क्योंकि वित्त आयोग अपनी रिपोर्ट राज्यपाल को सौंपता है और राज्यपाल उसे विधानमंडल के समक्ष रखवाता है, मुख्यमंत्री को नहीं।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से संबंधित विशिष्ट संवैधानिक शक्तियों एवं न्यायिक निर्णयों के संदर्भ में निम्नलिखित कथनों पर विचार कीजिए: A. राज्यपाल राज्य विधानमंडल द्वारा पारित किसी भी विधेयक को राष्ट्रपति के विचारार्थ आरक्षित कर सकता है, भले ही वह राज्य सूची का विषय हो। B. उच्चतम न्यायालय के 'बी.पी. सिंघल बनाम भारत संघ (2010)' वाद के अनुसार केंद्र में सरकार बदलने मात्र से राज्यपाल को पद से नहीं हटाया जा सकता। C. राज्यपाल को अपने पद से हटाने के लिए संविधान में महाभियोग (Impeachment) की औपचारिक प्रक्रिया का उल्लेख है। D. राजस्थान में चौथे राष्ट्रपति शासन (1992-93) के दौरान कुल चार व्यक्तियों ने राज्यपाल/कार्यवाहक राज्यपाल के रूप में कार्य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910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200 के तहत राज्यपाल के पास व्यापक अधिकार है कि वह राज्य विधानमंडल के किसी भी विधेयक को राष्ट्रपति के विचारार्थ आरक्षित कर सकता है। उच्चतम न्यायालय ने 'बी.पी. सिंघल वाद (2010)' में स्पष्ट किया कि राज्यपाल केंद्र सरकार का कर्मचारी नहीं है और केवल केंद्र में सत्ता परिवर्तन के आधार पर दुर्भावनापूर्ण तरीके से उसे नहीं हटाया जा सकता। कथन C गलत है क्योंकि संविधान में राज्यपाल को हटाने के लिए किसी महाभियोग का प्रावधान नहीं है; वह राष्ट्रपति के प्रसादपर्यंत (अनुच्छेद 156) पद धारण करता है। कथन D सही है क्योंकि 1992-93 के चौथे राष्ट्रपति शासन में डॉ. एम. चेन्ना रेड्डी, धनिक लाल मंडल, डॉ. स्वरूप सिंह और बलिराम भगत ने कार्य किया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910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राज्यपालों के संदर्भ में निम्नलिखित युग्मों का सही मिलान कीजिए: सूची-I: सूची-I: A. न्यायमूर्ति वेदपाल त्यागी B. सरदार जोगिन्दर सिंह C. डॉ. एम. चेन्ना रेड्डी D. डॉ. स्वरूप सिंह सूची-II: 1. राजस्थान के पहले राज्यपाल जिन्हें अतिरिक्त प्रभार (Additional Charge) दिया गया था 2. राजस्थान में दूसरे राष्ट्रपति शासन को लगाने वाले कार्यवाहक राज्यपाल 3. 1975 में गवर्नर रिलीफ फण्ड की स्थापना के समय पदस्थ राज्यपाल 4. चौथे राष्ट्रपति शासन के समय राज्य में पदस्थ नियमित राज्यपाल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391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वेदपाल त्यागी राजस्थान उच्च न्यायालय के मुख्य न्यायाधीश थे, जिन्होंने 1977 में कार्यवाहक राज्यपाल के रूप में दूसरे राष्ट्रपति शासन की उद्घोषणा की थी। सरदार जोगिन्दर सिंह (1972-1977) के कार्यकाल में 1975 में राजस्थान गवर्नर रिलीफ फण्ड का गठन किया गया था। डॉ. एम. चेन्ना रेड्डी दिसम्बर 1992 में चौथे राष्ट्रपति शासन के समय राजस्थान के राज्यपाल थे। डॉ. स्वरूप सिंह (गुजरात के राज्यपाल) को 1991-92 में राजस्थान के राज्यपाल का अतिरिक्त कार्यभार सौंपा गया था। अतः सही सुमेलन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391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राज्यपाल के रूप में डॉ. सम्पूर्णानंद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उत्तर प्रदेश के मुख्यमंत्री रह चुके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में प्रथम बार राष्ट्रपति शासन (1967) इन्हीं के कार्यकाल में लगाया गया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प्रथम राष्ट्रपति शासन की समाप्ति पर इन्हीं के द्वारा उद्घोषणा वापस ली गई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उन्होंने 1962 से 1967 तक राजस्थान के राज्यपाल का 5 वर्ष का पूर्ण कार्यकाल पूरा किया।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872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प्रथम राष्ट्रपति शासन की समाप्ति पर इन्हीं के द्वारा उद्घोषणा वापस ली गई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उत्तर प्रदेश के मुख्यमंत्री रह चुके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में प्रथम बार राष्ट्रपति शासन (1967) इन्हीं के कार्यकाल में लगाया गया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उन्होंने 1962 से 1967 तक राजस्थान के राज्यपाल का 5 वर्ष का पूर्ण कार्यकाल पूरा किया।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सम्पूर्णानंद 1962 से अप्रैल 1967 तक राजस्थान के राज्यपाल रहे। मार्च 1967 में राज्य में पहली बार त्रिशंकु विधानसभा की स्थिति बनने पर राजनीतिक अस्थिरता के कारण उन्हीं की सिफारिश पर राष्ट्रपति शासन लगाया गया था। परंतु राष्ट्रपति शासन हटाने की उद्घोषणा 26 अप्रैल 1967 को नए राज्यपाल सरदार हुकुम सिंह के पदभार संभालने के बाद हुई थी, डॉ. सम्पूर्णानंद द्वारा नहीं। अतः विकल्प C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872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स्वविवेकी शक्तियों (Discretionary Powers) के संदर्भ में निम्नलिखित कथनों पर विचार कीजिए: A. संविधान के अनुच्छेद 163(1) में स्पष्ट रूप से राज्यपाल की स्वविवेकी शक्तियों को मान्यता दी गई है। B. किसी दल को स्पष्ट बहुमत न मिलने पर मुख्यमंत्री का चयन करना राज्यपाल का स्वविवेकीय अधिकार है। C. अनुच्छेद 163(2) के अनुसार यदि कोई प्रश्न उठे कि कोई मामला राज्यपाल के स्वविवेक का है या नहीं, तो राज्यपाल का निर्णय अंतिम होता है। D. राज्यपाल द्वारा अपने स्वविवेक से किए गए किसी कार्य की विधिमान्यता को इस आधार पर प्रश्नगत नहीं किया जा सकता कि उसे स्वविवेक से कार्य करना चाहिए था या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353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163(1) में राष्ट्रपति की तुलना में राज्यपाल को स्पष्ट स्वविवेकी शक्तियाँ प्राप्त हैं। अनुच्छेद 163(2) के अनुसार, यदि यह प्रश्न उठता है कि कोई विषय राज्यपाल के स्वविवेक का है या नहीं, तो उस पर राज्यपाल का विनिश्चय ही अंतिम होगा और राज्यपाल द्वारा किए गए किसी कार्य की विधिमान्यता को इस आधार पर न्यायालय में चुनौती नहीं दी जा सकती कि वह उसके स्वविवेक में था या नहीं। त्रिशंकु विधानसभा में मुख्यमंत्री की नियुक्ति, सदन में बहुमत सिद्ध करने का निर्देश, और अनुच्छेद 356 की रिपोर्ट भेजना राज्यपाल के स्वविवेक के प्रमुख उदाहरण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353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राज्यपाल से संबंधित भारत के संविधान के अनुच्छेद 166 के तहत राज्य सरकार के कार्य संचालन के संदर्भ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सरकार की सभी कार्यपालिका कार्रवाइयां मुख्यमंत्री के नाम से की हुई कही जाएंगी।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सरकार की सभी कार्यपालिका कार्रवाइयां राज्यपाल के नाम से की हुई कही जाएंगी।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कार्य संचालन के नियम मुख्य सचिव द्वारा बनाए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मंत्रियों में विभागों का बंटवारा राज्यपाल अपनी व्यक्तिगत इच्छा से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सरकार की सभी कार्यपालिका कार्रवाइयां राज्यपाल के नाम से की हुई कही जाएंगी।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सरकार की सभी कार्यपालिका कार्रवाइयां मुख्यमंत्री के नाम से की हुई कही जाएंगी।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कार्य संचालन के नियम मुख्य सचिव द्वारा बनाए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मंत्रियों में विभागों का बंटवारा राज्यपाल अपनी व्यक्तिगत इच्छा से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166(1) के अनुसार किसी राज्य की सरकार की समस्त कार्यपालिका कार्रवाई राज्यपाल के नाम से ही की हुई कही जाएगी। अनुच्छेद 166(2) के अनुसार राज्यपाल के नाम से बने आदेशों का अधिप्रमाणीकरण (Authentication) निर्धारित नियमों के अनुसार किया जाता है। अनुच्छेद 166(3) के अनुसार राज्यपाल राज्य सरकार के कार्य को अधिक सुविधापूर्वक किए जाने तथा मंत्रियों में कार्य आवंटन हेतु नियम (Rules of Business) मुख्यमंत्री के परामर्श से बनाता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की संवैधानिक स्थिति एवं नियुक्ति (अनुच्छेद 164) के संदर्भ में निम्नलिखित कथनों पर विचार कीजिए: A. संविधान के अनुच्छेद 164(1) के अनुसार मुख्यमंत्री की नियुक्ति राज्यपाल द्वारा की जाएगी तथा अन्य मंत्रियों की नियुक्ति मुख्यमंत्री की सलाह पर राज्यपाल द्वारा होगी। B. मंत्री, राज्यपाल के प्रसादपर्यंत (Pleasure of the Governor) अपने पद धारण करते हैं। C. संविधान के अनुसार मुख्यमंत्री बनने के लिए नियुक्ति के समय राज्य विधानमंडल का सदस्य होना अनिवार्य नहीं है। D. यदि कोई गैर-सदस्य मुख्यमंत्री बनता है, तो उसे 6 माह के भीतर विधानमंडल के किसी सदन का सदस्य निर्वाचित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315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164(1) के तहत मुख्यमंत्री की नियुक्ति राज्यपाल करता है (बहुमत दल के नेता के रूप में) तथा अन्य मंत्रियों की नियुक्ति मुख्यमंत्री की सिफारिश पर होती है। मंत्री व्यक्तिगत रूप से राज्यपाल के प्रसादपर्यंत पद धारण करते हैं। अनुच्छेद 164(4) के अनुसार कोई भी व्यक्ति जो विधानमंडल का सदस्य नहीं है, मंत्री या मुख्यमंत्री नियुक्त हो सकता है, परंतु पद ग्रहण की तारीख से निरंतर 6 मास की अवधि के भीतर यदि वह सदस्य नहीं चुना जाता है, तो उसकी मंत्री पद की अवधि समाप्त हो जाती है (जैसे राजस्थान में भैरोंसिंह शेखावत 1977 में और जगन्नाथ पहाड़िया 1980 में शपथ लेते समय विधायक नहीं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315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91वें संविधान संशोधन अधिनियम, 2003 द्वारा मंत्रिपरिषद के आकार के संबंध में किए गए प्रावधानों का सही मिलान कीजिए: सूची-I: सूची-I: A. अनुच्छेद 164(1क) B. राजस्थान में मंत्रियों की अधिकतम संख्या (CM सहित) C. राजस्थान में मंत्रियों की न्यूनतम संख्या (CM सहित) D. 91वें संशोधन के लागू होने का वर्ष सूची-II: 1. 30 मंत्री (विधानसभा कुल सदस्य संख्या 200 का 15%) 2. विधानसभा की कुल सदस्य संख्या के 15% से अधिक नहीं 3. 12 मंत्री (न्यूनतम अनिवार्य सीमा) 4. वर्ष 2004 (1 जनवरी 2004 से प्रभावी)</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796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91वें संविधान संशोधन अधिनियम, 2003 (प्रभावी 1 जनवरी 2004) द्वारा अनुच्छेद 164 में नया खंड (1क) जोड़ा गया। इसके तहत किसी राज्य की मंत्रिपरिषद में मुख्यमंत्री सहित मंत्रियों की कुल संख्या विधानसभा के कुल सदस्यों के 15% से अधिक नहीं होगी तथा किसी राज्य में मुख्यमंत्री सहित मंत्रियों की संख्या 12 से कम नहीं होगी। राजस्थान विधानसभा में कुल 200 सदस्य हैं, अतः राजस्थान में अधिकतम मंत्रियों की संख्या 30 (200 का 15%) तथा न्यूनतम संख्या 12 हो सकती है।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796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सबसे लंबे समय तक मुख्यमंत्री रहे श्री मोहनलाल सुखाड़िया के संदर्भ में निम्नलिखित कथनों पर विचार कीजिए: A. उन्होंने सर्वाधिक चार बार (1954, 1957, 1962, 1967) राजस्थान के मुख्यमंत्री पद की शपथ ली। B. वे लगातार लगभग 17 वर्षों (13 नवम्बर 1954 से 8 जुलाई 1971) तक राजस्थान के मुख्यमंत्री रहे। C. उन्हें 'आधुनिक राजस्थान का निर्माता' कहा जाता है तथा उनके समय ही 1959 में नागौर में पंचायती राज का उद्घाटन हुआ था। D. मुख्यमंत्री पद छोड़ने के बाद वे तमिलनाडु, आंध्र प्रदेश और कर्नाटक के राज्यपाल भी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277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मोहनलाल सुखाड़िया राजस्थान के सर्वाधिक समय तक (17 वर्ष) मुख्यमंत्री रहने वाले राजनेता हैं जिन्होंने 4 बार मुख्यमंत्री पद की शपथ ली। उनके कार्यकाल में 1956 में राजस्थान का अंतिम एकीकरण पूर्ण हुआ, 1959 में पंचायती राज व्यवस्था लागू हुई तथा संभागीय आयुक्त व्यवस्था 1962 में समाप्त की गई। 1971 में त्यागपत्र देने के पश्चात उन्होंने आंध्र प्रदेश, कर्नाटक और तमिलनाडु के राज्यपाल के रूप में भी सेवाएँ दीं।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277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किस पूर्व मुख्यमंत्री को विश्व बैंक के तत्कालीन अध्यक्ष रॉबर्ट मैकनामारा ने गरीबों के कल्याण हेतु उनके अंत्योदय जैसे मौलिक विचारों के सम्मान में "भारत का रॉकफेलर" कहा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हरिदेव जोशी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शिवचरण माथुर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भैरोंसिंह शेखावत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अशोक गहलोत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758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 भैरोंसिंह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हरिदेव जोशी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शिवचरण माथुर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अशोक गहलोत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भैरोंसिंह शेखावत ने 1977 में राजस्थान के पहले गैर-कांग्रेसी मुख्यमंत्री बनने के बाद गरीब परिवारों के उत्थान हेतु ऐतिहासिक 'अंत्योदय योजना' शुरू की थी। इस योजना की अंतरराष्ट्रीय स्तर पर भारी सराहना हुई और विश्व बैंक के तत्कालीन अध्यक्ष रॉबर्ट मैकनामारा (Robert McNamara) ने शेखावत के कल्याणकारी दृष्टिकोण से प्रभावित होकर उन्हें "भारत का रॉकफेलर" (Rockefeller of India) कहकर संबोधित किया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758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मुख्यमंत्रियों एवं उनके कार्यकाल में लगे राष्ट्रपति शासन के संदर्भ में निम्नलिखित कथनों पर विचार कीजिए: A. श्री भैरोंसिंह शेखावत ने अपने मुख्यमंत्रित्व काल में दो बार (1980 एवं 1992) अपनी मंत्रिपरिषद की बर्खास्तगी और राष्ट्रपति शासन का सामना किया। B. वर्ष 1967 में प्रथम राष्ट्रपति शासन के समय मुख्यमंत्री श्री मोहनलाल सुखाड़िया थे। C. वर्ष 1975-1977 के राष्ट्रीय आपातकाल और 1977 के दूसरे राष्ट्रपति शासन के समय मुख्यमंत्री श्री हरिदेव जोशी थे। D. राजस्थान में सबसे कम अवधि (मात्र 16 दिन) तक मुख्यमंत्री रहने का रिकॉर्ड श्री हीरालाल देवपुरा के नाम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भैरोंसिंह शेखावत राजस्थान के एकमात्र ऐसे मुख्यमंत्री हैं जिनकी सरकार को केंद्र द्वारा अनुच्छेद 356 लगाकर दो बार (1980 और 1992 में बाबरी विध्वंस के बाद) बर्खास्त किया गया। 1967 में त्रिशंकु विधानसभा के समय सुखाड़िया जी सीएम थे। 1975 के आपातकाल व 1977 में जनता पार्टी केंद्र सरकार द्वारा विधानसभा भंग किए जाने के समय हरिदेव जोशी सीएम थे। हीरालाल देवपुरा 23 फरवरी 1985 से 10 मार्च 1985 तक मात्र 16 दिनों के लिए मुख्यमंत्री रहे जो राजस्थान के इतिहास में सबसे छोटा कार्यकाल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मुख्यमंत्रियों एवं उनके जन्म/कार्यकाल से संबंधित विशिष्ट तथ्यों का सही मिलान कीजिए: सूची-I: सूची-I: A. श्री टीकाराम पालीवाल B. श्री बरकतुल्लाह खान C. श्री जगन्नाथ पहाड़िया D. श्री सी.एस. वेंकटाचारी सूची-II: 1. राजस्थान के पहले निर्वाचित (Democratic) मुख्यमंत्री व बाद में उपमुख्यमंत्री 2. राजस्थान के एकमात्र अल्पसंख्यक (मुस्लिम) मुख्यमंत्री जिनका पद पर रहते निधन हुआ 3. राजस्थान के प्रथम अनुसूचित जाति (SC) वर्ग के मुख्यमंत्री 4. आई.सी.एस. अधिकारी जिन्हें केंद्र सरकार द्वारा मनोनीत मुख्यमंत्री बनाया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719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टीकाराम पालीवाल मार्च 1952 में राजस्थान के प्रथम निर्वाचित मुख्यमंत्री बने और बाद में जय नारायण व्यास मंत्रिमंडल में उपमुख्यमंत्री भी रहे। बरकतुल्लाह खान (1971-1973) राजस्थान के एकमात्र मुस्लिम मुख्यमंत्री रहे जिनका 1973 में पद पर रहते हुए निधन हो गया। जगन्नाथ पहाड़िया (1980-1981) राजस्थान के पहले दलित (SC) मुख्यमंत्री थे जो बाद में हरियाणा और बिहार के राज्यपाल भी बने। सी.एस. वेंकटाचारी (ICS अधिकारी) 1951 में केंद्र द्वारा नियुक्त मनोनीत मुख्यमंत्री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719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ऐसे नेताओं के संबंध में विचार कीजिए जो तीन या तीन से अधिक बार राजस्थान के मुख्यमंत्री रहे: A. मोहनलाल सुखाड़िया ने 4 बार राजस्थान के मुख्यमंत्री पद की शपथ ली। B. हरिदेव जोशी ने 3 बार (1973, 1985, 1989) राजस्थान के मुख्यमंत्री पद की शपथ ली परंतु कभी भी 5 वर्ष का पूर्ण कार्यकाल नहीं कर सके। C. भैरोंसिंह शेखावत ने 3 बार (1977, 1990, 1993) राजस्थान के मुख्यमंत्री पद की शपथ ली। D. अशोक गहलोत ने 3 बार (1998, 2008, 2018) राजस्थान के मुख्यमंत्री पद की शपथ 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200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4 ऐसे राजनेता हुए हैं जिन्होंने 3 या अधिक बार मुख्यमंत्री पद की शपथ ली: 1. मोहनलाल सुखाड़िया (4 बार - 1954, 1957, 1962, 1967); 2. हरिदेव जोशी (3 बार - 1973, 1985, 1989, खास बात यह कि वे तीनों बार अपना कार्यकाल पूरा नहीं कर पाए); 3. भैरोंसिंह शेखावत (3 बार - 1977, 1990, 1993, जिसमें 1993-98 का कार्यकाल पूर्ण किया); 4. अशोक गहलोत (3 बार - 1998, 2008, 2018, तीनों बार पूर्ण 5-5 वर्ष का कार्यकाल किया)।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200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मुख्यमंत्री के रूप में अपने प्रथम कार्यकाल के दौरान श्री अशोक गहलोत ने किस तिथि को पहली बार मुख्यमंत्री पद की शपथ ग्रहण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दिसम्बर, 1998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दिसम्बर, 1998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 दिसम्बर, 1998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 दिसम्बर, 1998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681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 दिसम्बर, 1998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दिसम्बर, 1998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दिसम्बर, 1998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दिसम्बर, 1998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11वीं राजस्थान विधानसभा चुनाव 1998 में कांग्रेस को मिले भारी बहुमत (153 सीटें) के बाद श्री अशोक गहलोत ने 1 दिसम्बर 1998 को पहली बार राजस्थान के मुख्यमंत्री के रूप में शपथ ग्रहण की थी। इसके बाद उनका दूसरा कार्यकाल 12 दिसम्बर 2008 से तथा तीसरा कार्यकाल 17 दिसम्बर 2018 से प्रारंभ हुआ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681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मुख्यमंत्रियों के संदर्भ में निम्नलिखित विशिष्ट राजनीतिक पदों एवं तथ्यों पर विचार कीजिए: A. हीरालाल देवपुरा राजस्थान के एकमात्र ऐसे नेता हैं जो मुख्यमंत्री, विधानसभा अध्यक्ष तथा राज्य वित्त आयोग के अध्यक्ष तीनों पदों पर रहे। B. जयनारायण व्यास और भैरोंसिंह शेखावत राजस्थान के ऐसे मुख्यमंत्री रहे हैं जो मुख्यमंत्री बनने से पूर्व किसी भी मंत्रिपरिषद में मंत्री नहीं रहे थे। C. शिवचरण माथुर मुख्यमंत्री पद से हटने के बाद असम के राज्यपाल रहे। D. हरिशंकर भाभड़ा राजस्थान के मुख्यमंत्री रहे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162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हीरालाल देवपुरा 1985 में मुख्यमंत्री रहे, बाद में 8वीं विधानसभा में अध्यक्ष रहे तथा दूसरे राज्य वित्त आयोग के अध्यक्ष भी रहे। जयनारायण व्यास (1951) और भैरोंसिंह शेखावत (1977) सीधे मुख्यमंत्री बने, वे पहले कभी राज्य मंत्रिपरिषद में मंत्री नहीं रहे थे। शिवचरण माथुर बाद में असम के राज्यपाल बने (तथा जगन्नाथ पहाड़िया बिहार व हरियाणा के राज्यपाल बने)। कथन D गलत है क्योंकि हरिशंकर भाभड़ा राजस्थान विधानसभा के अध्यक्ष व उपमुख्यमंत्री रहे थे, कभी मुख्यमंत्री नहीं रहे।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162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मुख्यमंत्रियों और उनके समकालीन राज्यपालों के सही युग्मों का मिलान कीजिए: सूची-I (मुख्यमंत्री): सूची-I: A. भैरों सिंह शेखावत (1977) B. बरकतुल्लाह खान (1971) C. मोहन लाल सुखाड़िया (1962) D. वसुंधरा राजे (2003) सूची-II: 1. सरदार जोगिन्दर सिंह 2. रघुकुल तिलक 3. मदनलाल खुराना 4. डॉ. सम्पूर्णानंद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1977 में जब भैरों सिंह शेखावत पहली बार मुख्यमंत्री बने तब राज्यपाल रघुकुल तिलक थे। 1971 में बरकतुल्लाह खान के समय सरदार जोगिन्दर सिंह राज्यपाल थे। 1962 में मोहनलाल सुखाड़िया के तीसरे कार्यकाल में डॉ. सम्पूर्णानंद राज्यपाल थे। 2003 में जब श्रीमती वसुंधरा राजे पहली बार मुख्यमंत्री बनीं तब राजस्थान के राज्यपाल श्री मदनलाल खुराना थे।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मंत्रिपरिषद की बैठकों, कार्यप्रणाली एवं कार्य आवंटन के संदर्भ में निम्नलिखित कथनों पर विचार कीजिए: A. राजस्थान कार्यविधि नियमों के अनुसार मंत्रिपरिषद की बैठक की अध्यक्षता मुख्यमंत्री करता है तथा उसकी अनुपस्थिति में मुख्यमंत्री द्वारा नामनिर्दिष्ट कोई अन्य मंत्री करता है। B. मंत्रिपरिषद की बैठक का स्थान और समय मुख्यमंत्री द्वारा निर्दिष्ट किया जाता है। C. राज्य मंत्री (स्वतंत्र प्रभार) अपने से संबद्ध उप-मंत्री को विभाग का कार्य मुख्यमंत्री के अनुमोदन से ही आवंटित कर सकता है। D. यदि कोई मामला उचित तौर पर किस विभाग से संबंधित है, इस पर विवाद हो तो निर्णय हेतु मामला मुख्य सचिव को भेजा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124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कार्यविधि नियम (Rules of Business) के अनुसार कैबिनेट की बैठक की अध्यक्षता मुख्यमंत्री करते हैं और यदि वे अनुपस्थित हों तो उनके द्वारा नामित वरिष्ठ मंत्री अध्यक्षता करता है। बैठक का समय व एजेंडा मुख्यमंत्री तय करते हैं। किसी विभाग के स्वतंत्र प्रभार वाले राज्य मंत्री द्वारा उप-मंत्री को कार्यों का विभाजन मुख्यमंत्री के पूर्वानुमोदन से ही किया जाता है। यदि विभागों के बीच कार्य क्षेत्र का विवाद उत्पन्न होता है तो कार्य आवंटन नियमों की व्याख्या हेतु मामला मुख्य सचिव को संदर्भित किया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124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1952 में गठित राजस्थान की पहली लोकतांत्रिक (निर्वाचित) सरकार में शिक्षा विभाग का प्रभार निम्नलिखित में से किस मंत्री के पास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मोहनलाल सुखाड़िया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रामकिशोर व्यास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नाथूराम मिर्धा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बलवंत सिंह मेहता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605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नाथूराम मिर्धा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मोहनलाल सुखाड़िया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रामकिशोर व्यास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बलवंत सिंह मेहता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मार्च 1952 में गठित श्री टीकाराम पालीवाल के नेतृत्व वाली राजस्थान की पहली निर्वाचित लोकतांत्रिक सरकार में श्री नाथूराम मिर्धा को शिक्षा विभाग और कृषि विभाग का मंत्री बनाया गया था। श्री मोहनलाल सुखाड़िया के पास राजस्व और नागरिक आपूर्ति विभाग था, जबकि श्री रामकिशोर व्यास के पास गृह और विधि विभाग था।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605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मंत्रियों की आचार संहिता (Code of Conduct) के संदर्भ में निम्नलिखित कथनों पर विचार कीजिए: A. मंत्रियों को पूर्व वित्तीय वर्ष के लिए अपनी परिसंपत्तियों और देनदारियों की घोषणा प्रतिवर्ष 31 जनवरी तक मुख्यमंत्री को प्रस्तुत करनी होती है। B. मंत्रियों को सरकार से कोई भी अचल संपत्ति खरीदने या बेचने से बचना चाहिए (सिवाय अनिवार्य सरकारी अधिग्रहण के)। C. मंत्रियों को किसी नए व्यवसाय में शामिल होने या व्यावसायिक फर्मों से अनुचित लाभ लेने से पूर्णतः बचना चाहिए। D. मंत्रियों के परिवार के सदस्य उस सरकार को माल या सेवाओं की आपूर्ति से संबंधित कोई व्यवसाय न करें, यह सुनिश्चित करना मंत्री का दायित्व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086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मंत्रियों के लिए लागू प्रशासनिक आचार संहिता के तहत पारदर्शिता बनाए रखने हेतु सख्त दिशा-निर्देश हैं: 1. प्रत्येक वित्तीय वर्ष की समाप्ति पर 31 जनवरी तक समस्त चल-अचल संपत्ति व देनदारियों का विवरण सीएम को देना अनिवार्य है; 2. सरकार के साथ व्यक्तिगत संपत्ति का क्रय-विक्रय वर्जित है; 3. व्यवसाय या व्यापार का प्रत्यक्ष संचालन प्रतिबंधित है; 4. परिवार के सदस्यों को सरकारी ठेकों और आपूर्ति कार्यों से दूर रखना अनिवार्य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086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मुख्यमंत्रियों द्वारा वित्त मंत्री के रूप में बजट प्रस्तुत करने के संदर्भ में सही मिलान कीजिए: सूची-I: सूची-I: A. पहली बार विधानसभा में बजट प्रस्तुत करने वाले मुख्यमंत्री B. वित्त मंत्री के रूप में 10 से अधिक बार बजट पेश करने वाले मुख्यमंत्री C. मुख्यमंत्री जिन्होंने वित्त मंत्री के रूप में कभी बजट प्रस्तुत नहीं किया D. राज्य के पहले निर्वाचित मुख्यमंत्री जिन्होंने पहला अंतरिम बजट रखा सूची-II: 1. श्री अशोक गहलोत 2. श्री जय नारायण व्यास 3. श्री नाथूराम मिर्धा / टीकाराम पालीवाल 4. श्री मोहनलाल सुखाड़िया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567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में मुख्यमंत्री के रूप में पहली बार बजट पेश करने का श्रेय श्री मोहनलाल सुखाड़िया को जाता है जिन्होंने वित्त विभाग अपने पास रखते हुए बजट पेश किया था। श्री अशोक गहलोत ने अपने तीनों कार्यकालों में वित्त विभाग स्वयं रखते हुए रिकॉर्ड बजट प्रस्तुत किए। श्री जय नारायण व्यास ने वित्त मंत्री के रूप में स्वयं बजट प्रस्तुत नहीं किया था। 1952 में निर्वाचित सरकार बनने पर टीकाराम पालीवाल सरकार में बजट प्रक्रिया शुरू हुई थी। अतः सही सुमेलन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567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उप-मुख्यमंत्रियों (Deputy Chief Ministers) के संवैधानिक इतिहास के संदर्भ में निम्नलिखित कथनों पर विचार कीजिए: A. उप-मुख्यमंत्री पद का संविधान में कोई पृथक उल्लेख नहीं है; यह केवल एक राजनीतिक व कैबिनेट मंत्री स्तर का पद है। B. श्री टीकाराम पालीवाल राजस्थान के पहले उप-मुख्यमंत्री बने थे। C. हरिशंकर भाभड़ा, बनवारी लाल बैरवा और डॉ. कमला बेनीवाल भी राजस्थान के उप-मुख्यमंत्री रह चुके हैं। D. 16वीं विधानसभा (2023) में दिया कुमारी और प्रेमचंद बैरवा को राजस्थान का उप-मुख्यमंत्री बनाया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में 'उप-मुख्यमंत्री' पद का कोई अलग उल्लेख नहीं है; शपथ वे अनुच्छेद 164 के तहत सामान्य कैबिनेट मंत्री के रूप में ही लेते हैं। राजस्थान में अब तक बने उप-मुख्यमंत्री: 1. टीकाराम पालीवाल (1952 - प्रथम); 2. हरिशंकर भाभड़ा (1993-1998); 3. बनवारी लाल बैरवा (2003); 4. डॉ. कमला बेनीवाल (2003 - प्रथम महिला उप-मुख्यमंत्री); 5. सचिन पायलट (2018-2020); 6. दीया कुमारी एवं डॉ. प्रेमचंद बैरवा (दिसम्बर 2023 से वर्तमान)।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अन्तर्राज्यीय परिषद् (Inter-State Council) की स्थायी समिति की 5वीं बैठक में राजस्थान के किस मुख्यमंत्री ने यह सुझाव दिया था कि राज्यपालों की पुनर्नियुक्ति (Re-appointment) नहीं होनी चाहिए?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हरिदेव जोशी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शिवचरण माथुर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भैरोंसिंह शेखावत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जगन्नाथ पहाड़िया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529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 भैरोंसिंह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हरिदेव जोशी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शिवचरण माथुर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जगन्नाथ पहाड़िया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केंद्र-राज्य संबंधों में सुधार तथा राज्यपाल पद की निष्पक्षता व गरिमा बनाए रखने के लिए अन्तर्राज्यीय परिषद की स्थायी समिति की 5वीं बैठक में राजस्थान के तत्कालीन मुख्यमंत्री श्री भैरोंसिंह शेखावत ने पुरजोर सुझाव दिया था कि राज्यपाल के पद पर किसी भी व्यक्ति का दूसरा कार्यकाल या पुनर्नियुक्ति नहीं होनी चाहिए ताकि राज्यपाल पद पर रहते हुए केंद्र के प्रति पक्षपाती न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529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ऐसे मुख्यमंत्रियों के संदर्भ में विचार कीजिए जो राज्य विधानसभा के अध्यक्ष (Speaker) पद पर भी आसीन रहे: A. श्री हीरालाल देवपुरा मुख्यमंत्री रहने के बाद राजस्थान विधानसभा के अध्यक्ष बने थे। B. श्री नरोत्तम लाल जोशी राजस्थान के मुख्यमंत्री और विधानसभा अध्यक्ष दोनों रहे थे। C. श्री परसराम मदेरणा राजस्थान के मुख्यमंत्री रहे थे। D. राजस्थान में हीरालाल देवपुरा एकमात्र ऐसे नेता हैं जो मुख्यमंत्री और विधानसभा अध्यक्ष दोनों पदों पर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010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हीरालाल देवपुरा 1985 में 16 दिनों के लिए मुख्यमंत्री रहे और बाद में वे 8वीं राजस्थान विधानसभा (1985-1990) में विधानसभा अध्यक्ष (Speaker) के पद पर निर्वाचित हुए। वे एकमात्र ऐसे व्यक्ति हैं जो राजस्थान में मुख्यमंत्री और विधानसभा अध्यक्ष दोनों रहे हैं। नरोत्तम लाल जोशी प्रथम विधानसभा अध्यक्ष थे (सीएम नहीं रहे) और परसराम मदेरणा विधानसभा अध्यक्ष व नेता प्रतिपक्ष रहे (सीएम नहीं रहे)। अतः कथन A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010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निम्नांकित मुख्यमंत्रियों में से कौन 1957 से 1962 की अवधि के दौरान राजस्थान विधानसभा, राज्यसभा तथा लोकसभा तीनों सदनों के सदस्य के रूप में निर्वाचित हुए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हीरालाल शास्त्री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हरिदेव जोशी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जय नारायण व्यास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टीकाराम पालीवाल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491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टीकाराम पालीवाल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हीरालाल शास्त्री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हरिदेव जोशी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जय नारायण व्यास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टीकाराम पालीवाल राजस्थान के एक अद्वितीय राजनेता रहे हैं जिन्होंने अपने राजनीतिक जीवन में 1957 से 1962 के दौर में राजस्थान विधानसभा, राज्यसभा तथा लोकसभा तीनों सदनों के सदस्य के रूप में प्रतिनिधित्व किया। वे 1952 में पहले निर्वाचित मुख्यमंत्री बने, फिर उपमुख्यमंत्री रहे और बाद में संसद के दोनों सदनों में भी निर्वाचित हुए।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491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मंत्रिपरिषद के सामूहिक उत्तरदायित्व (Collective Responsibility) एवं व्यक्तिगत उत्तरदायित्व के संदर्भ में निम्नलिखित कथनों पर विचार कीजिए: A. संविधान के अनुच्छेद 164(2) के अनुसार मंत्रिपरिषद सामूहिक रूप से राज्य की विधानसभा के प्रति उत्तरदायी होती है। B. सामूहिक उत्तरदायित्व का अर्थ है कि विधानसभा में एक मंत्री के विरुद्ध अविश्वास प्रस्ताव पारित होने पर संपूर्ण मंत्रिपरिषद को त्यागपत्र देना होता है। C. अनुच्छेद 164(1) के अनुसार मंत्री व्यक्तिगत रूप से राज्यपाल के प्रसादपर्यंत पद धारण करते हैं। D. मुख्यमंत्री की मृत्यु या उसके द्वारा त्यागपत्र दिए जाने पर संपूर्ण मंत्रिपरिषद स्वतः ही विघटित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972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164(2) के तहत राज्य मंत्रिपरिषद सामूहिक रूप से राज्य की विधानसभा (Legislative Assembly) के प्रति उत्तरदायी होती है, विधान परिषद के प्रति नहीं। सामूहिक उत्तरदायित्व 'एक साथ तैरने और एक साथ डूबने' के सिद्धांत पर आधारित है, अतः एक मंत्री के विरुद्ध अविश्वास पारित होना पूरी कैबिनेट का पतन है। अनुच्छेद 164(1) के तहत व्यक्तिगत उत्तरदायित्व राज्यपाल के प्रति होता है (वास्तव में मुख्यमंत्री के परामर्श पर)। मुख्यमंत्री मंत्रिपरिषद की धुरी होता है, अतः उसके त्यागपत्र या मृत्यु से मंत्रिपरिषद स्वतः समाप्त हो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972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इतिहास में मुख्यमंत्रियों के कार्यकाल के अवरोही क्रम (सर्वाधिक अवधि सर्वप्रथम) का सही मिलान कीजिए: सूची-I (मुख्यमंत्री): सूची-I: A. मोहनलाल सुखाड़िया B. अशोक गहलोत C. भैरोंसिंह शेखावत D. हरिदेव जोशी सूची-II: 1. लगभग 17 वर्ष (सर्वाधिक) 2. लगभग 15 वर्ष (3 पूर्ण कार्यकाल) 3. लगभग 10 वर्ष 2 माह 4. लगभग 7 वर्ष (3 खंडित कार्यकाल)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में मुख्यमंत्रियों का कुल संचयी कार्यकाल: 1. मोहनलाल सुखाड़िया (16 वर्ष 7 माह / ~17 वर्ष); 2. अशोक गहलोत (15 वर्ष - 1998-2003, 2008-2013, 2018-2023); 3. भैरोंसिंह शेखावत (10 वर्ष 2 माह - 1977-80, 1990-92, 1993-98); 4. हरिदेव जोशी (~7 वर्ष - 1973-77, 1985-88, 1989-90)।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मंत्रिपरिषद के संवैधानिक प्रावधानों एवं मंत्रियों की श्रेणियों के संदर्भ में निम्नलिखित कथनों पर विचार कीजिए: A. राज्य मंत्रिपरिषद में सामान्यतः तीन प्रकार के मंत्री होते हैं-कैबिनेट मंत्री, राज्य मंत्री और उप-मंत्री। B. संसदीय सचिव (Parliamentary Secretary) का पद प्रशासनिक सुविधा हेतु सृजित किया जाता है तथा इन्हें पद की शपथ मुख्यमंत्री दिलाते हैं। C. संविधान के अनुच्छेद 163(3) के अनुसार मंत्रियों द्वारा राज्यपाल को दी गई सलाह की किसी न्यायालय में जाँच नहीं की जा सकती। D. राजस्थान में 91वें संविधान संशोधन के उपरांत मंत्रिपरिषद में मुख्यमंत्री सहित मंत्रियों की न्यूनतम संख्या 12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934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मंत्रिपरिषद में कैबिनेट मंत्री, राज्य मंत्री (स्वतंत्र प्रभार अथवा संबद्ध), और उप-मंत्री शामिल होते हैं। राजस्थान में संसदीय सचिवों की नियुक्ति मुख्यमंत्री द्वारा की जाती है और वे मुख्यमंत्री के समक्ष ही शपथ लेते हैं (राज्यपाल के समक्ष नहीं)। अनुच्छेद 163(3) के तहत मंत्रिपरिषद द्वारा राज्यपाल को दी गई किसी भी सलाह की न्यायिक समीक्षा वर्जित है। 91वें संशोधन 2003 के अनुसार राजस्थान में न्यूनतम 12 और अधिकतम 30 मंत्री हो सकते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934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निम्नांकित मुख्यमंत्रियों में से कौन अपने संपूर्ण राजनीतिक जीवन में किसी भी अन्य राज्य के राज्यपाल नहीं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मोहनलाल सुखाड़िया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हरिदेव जोशी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जगन्नाथ पहाड़िया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शिवचरण माथुर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415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हरिदेव जोशी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मोहनलाल सुखाड़िया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जगन्नाथ पहाड़िया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शिवचरण माथुर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मोहनलाल सुखाड़िया (आंध्र प्रदेश, कर्नाटक, तमिलनाडु के राज्यपाल), श्री जगन्नाथ पहाड़िया (बिहार और हरियाणा के राज्यपाल), तथा श्री शिवचरण माथुर (असम के राज्यपाल) रहे थे। परंतु श्री हरिदेव जोशी राजस्थान के 3 बार मुख्यमंत्री और असम, मेघालय तथा पश्चिम बंगाल के राज्यपाल पद हेतु प्रस्तावित रहने के बावजूद उन्होंने कभी किसी राज्य के राज्यपाल के रूप में कार्य नहीं किया।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415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विधानमंडल के गठन, संरचना एवं द्विसदनीय व्यवस्था के संदर्भ में निम्नलिखित कथनों पर विचार कीजिए: A. संविधान के अनुच्छेद 168 के अनुसार राज्य का विधानमंडल राज्यपाल और विधानसभा (तथा जहाँ विधान परिषद है, वहाँ विधान परिषद) से मिलकर बनता है। B. राजस्थान में केवल एकसदनीय विधानमंडल (विधानसभा) विद्यमान है। C. भारत में वर्तमान में केवल 6 राज्यों (उत्तर प्रदेश, बिहार, महाराष्ट्र, कर्नाटक, आंध्र प्रदेश, तेलंगाना) में द्विसदनात्मक व्यवस्थापिका है। D. संविधान के अनुच्छेद 169 के तहत संसद विधि द्वारा किसी राज्य में विधान परिषद का सृजन या उत्सादन (Abolition)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896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168 के अनुसार राज्य विधानमंडल राज्यपाल और सदन/सदनों से मिलकर गठित होता है। राजस्थान आरंभ से ही एकसदनीय व्यवस्थापिका वाला राज्य है। भारत में वर्तमान में 6 राज्यों (UP, बिहार, महाराष्ट्र, कर्नाटक, आंध्र प्रदेश, तेलंगाना) में विधान परिषद है (जम्मू कश्मीर पुनर्गठन के बाद वहाँ परिषद समाप्त हो गई)। अनुच्छेद 169 के अनुसार यदि राज्य विधानसभा कुल सदस्य संख्या के बहुमत तथा उपस्थित व मतदान करने वाले सदस्यों के दो-तिहाई बहुमत से संकल्प पारित करे, तो संसद साधारण बहुमत से विधान परिषद बना या समाप्त कर सकती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896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सदस्य संख्या के ऐतिहासिक क्रमिक विकास का सही मिलान कीजिए: सूची-I (विधानसभा चुनाव): सूची-I: A. प्रथम आम चुनाव (1952) B. द्वितीय विधानसभा (1957 - आबू/अजमेर विलय बाद) C. चतुर्थ विधानसभा (1967) D. छठा विधानसभा चुनाव (1977 से वर्तमान तक) सूची-II: 1. 176 सीटें 2. 160 सीटें 3. 200 सीटें 4. 184 सीटें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377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 कुल सीटों का ऐतिहासिक विकास: 1. प्रथम विधानसभा (1952): 160 सीटें; 2. द्वितीय विधानसभा (1957 - अजमेर-मेरवाड़ा, आबू व सुनेल टप्पा विलय के बाद): 176 सीटें; 3. तृतीय विधानसभा (1962): 176 सीटें; 4. चतुर्थ विधानसभा (1967): 184 सीटें; 5. पांचवीं विधानसभा (1972): 184 सीटें; 6. छठी विधानसभा (1977): 200 सीटें। 1977 से वर्तमान 16वीं विधानसभा तक कुल सीटें 200 ही निर्धारित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377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59/250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में अनुसूचित जाति (SC) एवं अनुसूचित जनजाति (ST) के आरक्षण के संदर्भ में निम्नलिखित कथनों पर विचार कीजिए: A. राजस्थान विधानसभा की 200 सीटों में से कुल 59 सीटें आरक्षित हैं। B. अनुसूचित जाति (SC) वर्ग के लिए 34 सीटें आरक्षित हैं। C. अनुसूचित जनजाति (ST) वर्ग के लिए 25 सीटें आरक्षित हैं। D. राजस्थान का सादुलशहर विधानसभा निर्वाचन क्षेत्र भारत निर्वाचन आयोग द्वारा क्रमांक 1 पर निर्धारित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विधानसभा में परिसीमन के अनुसार कुल 200 सीटों में से 59 सीटें आरक्षित हैं, जिसमें SC के लिए 34 सीटें तथा ST के लिए 25 सीटें निर्धारित हैं (सामान्य/अनारक्षित सीटें 141 हैं)। राजस्थान का विधानसभा क्षेत्र क्रमांक 1 'सादुलशहर' (श्रीगंगानगर जिला) है तथा अंतिम क्रमांक 200 'मनोहरथाना' (झालावाड़ जिला)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पदाधिकारियों (अध्यक्ष, उपाध्यक्ष, प्रोटेम स्पीकर) के संदर्भ में निम्नलिखित कथनों पर विचार कीजिए: A. संविधान के अनुच्छेद 178 के अनुसार विधानसभा अपने सदस्यों में से एक अध्यक्ष और एक उपाध्यक्ष का निर्वाचन करती है। B. राजस्थान विधानसभा के प्रथम अध्यक्ष श्री नरोत्तम लाल जोशी तथा प्रथम उपाध्यक्ष श्री लाल सिंह शक्तावत थे। C. राजस्थान विधानसभा के प्रथम गैर-कांग्रेसी अध्यक्ष श्री लक्ष्मण सिंह (1977 - 6वीं विधानसभा) थे। D. श्री पूनमचंद विश्नोई राजस्थान विधानसभा के प्रोटेम स्पीकर, उपाध्यक्ष तथा अध्यक्ष तीनों पदों पर आसीन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339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178 के अनुसार विधानसभा के अध्यक्ष व उपाध्यक्ष का चुनाव विधानसभा सदस्यों द्वारा किया जाता है। प्रथम राजस्थान विधानसभा (1952) के अध्यक्ष श्री नरोत्तम लाल जोशी तथा उपाध्यक्ष श्री लाल सिंह शक्तावत थे। 1977 में जनता पार्टी शासन के दौरान महारावल लक्ष्मण सिंह प्रथम गैर-कांग्रेसी अध्यक्ष बने। श्री पूनमचंद विश्नोई राजस्थान विधानसभा के इतिहास में एकमात्र ऐसे नेता हैं जिन्होंने प्रोटेम स्पीकर (1967, 1972), उपाध्यक्ष (1972-1977) तथा अध्यक्ष (1980-1985) तीनों पदों पर कार्य किया।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339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प्रथम महिला जनप्रतिनिधियों एवं उनके पदों का सही मिलान कीजिए: सूची-I: सूची-I: A. श्रीमती यशोदा देवी B. श्रीमती कमला बेनीवाल C. श्रीमती सुमित्रा सिंह D. श्रीमती प्रभा राव सूची-II: 1. राजस्थान विधानसभा की प्रथम महिला अध्यक्ष (Speaker) 2. राजस्थान विधानसभा की प्रथम निर्वाचित महिला सदस्य (MLA) 3. राजस्थान विधानसभा की प्रथम महिला मंत्री / उप-मुख्यमंत्री 4. राजस्थान विधानसभा में प्रथम महिला नेता प्रतिपक्ष (LoP)</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820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श्रीमती यशोदा देवी 1953 के बांसवाड़ा उपचुनाव में जीतकर राजस्थान विधानसभा की प्रथम महिला विधायक बनीं। डॉ. कमला बेनीवाल 1954 में मोहनलाल सुखाड़िया मंत्रिमंडल में शामिल होकर राजस्थान की पहली महिला मंत्री बनीं (बाद में पहली महिला उप-मुख्यमंत्री भी रहीं)। श्रीमती सुमित्रा सिंह 12वीं विधानसभा (2003) में राजस्थान की प्रथम महिला विधानसभा अध्यक्ष बनीं। श्रीमती प्रभा राव राजस्थान विधानसभा में विपक्ष की नेता रहीं तथा बाद में राज्यपाल बनीं। अतः सही सुमेलन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820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कार्यप्रणाली एवं प्रक्रिया संचालन नियमों के संदर्भ में निम्नलिखित कथनों पर विचार कीजिए: A. राजस्थान विधानसभा में प्रक्रिया तथा कार्य संचालन नियम पहली बार वर्ष 1956 में निर्मित किए गए थे। B. विधानसभा की प्रत्येक बैठक का पहला घंटा अल्प सूचना प्रश्नों सहित तारांकित प्रश्नों के पूछने और उत्तर देने के लिए (प्रश्नकाल) उपलब्ध रहता है। C. तारांकित प्रश्नों (Starred Questions) के मौखिक उत्तर दिए जाते हैं और इन पर पूरक प्रश्न पूछे जा सकते हैं। D. अतारांकित प्रश्नों (Unstarred Questions) के लिखित उत्तर दिए जाते हैं और इन पर पूरक प्रश्न नहीं पूछे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301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ने 1956 में अपने स्वयं के कार्य संचालन नियम बनाए। बैठक का प्रथम घंटा (सामान्यतः 11 से 12 बजे) 'प्रश्नकाल' होता है जिसमें तारांकित प्रश्न (जिन पर तारा चिन्ह लगा होता है) के मौखिक उत्तर दिए जाते हैं तथा प्रस्तावक सदस्य 2 पूरक प्रश्न पूछ सकता है। अतारांकित प्रश्नों के केवल लिखित उत्तर पटल पर रखे जाते हैं, जिन पर कोई पूरक प्रश्न नहीं पूछा जा सकता। अल्प सूचना प्रश्न अविलंबनीय लोक महत्व के मामले पर 21 दिन से कम की सूचना पर पूछे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301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में अविश्वास प्रस्ताव (Motion of No-Confidence) के संबंध में कौन-सा नियम और प्रावधान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उल्लेख राजस्थान विधानसभा कार्य संचालन नियमों के नियम 198 में है तथा इसे सदन के कम से कम 1/10 भाग (20 सदस्यों) का समर्थन अनिवार्य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राज्यपाल के विरुद्ध ही लाया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अविश्वास प्रस्ताव प्रस्तुत करने की अनुमति शून्यकाल के बाद कभी भी मांगी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में अंतिम बार अविश्वास प्रस्ताव 2018 में लाया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782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उल्लेख राजस्थान विधानसभा कार्य संचालन नियमों के नियम 198 में है तथा इसे सदन के कम से कम 1/10 भाग (20 सदस्यों) का समर्थन अनिवार्य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राज्यपाल के विरुद्ध ही लाया जा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अविश्वास प्रस्ताव प्रस्तुत करने की अनुमति शून्यकाल के बाद कभी भी मांगी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में अंतिम बार अविश्वास प्रस्ताव 2018 में लाया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प्रक्रिया एवं कार्य संचालन नियम के 'नियम 198' में मंत्रिपरिषद में अविश्वास प्रस्ताव की प्रक्रिया दी गई है। इसके लिए बैठक प्रारंभ होने से पूर्व सचिव को लिखित सूचना देनी होती है तथा इसे सदन के कुल सदस्यों के कम से कम दसवें भाग (अर्थात् 20 सदस्यों) का समर्थन मिलना अनिवार्य है। राजस्थान में पहली बार अविश्वास प्रस्ताव 1952 में टीकाराम पालीवाल सरकार के विरुद्ध तथा अंतिम बार 1985 (8वीं विधानसभा) में प्रस्तुत हुआ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782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वित्तीय समितियों एवं उनकी सदस्य संख्या का सही मिलान कीजिए: सूची-I (समिति का नाम): सूची-I: A. लोक लेखा समिति (PAC) B. प्राक्कलन समिति 'क' (Estimates Committee A) C. प्राक्कलन समिति 'ख' (Estimates Committee B) D. राजकीय उपक्रम समिति (PUC) सूची-II: 1. 15 सदस्य - गृह, सार्वजनिक निर्माण, सिंचाई आदि विभागों के प्राक्कलनों की जाँच 2. 15 सदस्य - सीएजी (CAG) की रिपोर्ट व विनियोग लेखों की जाँच 3. 15 सदस्य - शिक्षा, चिकित्सा, कृषि, समाज कल्याण आदि विभागों के प्राक्कलनों की जाँच 4. 15 सदस्य - राज्य के सार्वजनिक उपक्रमों व निगमों के लेखों की जाँच</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में कुल 4 वित्तीय समितियाँ हैं और प्रत्येक वित्तीय समिति में 15 सदस्य होते हैं जिनका निर्वाचन एकल संक्रमणीय मत द्वारा आनुपातिक प्रतिनिधित्व से 1 वर्ष के कार्यकाल हेतु होता है: 1. लोक लेखा समिति (PAC): कैग के प्रतिवेदनों की जाँच; 2. प्राक्कलन समिति 'क': बुनियादी ढाँचे व गृह/निर्माण विभागों के बजट प्राक्कलनों की जाँच; 3. प्राक्कलन समिति 'ख': सामाजिक सेवाओं व शिक्षा/कृषि प्राक्कलनों की जाँच; 4. राजकीय उपक्रम समिति (PUC): सरकारी कंपनियों/निगमों के वित्तीय कामकाज की जाँच।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स्थायी एवं तदर्थ समितियों के संदर्भ में निम्नलिखित कथनों पर विचार कीजिए: A. राजस्थान विधानसभा में कुल 22 स्थायी समितियाँ (Standing Committees) कार्यरत हैं। B. सभी समितियों के सभापतियों की नियुक्ति विधानसभा अध्यक्ष (Speaker) द्वारा की जाती है। C. नियम समिति (Rules Committee) और कार्य सलाहकार समिति (BAC) का पदेन अध्यक्ष विधानसभा अध्यक्ष होता है। D. लोक लेखा समिति (PAC) का अध्यक्ष परंपरा के अनुसार विधानसभा में विपक्ष के किसी प्रमुख सदस्य को बनाया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744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में 22 स्थायी समितियाँ हैं (जिनमें 4 वित्तीय समितियाँ हैं)। सभी समितियों के सभापतियों को विधानसभा अध्यक्ष मनोनीत करता है। नियम समिति, विशेषाधिकार समिति और कार्य मंत्रणा/सलाहकार समिति (Business Advisory Committee) के पदेन अध्यक्ष स्वयं विधानसभा अध्यक्ष होते हैं। संसदीय परंपरा के अनुसार लोक लेखा समिति (PAC) का सभापति सदैव विपक्ष के वरिष्ठ नेता/विधायक को नियुक्त किया जाता है ताकि सरकारी व्यय की निष्पक्ष निगरानी हो सके।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744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विधान परिषद के गठन हेतु राजस्थान विधानसभा द्वारा संविधान के अनुच्छेद 169 के अंतर्गत पारित संकल्प के संदर्भ में यदि संसद द्वारा विधान परिषद का गठन किया जाता है, तो इसमें अधिकतम कितनी सदस्य संख्या हो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 सदस्य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66 सदस्य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 सदस्य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67 सदस्य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225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66 सदस्य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 सदस्य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सदस्य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67 सदस्य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171(1) (7वें संशोधन 1956 द्वारा संशोधित) के अनुसार किसी राज्य की विधान परिषद में सदस्यों की कुल संख्या उस राज्य की विधानसभा के कुल सदस्यों के एक-तिहाई (1/3) से अधिक नहीं होगी तथा न्यूनतम 40 से कम नहीं होगी। राजस्थान विधानसभा में 200 सदस्य हैं, अतः 200 का 1/3 = 66.66 अर्थात् राजस्थान विधान परिषद में अधिकतम 66 सदस्य हो सकते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225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में स्थगन प्रस्ताव (Adjournment Motion) के नियमों के संदर्भ में निम्नलिखित कथनों पर विचार कीजिए: A. स्थगन प्रस्ताव प्रस्तुत करने के लिए विधानसभा अध्यक्ष की पूर्व सहमति अनिवार्य है। B. यह हाल ही में घटित किसी निश्चित, तात्कालिक एवं अविलंबनीय लोक महत्व के मामले तक ही सीमित होना चाहिए। C. एक ही बैठक में एक से अधिक स्थगन प्रस्ताव पर चर्चा की अनुमति नहीं दी जा सकती। D. स्थगन प्रस्ताव के माध्यम से विशेषाधिकार का प्रश्न नहीं उठाया जा सकता।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706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कार्य संचालन नियमों के तहत स्थगन प्रस्ताव एक असाधारण प्रक्रिया है जो सदन के नियमित कार्य को रोककर किसी गंभीर तात्कालिक घटना पर चर्चा हेतु लाया जाता है। इसके कड़े नियम हैं: 1. अध्यक्ष की पूर्व अनुमति आवश्यक है; 2. प्रस्ताव हाल की किसी विशिष्ट व निश्चित घटना पर केंद्रित हो; 3. एक बैठक में एक से अधिक प्रस्ताव नहीं हो सकते; 4. इसके द्वारा विशेषाधिकार का मुद्दा या न्यायालय में विचाराधीन मामला नहीं उठाया जा सकता।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706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प्रोटेम स्पीकरों (Protem Speakers) और संबंधित विधानसभा का सही मिलान कीजिए: सूची-I (विधानसभा): सूची-I: A. 13वीं विधानसभा (2008) B. 14वीं विधानसभा (2013) C. 15वीं विधानसभा (2018) D. 16वीं विधानसभा (2023) सूची-II: 1. श्री प्रद्युम्न सिंह 2. श्री गुलाब चंद कटारिया 3. श्री कालीचरण सराफ 4. श्री देवी सिंह भाटी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187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नई विधानसभा के गठन के बाद नव-निर्वाचित विधायकों को शपथ दिलाने हेतु राज्यपाल द्वारा वरिष्ठतम विधायक को प्रोटेम स्पीकर नियुक्त किया जाता है: 13वीं विधानसभा (2008) में श्री देवी सिंह भाटी; 14वीं विधानसभा (2013) में श्री प्रद्युम्न सिंह; 15वीं विधानसभा (2018) में श्री गुलाब चंद कटारिया; 16वीं विधानसभा (दिसम्बर 2023) में श्री कालीचरण सराफ प्रोटेम स्पीकर बने। अतः सही सुमेलन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187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निजी सदस्य विधेयकों (Private Member's Bills) के ऐतिहासिक तथ्यों के संदर्भ में निम्नलिखित कथनों पर विचार कीजिए: A. मंत्री के अलावा किसी भी अन्य विधानसभा सदस्य (चाहे वह सत्ता पक्ष का हो या विपक्ष का) द्वारा प्रस्तुत विधेयक को 'निजी सदस्य विधेयक' कहा जाता है। B. राजस्थान विधानसभा के इतिहास में अब तक केवल एक ही निजी सदस्य विधेयक पारित हुआ है। C. राजस्थान विधानसभा द्वारा पारित एकमात्र निजी सदस्य विधेयक 'राजस्थान सामाजिक शिक्षा बोर्ड विधेयक, 1958' था। D. राजस्थान की तीसरी विधानसभा में सर्वाधिक संख्या में निजी सदस्य विधेयक पेश किए गए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व्यवस्था में मंत्रियों द्वारा पेश विधेयक 'सरकारी विधेयक' तथा गैर-मंत्री विधायकों द्वारा पेश विधेयक 'निजी सदस्य विधेयक' कहलाते हैं। राजस्थान विधानसभा के संपूर्ण विधायी इतिहास में केवल 1 बार निजी सदस्य विधेयक पारित हुआ है, जो 1958 में 'राजस्थान सामाजिक शिक्षा बोर्ड विधेयक' था। राजस्थान की तीसरी विधानसभा (1962-67) में सबसे अधिक संख्या में निजी सदस्य विधेयक पेश किए गए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में डिजिटल म्यूजियम (Digital Museum) का उद्घाटन किसके द्वारा किया गया था तथा इसका आधिकारिक नाम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पूर्व राष्ट्रपति रामनाथ कोविंद द्वारा - 'राजस्थान पॉलिटिक्स म्यूजियम'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तत्कालीन मुख्य न्यायाधीश एन.वी. रमना द्वारा - 'पॉलिटिकल नैरेटिव म्यूजियम'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नरेंद्र मोदी द्वारा - 'लेजिस्लेटर्स ऑफ राजस्थान म्यूजियम'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कलराज मिश्र द्वारा - 'फ्रीडम फाइटर्स म्यूजियम'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149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तत्कालीन मुख्य न्यायाधीश एन.वी. रमना द्वारा - 'पॉलिटिकल नैरेटिव म्यूजियम'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पूर्व राष्ट्रपति रामनाथ कोविंद द्वारा - 'राजस्थान पॉलिटिक्स म्यूजियम'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नरेंद्र मोदी द्वारा - 'लेजिस्लेटर्स ऑफ राजस्थान म्यूजियम'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कलराज मिश्र द्वारा - 'फ्रीडम फाइटर्स म्यूजियम'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 जुलाई 2022 को राजस्थान विधानसभा परिसर में स्थापित अत्याधुनिक डिजिटल संग्रहालय का उद्घाटन भारत के तत्कालीन मुख्य न्यायाधीश जस्टिस एन.वी. रमना द्वारा विधानसभा अध्यक्ष डॉ. सी.पी. जोशी की उपस्थिति में किया गया था। इस डिजिटल म्यूजियम का आधिकारिक नाम 'पॉलिटिकल नैरेटिव म्यूजियम' (Political Narrative Museum) रखा गया है, जिसमें राजस्थान के राजनीतिक, सामाजिक और विधायी विकास को प्रदर्शित किया गया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149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कार्य मंत्रणा समिति (Business Advisory Committee - BAC) के संदर्भ में निम्नलिखित कथनों पर विचार कीजिए: A. कार्य मंत्रणा समिति में अध्यक्ष सहित कुल 15 सदस्य होते हैं। B. विधानसभा अध्यक्ष इस समिति का पदेन सभापति होता है। C. यह समिति सदन के समक्ष सरकारी कार्य एवं समय आवंटन की सिफारिश करती है। D. राज्यपाल के अभिभाषण में निर्दिष्ट विषयों की चर्चा के लिए समय नियत करने की सिफारिश भी इसी समिति द्वारा की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630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कार्य मंत्रणा/सलाहकार समिति (BAC) विधानसभा के दैनिक एवं साप्ताहिक विधायी कार्यसूची के समय प्रबंधन की सर्वोच्च समिति है। विधानसभा अध्यक्ष इसके पदेन सभापति होते हैं तथा सदन के नेता (सीएम), नेता प्रतिपक्ष व संसदीय कार्य मंत्री इसके प्रमुख सदस्य होते हैं। सदन के विभिन्न विधेयकों, बजट चर्चा तथा राज्यपाल के अभिभाषण पर धन्यवाद प्रस्ताव की समय-सीमा का निर्धारण कार्य मंत्रणा समिति की अनुशंसा के आधार पर ही सदन द्वारा तय किया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630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विभिन्न नियमों एवं उनकी विषय-वस्तु का सही मिलान कीजिए: सूची-I: सूची-I: A. नियम 131 B. नियम 198 C. नियम 240 D. नियम 295 सूची-II: 1. विशेष उल्लेख प्रस्ताव (अविलंबनीय लोक महत्व के मामले सदन में उठाना) 2. निवारण परिषद में अविश्वास का प्रस्ताव 3. अधीनस्थ विधान संबंधी समिति की कार्यप्रणाली 4. अविलंबनीय लोक महत्व के विषय पर ध्यानाकर्षण प्रस्ताव (Calling Attention)</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111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प्रक्रिया नियमों के तहत: नियम 131 के अंतर्गत किसी मंत्री का ध्यान लोक महत्व के अविलंबनीय विषय पर आकृष्ट करने हेतु 'ध्यानाकर्षण प्रस्ताव' पेश होता है; नियम 198 मंत्रिपरिषद में 'अविश्वास प्रस्ताव' से संबंधित है; नियम 240 'अधीनस्थ विधान समिति' (Subordinate Legislation Committee) को संचालित करता है; नियम 295 के तहत सदस्य अध्यक्ष की पूर्व अनुमति से अपने क्षेत्र के अत्यंत महत्वपूर्ण मुद्दे पर 'विशेष उल्लेख' (Special Mention) पढ़ते हैं। अतः सही सुमेलन A-4, B-2,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111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विधायकों के त्यागपत्र (Resignation) की प्रक्रिया के संदर्भ में निम्नलिखित कथनों पर विचार कीजिए: A. कोई सदस्य विधानसभा अध्यक्ष को संबोधित अपने हस्ताक्षर सहित पत्र द्वारा त्यागपत्र दे सकता है। B. यदि सदस्य व्यक्तिगत रूप से उपस्थित होकर त्यागपत्र सौंपता है और अध्यक्ष संतुष्ट है कि त्यागपत्र स्वैच्छिक व असली है, तो अध्यक्ष उसे तुरंत स्वीकार कर सकता है। C. यदि त्यागपत्र डाक द्वारा प्राप्त होता है, तो अध्यक्ष उसकी सत्यता व स्वैच्छिकता की जाँच करवा सकता है। D. त्यागपत्र एक बार अध्यक्ष द्वारा स्वीकार कर लिए जाने के बाद उसे वापस नहीं लिया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592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190(3)(ख) और राजस्थान विधानसभा नियमों के अनुसार, विधायक अपना त्यागपत्र विधानसभा अध्यक्ष को सौंपता है। यदि अध्यक्ष को संदेह हो कि त्यागपत्र दबाव में या फर्जी है, तो वह जांच करवा सकता है और अस्वीकार भी कर सकता है। लेकिन जब अध्यक्ष संतुष्ट होकर त्यागपत्र स्वीकार कर लेता है और गजट में अधिसूचित हो जाता है, तो सदस्यता समाप्त हो जाती है और उसे वापस लेने का कोई 30 दिन का प्रावधान नहीं होता।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592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विधानसभा के प्रथम आम चुनाव (1952) में कांग्रेस पार्टी (82 सीटें) के बाद द्वितीय सर्वाधिक सीटें प्राप्त करने वाला राजनीतिक दल कौन-सा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जनसंघ</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 राज्य परिषद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किसान मजदूर प्रजा पार्टी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महासभा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राम राज्य परिषद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जनसंघ</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किसान मजदूर प्रजा पार्टी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महासभा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1952 के राजस्थान विधानसभा के पहले आम चुनाव में 160 सीटों पर चुनाव हुए थे। इसमें भारतीय राष्ट्रीय कांग्रेस को 82 सीटें मिली थीं, जबकि दूसरे स्थान पर स्वामी करपात्री जी द्वारा स्थापित 'अखिल भारतीय राम राज्य परिषद' रही थी जिसने 24 सीटों पर शानदार जीत हासिल की थी। भारतीय जनसंघ को 8 सीटें और निर्दलीयों को 35 सीटें मिली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विशेषाधिकारों (Privileges) एवं न्यायालयों की अधिकारिता के संदर्भ में निम्नलिखित कथनों पर विचार कीजिए: A. संविधान के अनुच्छेद 194 के तहत राज्य विधानमंडल के सदनों, सदस्यों और समितियों के विशेषाधिकारों का उल्लेख है। B. सदस्यों को सदन में भाषण देने की पूर्ण स्वतंत्रता है और सदन में कही गई किसी बात के लिए किसी न्यायालय में कोई कार्यवाही नहीं की जा सकती। C. अनुच्छेद 212 के अनुसार न्यायालयों द्वारा राज्य विधानमंडल की कार्यवाहियों की प्रक्रिया की किसी कथित अनियमितता के आधार पर जाँच नहीं की जा सकती। D. 'केशव सिंह वाद (1965)' और 'सर्चलाइट वाद (1959)' भारत में विधानमंडल के विशेषाधिकारों और न्यायिक समीक्षा से संबंधित प्रमुख वाद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554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194 राज्य विधायकों को सदन के भीतर वाक्-स्वतंत्रता तथा सदन में दिए गए मत या भाषण के लिए न्यायिक मुकदमों से पूर्ण उन्मुक्ति प्रदान करता है। अनुच्छेद 212 स्पष्ट करता है कि विधानमंडल की आंतरिक कार्यवाहियों की जांच कोई भी अदालत नहीं कर सकती। सर्वोच्च न्यायालय के 'सर्चलाइट वाद' (1959) तथा 'राष्ट्रपति संदर्भ/केशव सिंह वाद' (1965) में संसदीय विशेषाधिकारों और नागरिकों के मूल अधिकारों (अनुच्छेद 19 व 21) के बीच संबंधों की ऐतिहासिक व्याख्या की गई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554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विशेष समितियों एवं उनकी कार्य-प्रकृति का सही मिलान कीजिए: सूची-I: सूची-I: A. याचिका समिति (Committee on Petitions) B. विशेषाधिकार समिति (Privileges Committee) C. अधीनस्थ विधान समिति (Subordinate Legislation) D. सरकारी आश्वासनों संबंधी समिति सूची-II: 1. सदन के पटल पर मंत्रियों द्वारा दिए गए वादों और आश्वासनों के क्रियान्वयन की निगरानी 2. सदन या उसके सदस्यों की अवमानना से जुड़े मामलों की जाँच 3. सामान्य जनहित से संबंधित याचिकाओं की जाँच व सदन को प्रतिवेदन 4. सरकार द्वारा प्रत्यायोजित शक्तियों के तहत बनाए गए नियमों/उपनियमों की संविधान सम्मत जाँच</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035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याचिका समिति आम जनता द्वारा प्रस्तुत शिकायतों और याचिकाओं पर विचार करती है; विशेषाधिकार समिति सदन और सदस्यों के विशेषाधिकार हनन के मामलों की जांच कर दंडात्मक सिफारिश करती है; अधीनस्थ विधान समिति यह सुनिश्चित करती है कि कार्यपालिका द्वारा बनाए गए नियम संसद/विधानसभा के मूल अधिनियम की सीमाओं के भीतर हैं; तथा सरकारी आश्वासन समिति सदन में मंत्रियों द्वारा दी गई घोषणाओं के पूरा होने की निगरानी करती है। अतः सही सुमेलन A-3, B-2,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035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विधानमंडल में बजट (वार्षिक वित्तीय विवरण) पारित करने की प्रक्रिया के संदर्भ में निम्नलिखित कथनों पर विचार कीजिए: A. संविधान के अनुच्छेद 202 के तहत राज्य सरकार का बजट राज्यपाल द्वारा विधानसभा में रखवाया जाता है। B. बजट पर सामान्य वाद-विवाद के बाद विभिन्न विभागों की अनुदान मांगों (Demands for Grants) पर मतदान केवल विधानसभा में होता है। C. अनुदान मांगों पर कटौती प्रस्ताव (Cut Motions) तीन प्रकार के होते हैं-नीतिगत कटौती, मितव्ययिता कटौती और सांकेतिक कटौती। D. राज्य की संचित निधि से धन निकालने के लिए अनुच्छेद 204 के तहत विनियोग विधेयक (Appropriation Bill) पारित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516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202 के अनुसार बजट वित्त मंत्री द्वारा विधानसभा में प्रस्तुत होता है। बजट पर सामान्य चर्चा के बाद अनुदान मांगों पर चर्चा व मतदान होता है (जिसमें विपक्ष ₹1 की नीतिगत कटौती, निश्चित राशि की मितव्ययिता कटौती या ₹100 की सांकेतिक टोकन कटौती ला सकता है)। अनुदान मांगों की स्वीकृति के बाद संचित निधि से खर्च का कानूनी अधिकार पाने के लिए अनुच्छेद 204 के तहत 'विनियोग विधेयक' पारित कराया जाता है। इसके बिना कोई भी सरकारी व्यय नहीं हो सकता।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516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विधानसभा के सत्र का अधिवेशन गठित करने के लिए आवश्यक गणपूर्ति (Quorum) का प्रावधान संविधान के किस अनुच्छेद में है तथा यह कितनी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189(3) - सदन के कुल सदस्यों का 1/10 भाग अथवा 10 सदस्य (जो भी अधिक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189(1) - कुल सदस्यों का 1/3 भाग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185(1) - कुल सदस्यों का 1/5 भाग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188 - न्यूनतम 25 सदस्य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996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189(3) - सदन के कुल सदस्यों का 1/10 भाग अथवा 10 सदस्य (जो भी अधिक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189(1) - कुल सदस्यों का 1/3 भाग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185(1) - कुल सदस्यों का 1/5 भाग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188 - न्यूनतम 25 सदस्य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189(3) के अनुसार, जब तक राज्य का विधानमंडल विधि द्वारा अन्यथा उपबंध न करे, तब तक सदन का अधिवेशन गठित करने के लिए गणपूर्ति (कोरम) 10 सदस्य या सदन के सदस्यों की कुल संख्या का 1/10 (दसवां भाग) होगी, इनमें से जो भी अधिक हो। राजस्थान विधानसभा (200 सदस्य) के लिए कोरम कम से कम 20 सदस्यों का होना अनिवार्य है। गणपूर्ति न होने पर अध्यक्ष सदन की कार्यवाही स्थगित कर देता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996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सत्रों, सत्रावसान एवं बैठकों के ऐतिहासिक तथ्यों के संदर्भ में निम्नलिखित कथनों पर विचार कीजिए: A. संविधान के अनुच्छेद 174(1) के अनुसार विधानसभा के दो सत्रों के बीच अधिकतम 6 माह से अधिक का अंतर नहीं हो सकता। B. राजस्थान की प्रथम विधानसभा (1952-1957) के दौरान रिकॉर्ड सर्वाधिक कुल 306 बैठकें आयोजित की गई थीं। C. राजस्थान की 5वीं विधानसभा का कार्यकाल 5 वर्ष से अधिक (लगभग 5 वर्ष 10 माह) रहा था (42वें संशोधन व आपातकाल के कारण)। D. राजस्थान की 9वीं विधानसभा का कार्यकाल सबसे छोटा (दिसम्बर 1992 में राष्ट्रपति शासन के कारण विघटन) रहा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174(1) के तहत वर्ष में कम से कम 2 सत्र होना अनिवार्य है तथा दो सत्रों के बीच 6 माह से अधिक का अंतराल नहीं हो सकता। राजस्थान की प्रथम विधानसभा में सर्वाधिक 306 बैठकें हुईं। 5वीं विधानसभा (1972-1977) का कार्यकाल 1975 के आपातकाल के कारण 1 वर्ष बढ़ाया गया था जिससे वह सबसे लंबी चली। 9वीं विधानसभा (1990-1992) को बाबरी विध्वंस के बाद दिसम्बर 1992 में अनुच्छेद 356 लगाकर मात्र 2 वर्ष 9 माह में ही बर्खास्त कर दिया गया था, जो सबसे छोटा कार्यकाल रहा।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प्रमुख समितियों के वर्तमान/ऐतिहासिक अध्यक्षों का सही मिलान कीजिए: सूची-I: सूची-I: A. पुस्तकालय समिति B. पर्यावरण संबंधी समिति C. महिलाओं एवं बालकों के कल्याण संबंधी समिति D. नियम समिति सूची-II: 1. विधानसभा अध्यक्ष (पदेन) 2. अधिकतम 15 सदस्य (अध्यक्ष द्वारा मनोनीत) 3. अधिकतम 15 सदस्य (महिला एवं बाल विकास संबंधी जाँच) 4. पर्यावरण प्रदूषण व संरक्षण संबंधी निगरानी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958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पुस्तकालय समिति में अध्यक्ष सहित अधिकतम 15 सदस्य होते हैं जो अध्यक्ष द्वारा मनोनीत होते हैं; पर्यावरण समिति पर्यावरण संरक्षण और प्रदूषण नियंत्रण पर कार्य करती है; महिला एवं बाल कल्याण समिति में अधिकतम 15 सदस्य होते हैं जो महिलाओं व बच्चों के कल्याणकारी कार्यक्रमों की समीक्षा करते हैं; तथा नियम समिति के पदेन अध्यक्ष स्वयं विधानसभा अध्यक्ष होते हैं। अतः सही सुमेलन A-2, B-4,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958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सभापतियों की तालिका (Panel of Chairpersons) के संदर्भ में निम्नलिखित कथनों पर विचार कीजिए: A. सत्र के आरंभ में विधानसभा अध्यक्ष अपने सदस्यों में से अधिकतम 6 सदस्यों को सभापति तालिका हेतु नामनिर्दिष्ट करता है। B. अध्यक्ष और उपाध्यक्ष दोनों की अनुपस्थिति में सभापति तालिका का सदस्य सदन की अध्यक्षता करता है। C. जब अध्यक्ष और उपाध्यक्ष दोनों के पद रिक्त हों, तब राज्यपाल द्वारा नियुक्त सदस्य ही सदन की अध्यक्षता करता है। D. सभापति तालिका का कोई सदस्य अध्यक्ष के पद के रिक्त होने पर सदन की अध्यक्षता नहीं कर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439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कार्य संचालन नियमों के तहत विधानसभा अध्यक्ष प्रत्येक सत्र के प्रारंभ में अधिकतम 6 सदस्यों की एक सभापति तालिका मनोनीत करता है। जब अध्यक्ष व उपाध्यक्ष केवल 'अनुपस्थित' (Absent) हों, तब पैनल का सदस्य अध्यक्षता करता है। परंतु यदि अध्यक्ष व उपाध्यक्ष के पद 'रिक्त' (Vacant) हो जाएं, तो पैनल का सदस्य अध्यक्षता नहीं कर सकता; ऐसी स्थिति में संविधान के अनुच्छेद 180(1) के तहत राज्यपाल द्वारा अधिकृत सदस्य ही सदन की अध्यक्षता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439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विधानसभा के अध्यक्ष की अनुपस्थिति में विधानमंडल द्वारा पारित किसी विधेयक को राज्यपाल के समक्ष अनुमति हेतु भेजे जाने से पूर्व किसके द्वारा प्रमाणित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विधानसभा उपाध्यक्ष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विधानसभा सचिवालय के सचिव / प्रमुख सचिव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संसदीय कार्य मंत्री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मुख्यमंत्री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920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विधानसभा सचिवालय के सचिव / प्रमुख सचिव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विधानसभा उपाध्यक्ष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कार्य मंत्री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प्रक्रिया नियमों के तहत पारित विधेयक को राज्यपाल की अनुमति हेतु भेजने से पूर्व विधानसभा अध्यक्ष द्वारा हस्ताक्षरित व प्रमाणित किया जाता है। परंतु यदि अध्यक्ष अनुपस्थित हो अथवा अविलंबनीय परिस्थिति हो, तो अध्यक्ष की ओर से विधानसभा सचिवालय का सचिव / प्रमुख सचिव (Secretary/Principal Secretary) उस विधेयक को अधिप्रमाणित करके राज्यपाल के सचिवालय को प्रेषित करता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920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विश्वास प्रस्ताव (Confidence Motion) एवं अविश्वास प्रस्ताव की प्राथमिकताओं के संदर्भ में निम्नलिखित कथनों पर विचार कीजिए: A. यदि सदन में अविश्वास प्रस्ताव और विश्वास प्रस्ताव दोनों की सूचनाएं प्राप्त हों, तो विधानसभा नियमों के तहत विश्वास प्रस्ताव को पूर्ववर्तिता (Priority) दी जाती है। B. विश्वास प्रस्ताव सरकार (मुख्यमंत्री या मंत्री) द्वारा पेश किया जाता है जबकि अविश्वास प्रस्ताव विपक्ष के सदस्यों द्वारा लाया जाता है। C. विश्वास प्रस्ताव पारित होने पर सरकार का सदन में बहुमत सिद्ध हो जाता है और अविश्वास प्रस्ताव स्वतः समाप्त माना जाता है। D. अविश्वास प्रस्ताव स्वीकृत होने पर संपूर्ण मंत्रिपरिषद को त्यागपत्र देना अनिवार्य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401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नियमों के अनुसार जब सरकार स्वयं आगे बढ़कर विश्वास प्रस्ताव (Confidence Motion) की सूचना देती है और विपक्ष अविश्वास प्रस्ताव लाता है, तो नियमों के तहत सरकार के विश्वास प्रस्ताव को प्राथमिकता दी जाती है। विश्वास प्रस्ताव पारित होने का अर्थ है कि सरकार को सदन का विश्वास हासिल है, जिससे अविश्वास प्रस्ताव स्वतः निष्प्रभावी हो जाता है। अविश्वास प्रस्ताव पारित होना सरकार का पतन सुनिश्चित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401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विधानमंडल से संबंधित प्रमुख अनुच्छेदों एवं उनके विषयों का सही मिलान कीजिए: सूची-I: सूची-I: A. अनुच्छेद 170 B. अनुच्छेद 172 C. अनुच्छेद 173 D. अनुच्छेद 178 सूची-II: 1. राज्य विधानसभाओं की अवधि (सामान्यतः 5 वर्ष) 2. राज्य विधानसभा के अध्यक्ष और उपाध्यक्ष 3. राज्य विधानसभा की संरचना (अधिकतम 500, न्यूनतम 60) 4. राज्य विधानमंडल की सदस्यता के लिए अर्हताएँ</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170 राज्य विधानसभाओं की संरचना (अधिकतम 500 व न्यूनतम 60 सीटें) तय करता है; अनुच्छेद 172 विधानसभा की 5 वर्ष की सामान्य अवधि का उपबंध करता है; अनुच्छेद 173 विधानसभा सदस्य हेतु न्यूनतम 25 वर्ष व नागरिकता जैसी अर्हताओं का उल्लेख करता है; तथा अनुच्छेद 178 विधानसभा अध्यक्ष व उपाध्यक्ष के निर्वाचन से संबंधित है। अतः सही सुमेलन A-3, B-1, C-4,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ऐतिहासिक स्थापना एवं जयपुर पीठ के संदर्भ में निम्नलिखित कथनों पर विचार कीजिए: A. राजस्थान उच्च न्यायालय का औपचारिक उद्घाटन 29 अगस्त, 1949 को राजप्रमुख महाराजा सवाई मानसिंह द्वारा जोधपुर में किया गया था। B. राजस्थान उच्च न्यायालय के प्रथम मुख्य न्यायाधीश न्यायमूर्ति कमलकांत वर्मा (K.K. Verma) थे। C. सत्यनारायण राव समिति (1958) की सिफारिश पर उच्च न्यायालय की जयपुर पीठ को समाप्त कर केवल जोधपुर को मुख्य पीठ बनाया गया था। D. उच्च न्यायालय राजस्थान (जयपुर में स्थायी पीठ की स्थापना) आदेश, 1976 के तहत 31 जनवरी, 1977 से जयपुर स्थायी पीठ ने पुनः कार्य प्रारंभ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363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 अगस्त 1949 को राजप्रमुख सवाई मानसिंह ने जोधपुर में राजस्थान उच्च न्यायालय का उद्घाटन किया और 11 जजों के साथ न्यायमूर्ति कमलकांत वर्मा प्रथम मुख्य न्यायाधीश बने। 1958 में पी. सत्यनारायण राव समिति की रिपोर्ट पर जयपुर पीठ समाप्त हुई। बाद में जनता व अधिवक्ताओं की मांग पर राष्ट्रपति द्वारा जारी 1976 के आदेश के तहत 31 जनवरी 1977 से जयपुर में उच्च न्यायालय की स्थायी पीठ ने विधिवत कार्य करना शुरू किया।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363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उच्च न्यायालय में वर्तमान में न्यायाधीशों के कुल स्वीकृत पदों (Sanctioned Strength) की संख्या कितनी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844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उच्च न्यायालय में मुख्य न्यायाधीश सहित न्यायाधीशों के कुल स्वीकृत पदों की संख्या 50 (38 स्थायी न्यायाधीश + 12 अतिरिक्त न्यायाधीश) है। संविधान के अनुच्छेद 216 के अनुसार प्रत्येक उच्च न्यायालय एक मुख्य न्यायाधीश और ऐसे अन्य न्यायाधीशों से मिलकर बनता है जिन्हें राष्ट्रपति समय-समय पर नियुक्त करना आवश्यक समझे।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844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न्यायाधीशों की नियुक्ति, योग्यता एवं कार्यकाल के संदर्भ में निम्नलिखित कथनों पर विचार कीजिए: A. संविधान के अनुच्छेद 217(1) के अनुसार उच्च न्यायालय के न्यायाधीशों की नियुक्ति राष्ट्रपति द्वारा भारत के मुख्य न्यायाधीश, संबंधित राज्य के राज्यपाल तथा मुख्य न्यायाधीश के परामर्श से की जाती है। B. उच्च न्यायालय का न्यायाधीश बनने हेतु व्यक्ति कम से कम 10 वर्ष तक भारत में न्यायिक पद पर रहा हो अथवा किसी उच्च न्यायालय में कम से कम 10 वर्ष तक अधिवक्ता रहा हो। C. उच्च न्यायालय के न्यायाधीश 62 वर्ष की आयु प्राप्त करने तक अपना पद धारण करते हैं। D. उच्च न्यायालय के न्यायाधीश अपना त्यागपत्र भारत के राष्ट्रपति को संबोधित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325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217 के अनुसार उच्च न्यायालय के जजों की नियुक्ति कोलेजियम प्रणाली के तहत राष्ट्रपति द्वारा की जाती है। अर्हता हेतु 10 वर्ष की न्यायिक सेवा या 10 वर्ष की वकालत आवश्यक है। 15वें संविधान संशोधन 1963 द्वारा उच्च न्यायालय के न्यायाधीशों की सेवानिवृत्ति आयु 60 वर्ष से बढ़ाकर 62 वर्ष की गई थी। न्यायाधीश अपना त्यागपत्र राष्ट्रपति को ही सौंपते हैं तथा उन्हें संसद द्वारा महाभियोग जैसी विशेष प्रक्रिया (अनुच्छेद 124(4)) से ही हटाया जा सकता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325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उच्च न्यायालय से संबंधित प्रमुख अनुच्छेदों एवं उनके विधिक प्रावधानों का सही मिलान कीजिए: सूची-I: सूची-I: A. अनुच्छेद 215 B. अनुच्छेद 226 C. अनुच्छेद 227 D. अनुच्छेद 228 सूची-II: 1. मूल अधिकारों व अन्य प्रयोजनों हेतु रिट (Writs) जारी करने की शक्ति 2. उच्च न्यायालय का अभिलेख न्यायालय (Court of Record) होना 3. कुछ मामलों का अधीनस्थ न्यायालयों से उच्च न्यायालय को अंतरण 4. सभी अधीनस्थ न्यायालयों और अधिकरणों पर अधीक्षण की शक्ति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806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215 उच्च न्यायालय को अभिलेख न्यायालय घोषित करता है (जिसके निर्णयों का साक्ष्य मूल्य होता है और यह अपनी अवमानना हेतु दंड दे सकता है); अनुच्छेद 226 के तहत उच्च न्यायालय मूल अधिकारों व विधिक अधिकारों के प्रवर्तन हेतु 5 प्रकार की रिटें जारी कर सकता है; अनुच्छेद 227 के तहत उसे अपने प्रादेशिक क्षेत्राधिकार के सभी न्यायालयों व ट्रिब्यूनल्स पर प्रशासनिक व न्यायिक अधीक्षण प्राप्त है; अनुच्छेद 228 के तहत संविधान की व्याख्या से जुड़े मामलों को वह अपने पास मंगा सकता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806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उच्च न्यायालय के मुख्य न्यायाधीशों एवं उनके विशिष्ट न्यायिक संदर्भों पर विचार कीजिए: A. न्यायमूर्ति के.एन. वांचू राजस्थान उच्च न्यायालय के मुख्य न्यायाधीश रहे जो बाद में भारत के मुख्य न्यायाधीश (CJI) बने। B. न्यायमूर्ति जे.एस. वर्मा और न्यायमूर्ति आर.एम. लोढ़ा भी राजस्थान से भारत के मुख्य न्यायाधीश बने। C. न्यायमूर्ति कांता भटनागर मद्रास उच्च न्यायालय की प्रथम महिला मुख्य न्यायाधीश बनी थीं। D. राजस्थान उच्च न्यायालय के नियमों (Rules of High Court) को 1952 में लागू किया गया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कैलाशनाथ वांचू 1951 से 1958 तक राजस्थान हाईकोर्ट के सीजे रहे और बाद में भारत के 10वें सीजेआई बने। न्यायमूर्ति जगदीश शरण वर्मा और न्यायमूर्ति राजेंद्र मल लोढ़ा राजस्थान हाईकोर्ट से सुप्रीम कोर्ट जाकर सीजेआई बने। न्यायमूर्ति कांता भटनागर राजस्थान हाईकोर्ट की प्रथम महिला न्यायाधीश तथा बाद में मद्रास हाईकोर्ट की मुख्य न्यायाधीश बनीं। राजस्थान उच्च न्यायालय नियम 1952 में बने और प्रभावी हुए।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क्षेत्राधिकार, पीठों एवं जिला न्यायालयों के संदर्भ में निम्नलिखित कथनों पर विचार कीजिए: A. राजस्थान उच्च न्यायालय की जोधपुर मुख्य पीठ के क्षेत्राधिकार में 19 जिला न्यायालय (जजशिप्स) तथा जयपुर पीठ के क्षेत्राधिकार में 17 जिला न्यायालय आते हैं। B. संविधान के अनुच्छेद 233 के अनुसार जिला न्यायाधीशों की नियुक्ति, पदस्थापन और पदोन्नति उच्च न्यायालय के परामर्श से राज्यपाल द्वारा की जाती है। C. राजस्थान राज्य विधिक सेवा प्राधिकरण (RSLSA) का गठन संविधान के अनुच्छेद 39-क के निर्देशों के अनुसरण में किया गया है। D. उच्च न्यायालय के किसी न्यायाधीश की आयु के संबंध में विवाद होने पर इसका अंतिम निर्णय राष्ट्रपति द्वारा भारत के मुख्य न्यायाधीश के परामर्श से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768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उच्च न्यायालय के न्यायिक कार्यक्षेत्र का विभाजन जोधपुर मुख्य पीठ और जयपुर पीठ के बीच किया गया है। अनुच्छेद 233 के तहत जिला जजों की नियुक्ति हाईकोर्ट के परामर्श से राज्यपाल करते हैं। संविधान के नीति निदेशक तत्व अनुच्छेद 39-क (समान न्याय और निःशुल्क विधिक सहायता) को प्रभावी बनाने हेतु विधिक सेवा प्राधिकरण अधिनियम, 1987 के तहत RSLSA कार्यरत है जिसके मुख्य संरक्षक हाईकोर्ट के सीजे होते हैं। अनुच्छेद 217(3) के अनुसार हाईकोर्ट जज की उम्र विवाद का निर्णय राष्ट्रपति सीजेआई के परामर्श से करते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768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जिला प्रशासन, संभागीय आयुक्त एवं पुलिस कमिश्नरेट प्रणाली का सही मिलान कीजिए: सूची-I: सूची-I: A. संभागीय आयुक्त पद की समाप्ति (मोहनलाल सुखाड़िया सरकार) B. संभागीय आयुक्त पद का पुनर्गठन (हरिदेव जोशी सरकार) C. जयपुर एवं जोधपुर में पुलिस कमिश्नरेट प्रणाली लागू D. जिला आपदा प्रबंधन प्राधिकरण (DDMA) का गठन सूची-II: 1. वर्ष 2011 (1 जनवरी 2011) 2. वर्ष 1962 3. वर्ष 1987 4. आपदा प्रबंधन अधिनियम, 2005 के तहत (अध्यक्ष: जिला कलेक्टर)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249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संभागीय आयुक्त व्यवस्था को 1962 में मोहनलाल सुखाड़िया मंत्रिमंडल द्वारा प्रशासनिक मितव्ययिता के नाम पर समाप्त कर दिया गया था, जिसे 25 वर्ष बाद 15 जनवरी 1987 को हरिदेव जोशी सरकार द्वारा पुनः बहाल किया गया। राज्य में कानून-व्यवस्था को आधुनिक बनाने हेतु जयपुर व जोधपुर में 1 जनवरी 2011 को पुलिस कमिश्नरेट व्यवस्था लागू की गई (अब कोटा में भी)। आपदा प्रबंधन अधिनियम 2005 की धारा 25 के तहत प्रत्येक जिले में DDMA का गठन किया गया जिसके पदेन अध्यक्ष जिला कलेक्टर होते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249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प्रशासन में जिला कलेक्टर (District Collector) की बहुआयामी भूमिका के संदर्भ में निम्नलिखित कथनों पर विचार कीजिए: A. जिला कलेक्टर जिले में राजस्व प्रशासन का सर्वोच्च अधिकारी (District Collector) होता है तथा भू-राजस्व की वसूली व भू-अभिलेखों का संधारण करता है। B. जिला दंडाधिकारी (District Magistrate) के रूप में वह जिले में कानून एवं शांति व्यवस्था बनाए रखने तथा पुलिस बल पर सामान्य नियंत्रण रखता है। C. जिले में विकास प्रशासन का मुख्य समन्वयक तथा जिला निर्वाचन अधिकारी (DEO) के रूप में चुनावों का संचालन करता है। D. जिले में प्रमुख जनगणना अधिकारी (Chief Census Officer) जिला कलेक्टर को माना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730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1772 में वारेन हेस्टिंग्स द्वारा सृजित 'कलेक्टर' का पद जिले का सर्वोच्च प्रशासनिक पद है। वह भू-राजस्व एकत्र करने के साथ-साथ जिला मजिस्ट्रेट के रूप में सीआरपीसी के तहत कानून-व्यवस्था, विदेशी नागरिकों के पासपोर्ट सत्यापन, जेल निरीक्षण, तथा लाइसेंसिंग का कार्य करता है। वह जिले का मुख्य विकास समन्वयक, जिला निर्वाचन अधिकारी (संसद व विधानसभा चुनाव) तथा भारत सरकार के जनगणना अधिनियम के तहत जिले का 'प्रमुख जनगणना अधिकारी'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730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 कलेक्टर के संबंध में किसने यह प्रसिद्ध कथन कहा था कि "जिलाधीश की तुलना एक कछुए से की जाती है जिसकी पीठ पर भारत सरकार का हाथी खड़ा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रेम्जे मैकडोनाल्ड (Ramsay MacDonald)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रजनी कोठारी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के.के. दास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पी.आर. दुभाषी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211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रेम्जे मैकडोनाल्ड (Ramsay MacDonald)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रजनी कोठारी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के.के. दास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पी.आर. दुभाषी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ब्रिटेन के पूर्व प्रधानमंत्री रेम्जे मैकडोनाल्ड ने ब्रिटिश कालीन भारतीय प्रशासनिक व्यवस्था का वर्णन करते हुए जिला कलेक्टर के भारी कार्यभार पर टिप्पणी की थी कि "जिला कलेक्टर एक ऐसे कछुए के समान है जिसकी पीठ पर ब्रिटिश राज/भारत सरकार का पूरा हाथी खड़ा है।" वहीं प्रसिद्ध समाजशास्त्री रजनी कोठारी ने जिलाधीश को 'संस्थागत करिश्मा' (Institutional Charisma) कहा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211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प्रशासनिक अधिकारियों के पदस्थापन एवं तहसील प्रशासन के संदर्भ में निम्नलिखित कथनों पर विचार कीजिए: A. राजस्थान प्रशासनिक सेवा (RAS) के अधिकारियों को पहली बार वर्ष 2009 में जिला कलेक्टर के पद पर पदस्थापित किया गया था। B. तहसीलदार की नियुक्ति राजस्थान राजस्व मंडल (Board of Revenue, अजमेर) द्वारा की जाती है। C. उपखंड स्तर पर उपखंड अधिकारी (SDO/SDM) उपखंड मजिस्ट्रेट तथा सहायक कलेक्टर के रूप में कार्य करता है। D. पटवारी ग्राम स्तर पर राजस्व प्रशासन का सबसे निचला अधिकारी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2009 में राजस्थान सरकार ने पहली बार सीनियर आरएएस अधिकारियों को सीधे जिला कलेक्टर के पद पर नियुक्त करने की ऐतिहासिक शुरुआत की थी। तहसील स्तर पर तहसीलदार राजस्व अधिकारी व कार्यपालक मजिस्ट्रेट होता है जिसकी नियुक्ति राजस्व मंडल अजमेर द्वारा की जाती है (यद्यपि चयन RPSC करती है)। उपखंड स्तर पर SDM उपखंड प्रशासन का प्रमुख होता है तथा पटवारी ग्राम स्तर पर खसरा, गिरदावरी व भू-अभिलेख संधारित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लोक सेवा आयोग (RPSC) के ऐतिहासिक गठन एवं संवैधानिक प्रावधानों का सही मिलान कीजिए: सूची-I: सूची-I: A. RPSC अध्यादेश लागू होने की तिथि B. RPSC की औपचारिक स्थापना तिथि C. जयपुर से अजमेर स्थानांतरण का वर्ष D. RPSC के प्रथम अध्यक्ष सूची-II: 1. 22 दिसम्बर, 1949 2. 20 अगस्त, 1949 3. न्यायति एस.के. घोष (तत्कालीन मुख्य न्यायाधीश) 4. वर्ष 1958 (सत्यनारायण राव समिति की सिफारिश 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173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 सेवा आयोग (RPSC) अध्यादेश 20 अगस्त 1949 को प्रभाव में आया तथा 22 दिसम्बर 1949 को आयोग की औपचारिक स्थापना जयपुर में हुई। प्रारंभ में इसके प्रथम अध्यक्ष राजस्थान उच्च न्यायालय के मुख्य न्यायाधीश एस.के. घोष बनाए गए तथा देवीशंकर तिवारी और एन.आर. चंदोरकर सदस्य नियुक्त हुए। 1958 में पी. सत्यनारायण राव समिति की सिफारिश पर RPSC का मुख्यालय जयपुर से अजमेर (घूघरा घाटी) स्थानांतरित किया गया।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173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लोक सेवा आयोग (RPSC) की संरचना एवं सेवा शर्तों के संदर्भ में निम्नलिखित कथनों पर विचार कीजिए: A. प्रारंभ में (1949 में) RPSC में एक अध्यक्ष और दो सदस्य (कुल 3) थे। B. वर्तमान में RPSC में अध्यक्ष सहित कुल 8 सदस्य (1 अध्यक्ष + 7 सदस्य) स्वीकृत हैं। C. संविधान के अनुच्छेद 318 के अनुसार RPSC के सदस्यों की संख्या और उनकी सेवा शर्तों का निर्धारण राजस्थान के राज्यपाल द्वारा किया जाता है। D. आयोग के यथाशक्य निकटतम आधे सदस्य ऐसे व्यक्ति होंगे जो कम से कम 10 वर्ष तक भारत सरकार या राज्य सरकार के अधीन पद धारण कर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654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RPSC की स्थापना के समय 1+2 सदस्य थे। समय-समय पर संख्या बढ़ाते हुए वर्तमान में 1 अध्यक्ष + 7 सदस्य (कुल 8) हैं। अनुच्छेद 318 के तहत राज्यपाल को आयोग के सदस्यों की संख्या व सेवा शर्तों के नियम बनाने की शक्ति है। अनुच्छेद 316(1) के परंतुक के अनुसार आयोग के कम से कम आधे (50%) सदस्य ऐसे होने चाहिए जिन्होंने केंद्र या राज्य सरकार के अधीन न्यूनतम 10 वर्ष तक प्रशासनिक/राजकीय सेवा की हो। शेष सदस्य शिक्षा, विधि या सार्वजनिक जीवन से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654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लोक सेवा आयोग के अध्यक्ष के रूप में सबसे लंबा कार्यकाल (लगभग 7 वर्ष) निम्नलिखित में से किस अध्यक्ष का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एस.के. घोष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देवीशंकर तिवारी (D.S. Tiwari)</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सी.आर. चौधरी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मोहम्मद याकूब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135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 देवीशंकर तिवारी (D.S. Tiwari)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एस.के. घोष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सी.आर. चौधरी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मोहम्मद याकूब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श्री देवीशंकर तिवारी RPSC के संस्थापक सदस्यों में शामिल थे और वे 1951 से 1958 तक लगातार लगभग 7 वर्ष से अधिक समय तक आरपीएससी के अध्यक्ष रहे, जो आयोग के इतिहास में अब तक का सबसे लंबा कार्यकाल है। आरपीएससी के पहले अध्यक्ष एस.के. घोष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135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RPSC के अध्यक्ष एवं सदस्यों के कार्यकाल, त्यागपत्र एवं निलंबन के संदर्भ में निम्नलिखित कथनों पर विचार कीजिए: A. संविधान के अनुच्छेद 316(2) के अनुसार RPSC का सदस्य पद ग्रहण की तारीख से 6 वर्ष की अवधि या 62 वर्ष की आयु (जो भी पहले हो) तक पद धारण करता है। B. आयोग का कोई भी सदस्य राज्यपाल को संबोधित अपने हस्ताक्षर सहित पत्र द्वारा पद त्याग सकता है। C. कदाचार (Misbehaviour) के आधार पर जांच के दौरान राज्यपाल आयोग के अध्यक्ष या सदस्य को पद से निलंबित (Suspend) कर सकता है। D. अपनी पदावधि की समाप्ति पर RPSC का सदस्य उसी पद पर पुनर्नियुक्ति (Re-appointment) का पात्र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616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41वें संविधान संशोधन 1976 द्वारा राज्य लोक सेवा आयोग के सदस्यों की सेवानिवृत्ति आयु 60 से बढ़ाकर 62 वर्ष की गई थी। कार्यकाल 6 वर्ष या 62 वर्ष होता है। त्यागपत्र राज्यपाल को सौंपा जाता है। अनुच्छेद 317(2) के तहत सर्वोच्च न्यायालय की जांच के दौरान राज्यपाल उन्हें निलंबित कर सकता है। अनुच्छेद 316(3) के अनुसार सदस्य उसी पद पर दोबारा नियुक्त नहीं हो सकता (यद्यपि वह RPSC का अध्यक्ष या UPSC का सदस्य/अध्यक्ष बन सकता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616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संघ एवं राज्य लोक सेवा आयोग से संबंधित प्रमुख अनुच्छेदों का सही मिलान कीजिए: सूची-I: सूची-I: A. अनुच्छेद 315 B. अनुच्छेद 316 C. अनुच्छेद 317 D. अनुच्छेद 320 सूची-II: 1. लोक सेवा आयोग के कार्य (Functions) 2. संघ और राज्यों के लिए लोक सेवा आयोगों का गठन 3. सदस्यों की नियुक्ति और पदावधि 4. लोक सेवा आयोग के किसी सदस्य को हटाया जाना और निलंबित किया जाना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14 के तहत: अनुच्छेद 315 संघ और राज्यों के लिए लोक सेवा आयोगों की स्थापना करता है; अनुच्छेद 316 सदस्यों की नियुक्ति (राज्यपाल द्वारा) व कार्यकाल का उपबंध करता है; अनुच्छेद 317 सदस्यों को हटाने (राष्ट्रपति द्वारा सर्वोच्च न्यायालय की जांच रिपोर्ट पर) व निलंबन का उपबंध करता है; अनुच्छेद 320 आयोग के कार्यों (भर्ती, परीक्षाएं, पदोन्नति/अनुशासनात्मक परामर्श) से संबंधित है। अतः सही सुमेलन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RPSC के सदस्यों को पद से हटाने की प्रक्रिया (अनुच्छेद 317) के संदर्भ में निम्नलिखित कथनों पर विचार कीजिए: A. RPSC के अध्यक्ष या सदस्य को केवल भारत के राष्ट्रपति के आदेश द्वारा ही पद से हटाया जा सकता है (राज्यपाल द्वारा नहीं)। B. कदाचार (Misbehaviour) के आधार पर हटाने से पूर्व राष्ट्रपति द्वारा मामले को उच्चतम न्यायालय को जांच हेतु भेजा जाता है। C. यदि उच्चतम न्यायालय जांच के बाद हटाने की सिफारिश करता है, तो राष्ट्रपति उस रिपोर्ट के आधार पर सदस्य को हटाता है। D. यदि सदस्य दिवालिया हो जाए, अन्य वैतनिक नियोजन में लग जाए या मानसिक/शारीरिक रूप से असमर्थ हो जाए, तो राष्ट्रपति बिना न्यायालयी जांच के सीधे आदेश से हटा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578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317 के अनुसार राज्य लोक सेवा आयोग के सदस्यों की नियुक्ति भले ही राज्यपाल करे, परंतु उन्हें हटाने का अनन्य अधिकार केवल भारत के राष्ट्रपति को है। कदाचार के मामले में अनुच्छेद 145 के तहत सुप्रीम कोर्ट की जांच बाध्यकारी होती है। दिवालियापन, लाभ के पद/अन्य वैतनिक कार्य या मानसिक/शारीरिक शैथिल्य के आधार पर राष्ट्रपति बिना न्यायिक जांच के सीधे आदेश जारी कर हटा सकता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578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किस अनुच्छेद के तहत राज्य सरकार के अधीन सेवारत किसी व्यक्ति को प्रभावित करने वाले अनुशासनात्मक मामलों पर RPSC से अनिवार्य परामर्श का प्रावधान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320(3)(ग)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318(1)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322(2)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325(4)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059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320(3)(ग)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318(1)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322(2)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325(4)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320(3)(ग) के अनुसार राज्य सरकार की सिविल सेवाओं में कार्यरत अधिकारियों पर प्रभाव डालने वाले सभी अनुशासनात्मक मामलों (Disciplinery Matters) जिसमें अभ्यावेदन या अपील शामिल हैं, पर राज्य लोक सेवा आयोग (RPSC) से परामर्श किया जाना अनिवार्य है। अनुच्छेद 320(3) के अन्य खंडों में भर्ती के नियम और पदोन्नति के सिद्धांतों पर परामर्श का उल्लेख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059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RPSC के वित्तीय व्यय एवं वार्षिक प्रतिवेदन से संबंधित प्रावधानों पर विचार कीजिए: A. संविधान के अनुच्छेद 322 के अनुसार RPSC के अध्यक्ष व सदस्यों के वेतन-भत्ते एवं प्रशासनिक व्यय राजस्थान राज्य की संचित निधि (Consolidated Fund) पर भारित होते हैं। B. संचित निधि पर भारित होने के कारण इन व्ययों पर राज्य विधानसभा में मतदान नहीं कराया जा सकता। C. संविधान के अनुच्छेद 323(2) के अनुसार RPSC अपने कार्यों का वार्षिक प्रतिवेदन (Annual Report) राजस्थान के राज्यपाल को प्रस्तुत करता है। D. राज्यपाल इस प्रतिवेदन को राज्य मंत्रिमंडल के ज्ञापन (Memorandum) सहित विधानसभा के समक्ष रखवाता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540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322 के तहत आयोग के समस्त व्यय राज्य की संचित निधि पर भारित (Charged) होते हैं जिस पर विधानसभा में चर्चा हो सकती है परंतु कटौती मतदान नहीं हो सकता। अनुच्छेद 323(2) के तहत RPSC प्रतिवर्ष अपने कार्यों का लेखा-जोखा राज्यपाल को सौंपता है। यदि सरकार ने आयोग की किसी सिफारिश को अस्वीकार किया है तो राज्यपाल कारण सहित स्पष्टीकरण ज्ञापन के साथ पूरी रिपोर्ट विधानसभा के पटल पर रखवाता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540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RPSC के प्रमुख सदस्यों/अध्यक्षों से संबंधित विशिष्ट ऐतिहासिक तथ्यों का सही मिलान कीजिए: सूची-I: सूची-I: A. श्री एन.के. बैरवा B. श्रीमती कांता कथूरिया C. डॉ. एस.सी. त्रिपाठी D. डॉ. बी.एल. रावत सूची-II: 1. UPSC की सदस्य बनने वाली RPSC की पूर्व महिला सदस्य 2. RPSC के सचिव तथा अध्यक्ष दोनों पदों पर रहने वाले अधिकारी 3. RPSC के अध्यक्ष जो पूर्व में UPSC के सदस्य भी रहे थे 4. RPSC के पूर्व अध्यक्ष (कालानुक्रम में विशिष्ट स्थान)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021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एन.के. बैरवा RPSC के ऐसे प्रशासनिक अधिकारी रहे हैं जिन्होंने आयोग के सचिव तथा बाद में अध्यक्ष दोनों पदों पर कार्य किया। श्रीमती कांता कथूरिया और डॉ. प्रकाशवती शर्मा RPSC की ऐसी महिला सदस्य रही हैं जो बाद में संघ लोक सेवा आयोग (UPSC) की सदस्य भी मनोनीत हुईं। डॉ. एस.सी. त्रिपाठी (UPSC के पूर्व सदस्य) 1952 में RPSC के अध्यक्ष बने थे।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021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निर्वाचन आयोग (State Election Commission - SEC) के संवैधानिक प्रावधानों के संदर्भ में निम्नलिखित कथनों पर विचार कीजिए: A. राज्य निर्वाचन आयोग एक संवैधानिक एवं स्वतंत्र एकल-सदस्यीय (Single-Member) आयोग है। B. इसका गठन संविधान के अनुच्छेद 243-ट (243-K) तथा अनुच्छेद 243-यक (243-ZA) के अधीन जुलाई 1994 में किया गया था। C. राज्य निर्वाचन आयुक्त की नियुक्ति राज्यपाल द्वारा की जाती है तथा इसे उच्च न्यायालय के न्यायाधीश को हटाने की रीति से ही हटाया जा सकता है। D. राज्य निर्वाचन आयोग का एक सचिव होता है जो राज्य का मुख्य निर्वाचन अधिकारी (CEO) भी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और 74वें संविधान संशोधन के तहत अनुच्छेद 243K (पंचायतों हेतु) और 243ZA (नगरपालिकाओं हेतु) राज्य निर्वाचन आयोग की स्थापना करते हैं। राजस्थान में जुलाई 1994 में श्री अमर सिंह राठौड़ के प्रथम आयुक्त बनने के साथ आयोग गठित हुआ। आयुक्त का दर्जा हाईकोर्ट जज के समकक्ष होता है और उसे उसी प्रक्रिया से हटाया जा सकता है। आयोग का सचिव आईएएस अधिकारी होता है जो राज्य का मुख्य निर्वाचन अधिकारी (Chief Electoral Officer) भी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निर्वाचन आयोग निम्नलिखित में से किन संस्थाओं के निर्वाचनों के अधीक्षण, निर्देशन, नियंत्रण तथा मतदाता सूची तैयार करने हेतु उत्तरदायी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राष्ट्रपति एवं उपराष्ट्रपति के चुनाव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लोकसभा एवं राज्यसभा के चुनाव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विधानसभा एवं विधान परिषद के चुनाव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राज संस्थाएँ एवं शहरी स्थानीय निकाय (नगरपालिका/नगर निगम)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983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पंचायती राज संस्थाएँ एवं शहरी स्थानीय निकाय (नगरपालिका/नगर निगम)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एवं उपराष्ट्रपति के चुनाव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लोकसभा एवं राज्यसभा के चुनाव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विधानसभा एवं विधान परिषद के चुनाव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संविधान के अनुसार संसद (लोकसभा/राज्यसभा), राष्ट्रपति, उपराष्ट्रपति तथा राज्य विधानसभाओं के चुनाव कराने का दायित्व 'भारत निर्वाचन आयोग' (ECI - अनुच्छेद 324) का है। जबकि 'राज्य निर्वाचन आयोग' (SEC - अनुच्छेद 243K व 243ZA) का विशेष दायित्व केवल और केवल पंचायती राज संस्थाओं (ग्राम पंचायत, पंचायत समिति, जिला परिषद) तथा नगरीय निकायों के चुनाव निष्पक्ष रूप से कराना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983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राज्य निर्वाचन आयुक्तों के संदर्भ में निम्नलिखित कथनों पर विचार कीजिए: A. श्री अमर सिंह राठौड़ राजस्थान राज्य निर्वाचन आयोग के प्रथम राज्य निर्वाचन आयुक्त थे। B. श्री एन.आर. भसीन, श्री इंद्रजीत खन्ना और श्री ए.के. पांडे भी राज्य निर्वाचन आयुक्त रह चुके हैं। C. श्री प्रेम सिंह मेहरा और श्री मधुकर गुप्ता ने भी राजस्थान के राज्य निर्वाचन आयुक्त के रूप में कार्य किया है। D. राज्य निर्वाचन आयुक्त का कार्यकाल सामान्यतः 5 वर्ष या 65 वर्ष की आयु (जो भी पहले हो) होता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464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राज्य निर्वाचन आयोग के आयुक्तों का क्रम: 1. अमर सिंह राठौड़ (1994-2000 - प्रथम); 2. एन.आर. भसीन (2000-2002); 3. इंद्रजीत खन्ना (2002-2007); 4. ए.के. पांडे (2007-2012); 5. रामलुभाया (2012-2017); 6. प्रेम सिंह मेहरा (2017-2022); 7. मधुकर गुप्ता (2022 से)। आयुक्त का कार्यकाल 5 वर्ष या 65 वर्ष की आयु तक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464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[TYPE: match] राज्य निर्वाचन आयोग से संबंधित प्रमुख संवैधानिक अनुच्छेदों एवं कार्यों का सही मिलान कीजिए: सूची-I: सूची-I: A. अनुच्छेद 243-K(1) B. अनुच्छेद 243-K(3) C. अनुच्छेद 243-ZA D. राज्य निर्वाचन आयुक्त की नियुक्ति  सूची-II: 1. पंचायतों के निर्वाचनों का अधीक्षण, निर्देशन और नियंत्रण 2. राज्यपाल द्वारा राज्य निर्वाचन आयुक्त को आवश्यक कर्मचारी उपलब्ध कराना 3. नगरपालिकाओं के निर्वाचनों का अधीक्षण, निर्देशन और नियंत्रण 4. राज्यपाल द्वारा भारत के संविधान के अधीन की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945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243-K (1): यह अनुच्छेद पंचायतों के निर्वाचनों के लिए मतदाता सूची तैयार करने और उन निर्वाचनों के संचालन के अधीक्षण, निर्देशन और नियंत्रण की शक्ति राज्य निर्वाचन आयोग को देता है। (A-1) अनुच्छेद 243-K (3): इसके अनुसार, राज्य का राज्यपाल राज्य निर्वाचन आयोग के अनुरोध पर उसे वे कर्मचारी उपलब्ध कराएगा जो आयोग के कार्यों के निर्वहन हेतु आवश्यक हैं। (B-2) अनुच्छेद 243-ZA: यह अनुच्छेद नगरपालिकाओं के निर्वाचनों के अधीक्षण, निर्देशन और नियंत्रण का प्रावधान करता है। (C-3) नियुक्ति: भारत के संविधान के अनुच्छेद 243-K (1) के अंतर्गत राज्य निर्वाचन आयुक्त की नियुक्ति राज्यपाल द्वारा की जाती है। (D-4)</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945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पंचायती राज के ऐतिहासिक उद्घाटन एवं पृष्ठभूमि के संदर्भ में निम्नलिखित कथनों पर विचार कीजिए: A. स्वतंत्र भारत में त्रिस्तरीय पंचायती राज व्यवस्था का औपचारिक उद्घाटन तत्कालीन प्रधानमंत्री पं. जवाहरलाल नेहरू द्वारा 2 अक्टूबर, 1959 को बगदरी गाँव (नागौर, राजस्थान) में किया गया था। B. राजस्थान पंचायती राज व्यवस्था को लागू करने वाला देश का प्रथम राज्य बना तथा आंध्र प्रदेश दूसरा राज्य बना। C. स्वतंत्रता से पूर्व बीकानेर रियासत ने 1928 में अपना स्वयं का ग्राम पंचायत अधिनियम पारित किया था। D. राजस्थान में 1953 में राजस्थान पंचायत अधिनियम पारित कर पूरे राज्य में ग्राम पंचायतों की स्थापना की गई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426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बलवंत राय मेहता समिति (1957) की लोकतांत्रिक विकेंद्रीकरण की सिफारिशों को लागू करते हुए प्रधानमंत्री नेहरू ने 2 अक्टूबर 1959 को राजस्थान के नागौर जिले के बगदरी गांव में देश की पहली त्रिस्तरीय पंचायती राज व्यवस्था का उद्घाटन किया। इसके ठीक बाद 11 अक्टूबर 1959 को आंध्र प्रदेश के महबूबनगर (शादनगर) में यह व्यवस्था शुरू हुई। स्वतंत्रता पूर्व बीकानेर (1928), जयपुर (1938), जोधपुर व मेवाड़ रियासतों ने ग्राम पंचायत कानून बनाए थे। राजस्थान एकीकरण के बाद 1953 में राजस्थान पंचायत अधिनियम पारित कर ग्राम पंचायतें गठित की गई थीं। अतः सही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426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पंचायती राज पर गठित प्रमुख राष्ट्रीय एवं राज्य स्तरीय समितियों का सही मिलान कीजिए: सूची-I (समिति का नाम): सूची-I: A. बलवंत राय मेहता समिति (1957) B. अशोक मेहता समिति (1977) C. एल.एम. सिंघवी समिति (1986) D. सादिक अली समिति (1964) सूची-II: 1. पंचायती राज संस्थाओं को संवैधानिक मान्यता (Constitutional Status) प्रदान करना 2. त्रिस्तरीय पंचायती राज व्यवस्था (ग्राम, खंड व जिला स्तर) 3. द्विस्तरीय मॉडल (मंडल पंचायत और जिला परिषद) 4. राजस्थान में पंचायती राज के क्रियान्वयन व चुनावों में सुधार की समीक्षा</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बलवंत राय मेहता समिति ने त्रिस्तरीय पंचायती राज ढांचे का खाका खींचा; अशोक मेहता समिति ने द्विस्तरीय (जिला परिषद व मंडल पंचायत) तथा राजनीतिक दलों की खुली भागीदारी का सुझाव दिया; डॉ. एल.एम. सिंघवी समिति (1986) ने पंचायतों को संवैधानिक दर्जा देने की ऐतिहासिक सिफारिश की; तथा राजस्थान सरकार द्वारा गठित सादिक अली समिति (1964) और गिरधारी लाल व्यास समिति (1973) ने राज्य में ग्राम सभा व ग्राम सेवक की भूमिका पर महत्वपूर्ण सुझाव दिए। अतः सही सुमेलन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अधिनियम, 1994 के तहत 'ग्राम सभा' (Gram Sabha) के संदर्भ में निम्नलिखित कथनों पर विचार कीजिए: A. संविधान के अनुच्छेद 243-क और अधिनियम की धारा 8-क के तहत ग्राम पंचायत क्षेत्र की मतदाता सूची में पंजीकृत सभी वयस्क नागरिक ग्राम सभा के सदस्य होते हैं। B. राजस्थान में एक वित्तीय वर्ष में ग्राम सभा की कम से कम 4 बैठकें (सामान्यतः 26 जनवरी, 1 मई, 15 अगस्त और 2 अक्टूबर को) होना अनिवार्य है। C. ग्राम सभा की बैठक हेतु गणपूर्ति (Quorum) कुल सदस्य संख्या का दसवां भाग (1/10) होती है। D. ग्राम सभा की बैठकों की अध्यक्षता सरपंच तथा उसकी अनुपस्थिति में उप-सरपंच द्वारा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388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 सभा ग्राम स्तर पर प्रत्यक्ष लोकतंत्र की मूल इकाई है, जिसमें राजस्व गांव की निर्वाचक नामावली में दर्ज सभी पंजीकृत मतदाता सदस्य होते हैं। वर्ष में न्यूनतम 4 बैठकें अनिवार्य हैं (गणतंत्र दिवस, मजदूर दिवस, स्वतंत्रता दिवस और गांधी जयंती)। बैठक की गणपूर्ति 1/10 होती है। सरपंच और उप-सरपंच दोनों की अनुपस्थिति में उपस्थित ग्राम सभा सदस्यों द्वारा अपने में से चुना गया कोई भी सदस्य अध्यक्षता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388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पंचायत (अनुसूचित क्षेत्रों में विस्तार) अधिनियम, 1996 (PESA Act) एवं राजस्थान पेसा नियम, 2011 के संदर्भ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अधिनियम राजस्थान सहित देश के 10 जनजातीय बहुल राज्यों के 5वीं अनुसूची वाले क्षेत्रों में लागू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पेसा क्षेत्रों में ग्राम सभा को लघु वनोपज, भूमि हस्तांतरण रोकने, साहूकारी नियंत्रण और विकास योजनाओं की स्वीकृति के व्यापक अधिकार प्राप्त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पंचायती राज (संशोधित पेसा) नियम, 2011 के तहत ग्राम सभा की विशेष बैठक बुलाई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869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अधिनियम राजस्थान सहित देश के 10 जनजातीय बहुल राज्यों के 5वीं अनुसूची वाले क्षेत्रों में लागू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पेसा क्षेत्रों में ग्राम सभा को लघु वनोपज, भूमि हस्तांतरण रोकने, साहूकारी नियंत्रण और विकास योजनाओं की स्वीकृति के व्यापक अधिकार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पंचायती राज (संशोधित पेसा) नियम, 2011 के तहत ग्राम सभा की विशेष बैठक बुलाई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दिलीप सिंह भूरिया समिति की रिपोर्ट पर 24 दिसम्बर 1996 को संसद द्वारा पेसा (PESA) अधिनियम पारित किया गया। यह 5वीं अनुसूची के 10 राज्यों (राजस्थान, गुजरात, हिमाचल, एमपी, छत्तीसगढ़, ओडिशा, झारखंड, महाराष्ट्र, तेलंगाना, आंध्र) में लागू है। इसके तहत आदिवासी समुदायों की पारंपरिक ग्राम सभाओं को भूमि अधिग्रहण परामर्श, लघु वनोपज स्वामित्व, खनिज पट्टे व नशा नियंत्रण की सर्वोच्च शक्तियां दी गई हैं। राजस्थान ने 1999 में अधिनियम व 2011 में पेसा नियम लागू किए। अतः सभी विकल्प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869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राज्य वित्त आयोग (State Finance Commission - SFC) के ऐतिहासिक अध्यक्षों के संदर्भ में निम्नलिखित कथनों पर विचार कीजिए: A. संविधान के अनुच्छेद 243-झ (243-I) के तहत राजस्थान में अब तक कुल 6 राज्य वित्त आयोगों का गठन किया जा चुका है। B. प्रथम राज्य वित्त आयोग (1995-2000) के अध्यक्ष श्री कृष्ण कुमार गोयल (K.K. Goyal) थे। C. डॉ. ज्योति किरण राजस्थान के 5वें राज्य वित्त आयोग (2015-2020) की प्रथम महिला अध्यक्ष थीं। D. राजस्थान के छठे राज्य वित्त आयोग (2020-2025) के अध्यक्ष श्री प्रद्युम्न सिंह हैं तथा अशोक लाहोटी व लक्ष्मण सिंह रावत इसके सदस्य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350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राज्य वित्त आयोगों का क्रम: 1. प्रथम आयोग (1995-2000): के.के. गोयल; 2. द्वितीय आयोग (2000-2005): हीरालाल देवपुरा; 3. तृतीय आयोग (2000-2010): माणिकचंद सुराणा; 4. चतुर्थ आयोग (2010-2015): डॉ. बी.डी. कल्ला; 5. पंचम आयोग (2015-2020): डॉ. ज्योति किरण (प्रथम महिला अध्यक्ष); 6. षष्ठम आयोग (2020-2025): प्रद्युम्न सिंह (अध्यक्ष) तथा अशोक लाहोटी व लक्ष्मण सिंह सदस्य। आयोग राज्य के कुल शुद्ध कर राजस्व में से पंचायती राज व नगरीय निकायों के वित्तीय बंटवारे की अनुशंसा राज्यपाल को करता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350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राज्य वित्त आयोगों एवं उनके अध्यक्षों का सही मिलान कीजिए: सूची-I (वित्त आयोग): सूची-I: A. द्वितीय राज्य वित्त आयोग B. तृतीय राज्य वित्त आयोग C. चतुर्थ राज्य वित्त आयोग D. पंचम राज्य वित्त आयोग सूची-II: 1. डॉ. बी.डी. कल्ला 2. श्री हीरालाल देवपुरा 3. डॉ. ज्योति किरण 4. श्री माणिकचंद सुराणा</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831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वित्त आयोग (2000-2005) के अध्यक्ष पूर्व मुख्यमंत्री हीरालाल देवपुरा थे; तृतीय वित्त आयोग (2005-2010) के अध्यक्ष माणिकचंद सुराणा थे; चतुर्थ वित्त आयोग (2010-2015) के अध्यक्ष डॉ. बी.डी. कल्ला थे; तथा पांचवें वित्त आयोग (2015-2020) की अध्यक्ष डॉ. ज्योति किरण थीं। छठे वित्त आयोग के अध्यक्ष प्रद्युम्न सिंह हैं। अतः सही सुमेलन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831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संस्थाओं के पदाधिकारियों के निर्वाचन, पदमुक्ति एवं त्यागपत्र के संदर्भ में निम्नलिखित कथनों पर विचार कीजिए: A. ग्राम पंचायत के सरपंच और वार्ड पंचों का चुनाव प्रत्यक्ष (Direct) मतदान द्वारा होता है, जबकि उप-सरपंच का चुनाव वार्ड पंचों द्वारा अप्रत्यक्ष रूप से होता है। B. पंचायत समिति के प्रधान व उप-प्रधान तथा जिला परिषद के जिला प्रमुख व उप-जिला प्रमुख का चुनाव निर्वाचित सदस्यों द्वारा अप्रत्यक्ष रूप से होता है। C. ग्राम पंचायत के सरपंच, उप-सरपंच और वार्ड पंच अपना त्यागपत्र विकास अधिकारी (BDO) को सौंपते हैं। D. पंचायत समिति का प्रधान अपना त्यागपत्र जिला प्रमुख को तथा जिला प्रमुख अपना त्यागपत्र संभागीय आयुक्त को सौंपता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सरपंच व वार्ड पंच सीधे जनता द्वारा चुने जाते हैं जबकि उपसरपंच, प्रधान व जिला प्रमुख अप्रत्यक्ष चुने जाते हैं। त्यागपत्र का पदानुक्रम: सरपंच, उपसरपंच व पंच -&gt; विकास अधिकारी (BDO) को; पंचायत समिति सदस्य व उप-प्रधान -&gt; प्रधान को; प्रधान -&gt; जिला प्रमुख को; जिला परिषद सदस्य व उप-जिला प्रमुख -&gt; जिला प्रमुख को; तथा जिला प्रमुख -&gt; संभागीय आयुक्त (Divisional Commissioner) को अपना त्यागपत्र सौंपते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पंचायती राज (संशोधन) अधिनियम, 2021 के गजट नोटिफिकेशन के उपरांत 'ग्राम सेवक' (Gram Sevak) पद का नाम बदलकर क्या कर दिया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विकास अधिकारी (Village Development Officer - VDO)</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पंचायत अधिकारी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सचिव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प्रशासनिक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793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ग्राम विकास अधिकारी (Village Development Officer - VDO)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पंचायत अधिकारी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सचिव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प्रशासनिक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द्वारा पारित राजस्थान पंचायती राज (संशोधन) अधिनियम, 2021 के तहत राजस्थान पंचायती राज अधिनियम 1994 की धारा 89 में संशोधन किया गया और पूरे अधिनियम में 'ग्राम सेवक' अभिव्यक्ति के स्थान पर 'ग्राम विकास अधिकारी' (Village Development Officer - VDO) शब्द प्रतिस्थापित कर दिया गया। यह ग्राम पंचायत का प्रशासनिक व वित्तीय सचिव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793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अधिनियम, 1994 के तहत अविश्वास प्रस्ताव (No-Confidence Motion) के नियमों के संदर्भ में निम्नलिखित कथनों पर विचार कीजिए: A. सरपंच, प्रधान या जिला प्रमुख के विरुद्ध उनके पदभार ग्रहण करने के प्रथम 2 वर्ष के भीतर अविश्वास प्रस्ताव नहीं लाया जा सकता। B. कार्यकाल के अंतिम 1 वर्ष के दौरान भी कोई अविश्वास प्रस्ताव नहीं लाया जा सकता। C. यदि कोई अविश्वास प्रस्ताव एक बार गिर (खारिज हो) जाता है, तो आगामी 1 वर्ष तक पुनः नया अविश्वास प्रस्ताव नहीं लाया जा सकता। D. अविश्वास प्रस्ताव पारित होने के लिए कुल निर्वाचित सदस्यों के कम से कम तीन-चौथाई (3/4) बहुमत का समर्थन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274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1994 की धारा 37 के तहत निर्वाचित प्रतिनिधियों (सरपंच, प्रधान, जिला प्रमुख) को स्थिरता प्रदान करने हेतु अविश्वास प्रस्ताव के कड़े नियम हैं: पद ग्रहण के पहले 2 वर्षों में तथा कार्यकाल के अंतिम 1 वर्ष में अविश्वास प्रस्ताव नहीं लाया जा सकता। एक बार खारिज होने पर अगले 1 वर्ष तक नया प्रस्ताव नहीं आ सकता। इसे पारित करने हेतु संबंधित निकाय के कुल सदस्यों के 3/4 बहुमत की आवश्यकता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274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पंचायती राज संस्थाओं की प्रशासनिक संरचना एवं उनके मुख्य कार्यपालक अधिकारियों का सही मिलान कीजिए: सूची-I (पंचायती राज स्तर): सूची-I: A. ग्राम पंचायत (Gram Panchayat) B. पंचायत समिति (Panchayat Samiti) C. जिला परिषद (Zila Parishad) D. जिला ग्रामीण विकास अभिकरण (DRDA) सूची-II: 1. मुख्य कार्यकारी अधिकारी (CEO - IAS/RAS अधिकारी) 2. ग्राम विकास अधिकारी (VDO - सचिव) 3. विकास अधिकारी (Block Development Officer - BDO) 4. वर्ष 2003 में जिला परिषदों में पूर्ण विलय (Abolished as separate body)</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754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 पंचायत स्तर पर प्रशासनिक अधिकारी VDO (ग्राम विकास अधिकारी) होता है; खंड/ब्लॉक स्तर पर पंचायत समिति का मुख्य कार्यपालक BDO (विकास अधिकारी) होता है; जिला स्तर पर जिला परिषद का प्रशासनिक मुखिया CEO (आईएएस या वरिष्ठ आरएएस) होता है। राजस्थान सरकार ने वर्ष 2003 में 'जिला ग्रामीण विकास अभिकरण' (DRDA) को समाप्त कर इसका पूर्ण विलय जिला परिषद में कर दिया था। अतः सही सुमेलन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754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74वें संविधान संशोधन अधिनियम, 1992 एवं नगरीय स्थानीय स्वशासन के संदर्भ में निम्नलिखित कथनों पर विचार कीजिए: A. 74वें संविधान संशोधन द्वारा संविधान में 'भाग-IX-क' (Part IX-A) जोड़ा गया जिसमें अनुच्छेद 243-त से 243-यछ (243-P to 243-ZG) तक उपबंध हैं। B. संविधान में '12वीं अनुसूची' जोड़ी गई जिसमें नगरपालिकाओं को सौंपे गए कुल 18 विषयों (Matters) का उल्लेख है। C. राजस्थान में शहरी स्थानीय निकायों हेतु 'राजस्थान नगरपालिका अधिनियम, 2009' वर्तमान में प्रभावी है। D. राजस्थान का सबसे पुराना नगरीय निकाय (नगरपालिका) माउण्ट आबू (1864) में स्थापित हुआ था तथा अजमेर में 1866 में नगरपालिका बनी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235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संविधान संशोधन 1992 (प्रभावी 1 जून 1993) ने शहरी निकायों को संवैधानिक संरक्षण दिया। इसके तहत भाग 9-क तथा 12वीं अनुसूची (18 विषय जैसे नगर योजना, अग्निशमन, सड़कें/पुल, सार्वजनिक स्वास्थ्य आदि) जोड़ी गई। राजस्थान में वर्तमान में राजस्थान नगरपालिका अधिनियम 2009 लागू है। राजस्थान की पहली नगरपालिका 1864 में माउंट आबू में अंग्रेजों द्वारा स्थापित की गई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235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12वीं अनुसूची एवं राजस्थान नगरपालिका अधिनियम के प्रमुख प्रावधानों का सही मिलान कीजिए: सूची-I: सूची-I: A. अनुच्छेद 243-थ (243-Q) B. अनुच्छेद 243-यड (243-ZD) C. अनुच्छेद 243-यच (243-ZE) D. अनुच्छेद 243-म (243-Y) सूची-II: 1. जिला आयोजना समिति (District Planning Committee - DPC) 2. नगरपालिकाओं का त्रिस्तरीय गठन (नगर पंचायत, नगर परिषद, नगर निगम) 3. नगरपालिकाओं की वित्तीय स्थिति हेतु 'राज्य वित्त आयोग' 4. महानगर योजना समिति (Metropolitan Planning Committee)</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243-थ नगरपालिकाओं के तीन स्तरों (संक्रमणशील क्षेत्र हेतु नगर पालिका बोर्ड, लघुतर शहरी क्षेत्र हेतु नगर परिषद, वृहत्तर शहरी क्षेत्र हेतु नगर निगम) का गठन करता है; 243-यड (ZD) प्रत्येक जिले में जिले की समग्र विकास योजना हेतु जिला आयोजना समिति बनाता है; 243-यच (ZE) 10 लाख से अधिक आबादी वाले महानगरों हेतु मेट्रोपॉलिटन समिति का उपबंध करता है; और 243-म राज्य वित्त आयोग द्वारा नगरपालिकाओं की वित्तीय समीक्षा का प्रावधान करता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 आयोजना समिति (District Planning Committee - DPC) की संरचना के संदर्भ में निम्नलिखित कथनों पर विचार कीजिए: A. संविधान के अनुच्छेद 243-ZD और राजस्थान पंचायती राज अधिनियम की धारा 121 के तहत प्रत्येक जिले में DPC गठित होती है। B. जिला आयोजना समिति में कुल 25 सदस्य होते हैं, जिनमें से 20 सदस्य निर्वाचित तथा 5 सदस्य पदेन/मनोनीत होते हैं। C. 20 निर्वाचित सदस्य जिला परिषद और जिले की नगरपालिकाओं के निर्वाचित सदस्यों में से उनकी जनसंख्या के अनुपात में चुने जाते हैं। D. जिला परिषद का जिला प्रमुख (Zila Pramukh) इस जिला आयोजना समिति का पदेन अध्यक्ष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197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243-ZD के अनुसार जिले में पंचायतों और नगरपालिकाओं द्वारा तैयार की गई विकास योजनाओं को समेकित करने हेतु जिला आयोजना समिति बनती है। राजस्थान में इसमें कुल 25 सदस्य होते हैं: 20 सदस्य जिले के ग्रामीण व शहरी निर्वाचित जनप्रतिनिधियों द्वारा आनुपातिक रूप से चुने जाते हैं, जिला कलेक्टर इसका पदेन सदस्य-सचिव होता है तथा जिला परिषद का जिला प्रमुख इसका पदेन अध्यक्ष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197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छावनी बोर्ड (Cantonment Board) कहाँ अवस्थित है तथा यह किसके प्रशासनिक नियंत्रण में कार्य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नसीराबाद (अजमेर) - भारत सरकार के रक्षा मंत्रालय के अधीन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माउंट आबू (सिरोही) - राजस्थान सरकार के गृह विभाग के अधीन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जोधपुर - राजस्थान स्वायत्त शासन विभाग के अधीन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बाड़मेर - जिला प्रशासन के अधीन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678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नसीराबाद (अजमेर) - भारत सरकार के रक्षा मंत्रालय के अधीन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माउंट आबू (सिरोही) - राजस्थान सरकार के गृह विभाग के अधीन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 - राजस्थान स्वायत्त शासन विभाग के अधीन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 - जिला प्रशासन के अधीन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छावनी बोर्ड (Cantonment Board) सैन्य छावनी क्षेत्रों में नागरिक प्रशासन की स्वायत्त संस्था है जो छावनी अधिनियम, 2006 के तहत कार्य करती है। राजस्थान में एकमात्र छावनी बोर्ड 'नसीराबाद' (अजमेर जिला) में स्थित है। यह राज्य सरकार के अधीन न होकर भारत सरकार के रक्षा मंत्रालय (Ministry of Defence) के प्रत्यक्ष प्रशासनिक नियंत्रण में कार्य करता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678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नगरपालिका अधिनियम, 2009 के प्रमुख विधिक प्रावधानों के संदर्भ में निम्नलिखित कथनों पर विचार कीजिए: A. नगरपालिका के अध्यक्ष या सदस्य के चुनाव को केवल जिला न्यायाधीश (District Judge) के समक्ष निर्वाचन याचिका (Election Petition) दायर करके ही चुनौती दी जा सकती है। B. राज्य सरकार द्वारा नगर परिषद में अधिकतम 8 व्यक्तियों तथा नगर निगम में 12 व्यक्तियों को मनोनीत (मनोनयन) किया जा सकता है। C. सामान्य वर्ग के उम्मीदवार के लिए नगर निगम के महापौर पद का चुनाव लड़ने हेतु अमानत राशि ₹20,000 निर्धारित है। D. राजस्थान में स्थानीय स्वशासन विभाग (DLB) का निदेशालय जयपुर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159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नगरपालिका अधिनियम 2009 की धारा 31 के तहत चुनाव याचिका संबंधित जिले के जिला न्यायाधीश को पेश की जाती है। अधिनियम के अनुसार राज्य सरकार नगर पालिका बोर्ड में 6, नगर परिषद में 8 और नगर निगम में 12 विशेषज्ञ व्यक्तियों को मनोनीत कर सकती है। महापौर चुनाव हेतु सामान्य वर्ग की अमानत राशि ₹20,000 (आरक्षित वर्ग हेतु ₹10,000) है। स्वायत्त शासन निदेशालय (DLB) जयपुर में स्थित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159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शहरी विकास अभिकरणों एवं उनकी स्थापना/कार्यप्रणाली का सही मिलान कीजिए: सूची-I: सूची-I: A. जयपुर विकास प्राधिकरण (JDA) B. राजस्थान आवासन मंडल (Rajasthan Housing Board) C. राजस्थान रियल एस्टेट विनियामक प्राधिकरण (Raj-RERA) D. राजस्थान नगरीय आधारभूत संरचना विकास परियोजना (RUIDP) सूची-II: 1. वर्ष 2019 (RERA Act 2016 के तहत गठित नियामक संस्था) 2. वर्ष 1970 (किफायती आवास निर्माण हेतु गठित स्वायत्त मंडल) 3. वर्ष 1982 (JDA Act 1982 के तहत गठित) 4. वर्ष 2000 (शहरी केंद्रों के आधुनिकीकरण हेतु एशियाई विकास बैंक समर्थित मेगा परियोजना)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640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विकास प्राधिकरण (JDA) का गठन जयपुर विकास प्राधिकरण अधिनियम 1982 के तहत हुआ; राजस्थान हाउसिंग बोर्ड की स्थापना 24 फरवरी 1970 को हुई; रियल एस्टेट क्षेत्र में पारदर्शिता और उपभोक्ता संरक्षण हेतु राज-रेरा (Raj-RERA) का गठन 2019 में किया गया; तथा राज्य के शहरों में सीवरेज, पेयजल व बुनियादी ढांचे के विकास हेतु RUIDP परियोजना वर्ष 2000 में शुरू की गई थी। अतः सही सुमेलन A-3, B-2,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640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शासन सचिवालय (Government Secretariat, Jaipur) के ऐतिहासिक गठन एवं प्रशासनिक पदसोपान के संदर्भ में निम्नलिखित कथनों पर विचार कीजिए: A. राजस्थान में शासन सचिवालय की स्थापना 'राजस्थान एडमिनिस्ट्रेशन ऑर्डिनेंस, 1949' के तहत वर्ष 1949 में जयपुर में की गई थी। B. सचिवालय राज्य प्रशासन की नीति-निर्माण (Policy-Making) तथा बजट क्रियान्वयन की सर्वोच्च संस्था है। C. सचिवालय में प्रशासनिक पदसोपान का सही अवरोही क्रम है: मुख्य सचिव -&gt; अतिरिक्त मुख्य सचिव -&gt; प्रमुख शासन सचिव -&gt; शासन सचिव -&gt; उप-सचिव -&gt; अनुभाग अधिकारी। D. राजस्थान में 'ई-सचिवालय' (e-Secretariat) राज्य सरकार की एक प्रमुख ई-गवर्नेंस परियोजना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1949 में राजस्थान प्रशासन अध्यादेश द्वारा जयपुर में शासन सचिवालय की स्थापना हुई। सचिवालय का मुख्य कार्य नीतियों का निर्माण, कानून प्रारूपण, अंतर-विभागीय समन्वय तथा वित्तीय बजट नियंत्रण है (जबकि फील्ड में क्रियान्वयन का कार्य निदेशालयों/विभागाध्यक्षों का होता है)। प्रशासनिक पदसोपान में शीर्ष पर मुख्य सचिव और उसके नीचे अतिरिक्त मुख्य सचिव, प्रमुख सचिव, सचिव, विशिष्ट सचिव, उप-सचिव, सहायक सचिव और अनुभाग अधिकारी होते हैं। फाइलों के त्वरित डिजिटल निस्तारण हेतु ई-सचिवालय सॉफ्टवेयर प्रोजेक्ट संचालित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सचिवालय पुनर्गठन समिति (1969) किसकी अध्यक्षता में गठित की गई थी तथा इसका मुख्य उद्देश्य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मोहन मुखर्जी की अध्यक्षता में - प्रशासनिक सुधार एवं 'सेल सिस्टम' (Cell System) की समीक्षा हेतु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बी. मेहता की अध्यक्षता में - कर्मचारियों के वेतनमान निर्धारण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एस.डी. उज्ज्वल की अध्यक्षता में - सचिवालय भवन निर्माण हेतु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मंगत राय की अध्यक्षता में - नई भर्तियों के नियमन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602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श्री मोहन मुखर्जी की अध्यक्षता में - प्रशासनिक सुधार एवं 'सेल सिस्टम' (Cell System) की समीक्षा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बी. मेहता की अध्यक्षता में - कर्मचारियों के वेतनमान निर्धारण हेतु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एस.डी. उज्ज्वल की अध्यक्षता में - सचिवालय भवन निर्माण 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मंगत राय की अध्यक्षता में - नई भर्तियों के नियमन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सरकार ने वर्ष 1969 में शासन सचिवालय की कार्यप्रणाली को चुस्त-दुरुस्त करने, प्रशासनिक प्रक्रियाओं के सरलीकरण तथा 'सेल सिस्टम' (Cell System / अनुभाग प्रणाली) के मूल्यांकन हेतु वरिष्ठ प्रशासनिक अधिकारी श्री मोहन मुखर्जी (Mohan Mukherjee) की अध्यक्षता में 'सचिवालय पुनर्गठन समिति' गठित की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602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 सचिव (Chief Secretary) की शक्तियों, भूमिका एवं संवैधानिक स्थिति के संदर्भ में निम्नलिखित कथनों पर विचार कीजिए: A. मुख्य सचिव राज्य की संपूर्ण प्रशासनिक मशीनरी और सिविल सेवा (Civil Services) का पदेन प्रमुख होता है। B. मुख्य सचिव राज्य के मुख्यमंत्री का प्रमुख प्रशासनिक सलाहकार तथा राज्य कैबिनेट का सचिव होता है। C. मुख्य सचिव को 'अवशिष्ट वसीयतदार' (Residual Legatee) कहा जाता है, क्योंकि वह उन सभी प्रशासनिक कार्यों का निष्पादन करता है जो किसी अन्य सचिव को आवंटित नहीं होते। D. मुख्य सचिव स्वप्रेरणा से किसी भी सरकारी विभाग के किसी भी मामले से संबंधित पत्रावली देखने हेतु मंगा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083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 सचिव राज्य का सर्वोच्च गैर-राजनीतिक कार्यपालक अधिकारी होता है। वह कैबिनेट बैठकों का कार्यवृत्त तैयार करता है, सचिवों की समिति का मुखिया होता है और आपदा या आपातकाल में संकट प्रशासक बनता है। 'अवशिष्ट वसीयतदार' (Residual Legatee) के रूप में जो कार्य किसी विशिष्ट विभाग के दायरे में नहीं आते, वे स्वतः मुख्य सचिव के अधीन आते हैं। कार्य संचालन नियमों के तहत उसे किसी भी विभाग की पत्रावली तलब करने की व्यापक शक्ति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083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मुख्य सचिवों एवं उनसे संबंधित ऐतिहासिक तथ्यों का सही मिलान कीजिए: सूची-I: सूची-I: A. श्री के. राधाकृष्णन B. श्री भगवत सिंह मेहता (B.S. Mehta) C. श्रीमती कुशल सिंह D. श्रीमती उषा शर्मा सूची-II: 1. राजस्थान के सबसे लंबे समय (1958-1964) तक रहे मुख्य सचिव 2. राजस्थान के प्रथम मुख्य सचिव (1949) 3. राजस्थान की प्रथम महिला मुख्य सचिव (2009) 4. राजस्थान की दूसरी महिला मुख्य सचिव (2022-2023)</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564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के. राधाकृष्णन (ICS) 1949 में राजस्थान के पहले मुख्य सचिव बने। श्री भगवत सिंह मेहता 1958 से 1964 तक लगातार 6 वर्ष तक सबसे लंबे समय तक मुख्य सचिव रहे (उन्हें राजस्थान में पंचायती राज और हरिश्चंद्र माथुर लोक प्रशासन संस्थान का वास्तुकार माना जाता है)। 2009 में अशोक गहलोत सरकार में श्रीमती कुशल सिंह राजस्थान की पहली महिला मुख्य सचिव बनीं। जनवरी 2022 में श्रीमती उषा शर्मा राजस्थान की दूसरी महिला मुख्य सचिव नियुक्त हुईं।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564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 सचिवों के कार्यकाल एवं विशिष्ट उपलब्धियों के संदर्भ में निम्नलिखित कथनों पर विचार कीजिए: A. श्री राजीव महर्षि राजस्थान के मुख्य सचिव रहे जो बाद में भारत सरकार के गृह सचिव तथा नियंत्रक एवं महालेखा परीक्षक (CAG) बने। B. श्री मोहन मुखर्जी ने आपातकाल के दौरान अपने अनुभवों पर "Non-Story of a Chief Secretary During Emergency, Etc." नामक प्रसिद्ध पुस्तक लिखी थी। C. श्री सांवलदान उज्जवल राजस्थान के मुख्य सचिव रहने के साथ-साथ RPSC के सदस्य भी रहे थे। D. राजस्थान में सबसे छोटे कार्यकाल वाले मुख्य सचिवों में श्री राजीव स्वरूप और श्री एन.सी. गोयल शामिल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045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राजीव महर्षि राजस्थान के मुख्य सचिव रहे और बाद में भारत के सीएजी बने। मोहन मुखर्जी 1975 के आपातकाल के समय मुख्य सचिव थे और उन्होंने अपनी पुस्तक 'Non-Story of a Chief Secretary During Emergency' में उस दौर की नौकरशाही का जीवंत चित्रण किया। सांवलदान उज्जवल मुख्य सचिव के बाद RPSC सदस्य रहे। राजीव स्वरूप और निहाल चंद गोयल का कार्यकाल मात्र कुछ महीनों का सबसे छोटा कार्यकाल रहा।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045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मुख्यमंत्रियों और उनके मुख्य सचिवों के सही ऐतिहासिक युग्मों का मिलान कीजिए: सूची-I (मुख्यमंत्री): सूची-I: A. श्री मोहनलाल सुखाड़िया B. श्री भैरोंसिंह शेखावत C. श्री शिवचरण माथुर D. श्री अशोक गहलोत सूची-II: 1. श्री मीठालाल मेहता (M.L. Mehta) 2. श्री के.पी.यू. मेनन / श्री भगवत सिंह मेहता 3. श्री मदन मोहन किशन वली (M.M.K. Wali) 4. श्री सी.के. मैथ्यू / श्री निरंजन आर्य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मोहनलाल सुखाड़िया के समय बी.एस. मेहता और के.पी.यू. मेनन मुख्य सचिव रहे; भैरोंसिंह शेखावत के मुख्यमंत्रित्व काल में मीठालाल मेहता मुख्य सचिव रहे (जिन्होंने अंत्योदय और गरीबी उन्मूलन में बड़ा योगदान दिया); शिवचरण माथुर के समय एम.एम.के. वली मुख्य सचिव रहे; और अशोक गहलोत के कार्यकाल में अरुण कुमार, सी.एस. राजन, सी.के. मैथ्यू, डी.बी. गुप्ता, निरंजन आर्य और उषा शर्मा मुख्य सचिव रहे।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में मुख्यमंत्री कार्यालय (CMO) में प्रशासनिक सुदृढ़ीकरण हेतु श्री डी.सी. सामंत की नियुक्ति के साथ पहली बार 'अतिरिक्त मुख्य सचिव' (Additional Chief Secretary - ACS) का पद किस वर्ष सृजित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2001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2004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2006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2008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007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2004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2001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2006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2008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वर्ष 2004 में राजस्थान सरकार (वसुंधरा राजे मंत्रिमंडल) द्वारा मुख्यमंत्री कार्यालय और नीतिगत समन्वय को सशक्त बनाने हेतु पहली बार वरिष्ठ आईएएस अधिकारी डी.सी. सामंत को मुख्यमंत्री का अतिरिक्त मुख्य सचिव (ACS to CM) नियुक्त कर यह नया शीर्ष प्रशासनिक पद सृजित किया गया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007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मुख्य न्यायाधीशों एवं न्यायिक निर्णयों के संदर्भ में निम्नलिखित कथनों पर विचार कीजिए: A. न्यायमूर्ति अकील कुरैशी, न्यायमूर्ति एस.एस. शिंदे और न्यायमूर्ति पंकज मिथल राजस्थान उच्च न्यायालय के मुख्य न्यायाधीश रह चुके हैं। B. न्यायमूर्ति ऑगस्टीन जॉर्ज मसीह राजस्थान हाईकोर्ट के मुख्य न्यायाधीश रहने के बाद उच्चतम न्यायालय के न्यायाधीश नियुक्त हुए। C. राजस्थान उच्च न्यायालय के जजों को पद से हटाने की प्रक्रिया संविधान के अनुच्छेद 217(1) के तहत वही है जो उच्चतम न्यायालय के जजों की (अनुच्छेद 124(4)) है। D. राजस्थान उच्च न्यायालय द्वारा लिया जाने वाला न्यायालय शुल्क (Court Fees) संविधान की राज्य सूची (List-II) के अंतर्गत आता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488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अकील कुरैशी (2021-22), एस.एस. शिंदे (2022), पंकज मिथल (2022-23) और ऑगस्टीन जॉर्ज मसीह (2023) राजस्थान हाईकोर्ट के सीजे रहे। जस्टिस मसीह और जस्टिस मिथल सुप्रीम कोर्ट के जज बने। उच्च न्यायालय के जजों को हटाने का आधार 'सिद्ध कदाचार या असमर्थता' है जिस पर संसद के दोनों सदनों में विशेष बहुमत से प्रस्ताव पारित होना आवश्यक है। न्यायालय शुल्क राज्य सूची की प्रविष्टि 3 के तहत राज्य का विषय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488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लोकायुक्त तथा उप-लोकायुक्त अधिनियम, 1973 की धारा 7 के तहत निम्नलिखित में से कौन-सा विषय लोकायुक्त की जांच का हिस्सा नहीं हो सकता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सेवक द्वारा अपने आधिकारिक पद का दुरुपयोग कर अपने या अन्य के लिए अनुचित लाभ प्राप्त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सेवक द्वारा अपने कर्तव्य निष्पादन में भ्रष्टाचार या व्यक्तिगत निष्ठा में कमी का दोषी होना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महिलाओं का यौन उत्पीड़न, जातिगत भेदभाव और बच्चों के विरुद्ध हिंसा संबंधी आपराधिक मामले (जो नियमित पुलिस/अदालतों के अधिकार क्षेत्र में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सेवक द्वारा नागरिकों को अकारण प्रशासनिक हानि या उत्पीड़न पहुँचाना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969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महिलाओं का यौन उत्पीड़न, जातिगत भेदभाव और बच्चों के विरुद्ध हिंसा संबंधी आपराधिक मामले (जो नियमित पुलिस/अदालतों के अधिकार क्षेत्र में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सेवक द्वारा अपने आधिकारिक पद का दुरुपयोग कर अपने या अन्य के लिए अनुचित लाभ प्राप्त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सेवक द्वारा अपने कर्तव्य निष्पादन में भ्रष्टाचार या व्यक्तिगत निष्ठा में कमी का दोषी होना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सेवक द्वारा नागरिकों को अकारण प्रशासनिक हानि या उत्पीड़न पहुँचाना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लोकायुक्त संस्था की स्थापना केवल लोक सेवकों में 'भ्रष्टाचार, पक्षपात, पद के दुरुपयोग तथा दुर्भावनापूर्ण प्रशासनिक कार्रवाई' की जांच के लिए की गई है। बलात्कार, यौन उत्पीड़न, हत्या, जातिगत हिंसा या बाल अपराध जैसे विशुद्ध दांडिक व आपराधिक मामले भारतीय दंड संहिता (IPC/BNS) के तहत नियमित पुलिस और आपराधिक अदालतों के अनन्य क्षेत्राधिकार में आते हैं, लोकायुक्त के नहीं।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969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संस्थाओं की स्थायी समितियों (Standing Committees) के संदर्भ में निम्नलिखित कथनों पर विचार कीजिए: A. राजस्थान पंचायती राज (संशोधन) अधिनियम, 2000 द्वारा ग्राम पंचायतों, पंचायत समितियों और जिला परिषदों में स्थायी समितियों का वैधानिक प्रावधान किया गया। B. ग्राम पंचायत स्तर पर 'प्रशासन और संस्थापन समिति' का पदेन अध्यक्ष सरपंच होता है। C. ग्राम पंचायत की 'नियोजन एवं समन्वय समिति' का अध्यक्ष भी सरपंच होता है। D. पंचायत समिति एवं जिला परिषद स्तर पर 5 स्थायी समितियाँ (प्रशासन, वित्त, शिक्षा, समाज कल्याण, विकास)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450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2000 में पंचायती राज कानून में संशोधन कर तीनों स्तरों पर निर्णय प्रक्रिया में विकेंद्रीकरण हेतु स्थायी समितियां गठित की गईं। ग्राम पंचायत में सरपंच प्रशासन, संस्थापन व नियोजन समितियों का पदेन अध्यक्ष होता है। पंचायत समिति में प्रधान तथा जिला परिषद में जिला प्रमुख प्रशासनिक व वित्तीय स्थायी समितियों के पदेन सभापति होते हैं। प्रत्येक समिति में सदस्यों द्वारा जनकल्याणकारी योजनाओं की सूक्ष्म समीक्षा की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450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संवैधानिक व प्रशासनिक आयोगों के ध्येय वाक्यों एवं विशिष्ट विशेषताओं का सही मिलान कीजिए: सूची-I: सूची-I: A. राजस्थान राज्य सूचना आयोग B. राजस्थान लोक सेवा आयोग C. राजस्थान राज्य मानवाधिकार आयोग D. राजस्थान लोकायुक्त सूची-II: 1. नागरिक अधिकारों की सुरक्षा व निगरानी (स्वायत्त निगरानी संस्था) 2. 'आ वदन्तु जनेभ्यः' (Let truth be spoken to all people) 3. राज्य में भ्रष्टाचार व कुप्रशासन की स्वतंत्र जांच (Ombudsman) 4. 'योग्यतार्थे सेवा' / संविधान के भाग 14 के तहत निष्पक्ष भर्ती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राज्य सूचना आयोग का आदर्श वाक्य 'आ वदन्तु जनेभ्यः' है; RPSC मेरिट आधारित भर्ती और सिविल सेवकों की सुरक्षा की संवैधानिक संस्था है; मानवाधिकार आयोग नागरिकों के गरिमापूर्ण जीवन की रक्षा हेतु वाचडॉग है; और लोकायुक्त राज्य का प्रशासनिक लोकपाल (Ombudsman) है जो लोक सेवकों में सत्यनिष्ठा सुनिश्चित करता है। अतः सही सुमेलन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के प्रथम 20 वर्षों (2000-2020) के ऐतिहासिक सफर के संदर्भ में निम्नलिखित कथनों पर विचार कीजिए: A. श्रीमती कांता भटनागर ने मार्च 2000 में आयोग के गठन के बाद इसके प्रथम अध्यक्ष के रूप में पदभार ग्रहण किया था। B. आयोग ने मानवाधिकार संरक्षण हेतु 'राजस्थान राज्य मानवाधिकार आयोग (प्रक्रिया) विनियम, 2001' लागू किए। C. आयोग के अध्यक्ष का पद रिक्त होने की स्थिति में राज्यपाल आयोग के सदस्यों में से किसी एक सदस्य को कार्यवाहक अध्यक्ष के रूप में प्राधिकृत कर सकता है। D. आयोग अपना वार्षिक प्रतिवेदन राज्य सरकार को प्रस्तुत करता है जिसे राज्य सरकार विधानमंडल के समक्ष रखवाती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412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SHRC की पहली अध्यक्ष न्यायमूर्ति कांता भटनागर बनीं। आयोग ने अपनी कार्यप्रणाली के संचालन हेतु 2001 में प्रक्रिया विनियम बनाए। मानवाधिकार संरक्षण अधिनियम की धारा 25 के तहत यदि अध्यक्ष का पद मृत्यु, त्यागपत्र या अन्य कारण से रिक्त हो जाए, तो राज्यपाल किसी भी सदस्य को अध्यक्ष के रूप में कार्य करने हेतु अधिकृत कर सकता है। धारा 28 के तहत आयोग अपनी वार्षिक रिपोर्ट राज्य सरकार को भेजता है जो इसे विधानसभा में पेश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412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राज्य स्तर पर लोकायुक्त संस्था की स्थापना की सर्वप्रथम अनुशंसा निम्नलिखित में से किस आयोग/समिति द्वारा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प्रशासनिक सुधार आयोग (ARC-I, 1966-1970)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संथानम समिति (1964)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प्रशासनिक सुधार समिति (1963)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द्वितीय प्रशासनिक सुधार आयोग (2005)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893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प्रशासनिक सुधार आयोग (ARC-I, 1966-1970)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संथानम समिति (1964)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प्रशासनिक सुधार समिति (1963)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द्वितीय प्रशासनिक सुधार आयोग (2005)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मोरारजी देसाई और बाद में के. हनुमंतैया की अध्यक्षता वाले भारत के प्रथम प्रशासनिक सुधार आयोग (ARC-I, 1966) ने अपनी विशेष रिपोर्ट 'नागरिकों की शिकायतों के निवारण की समस्याएं' में केंद्र में लोकपाल तथा राज्यों में लोकायुक्त संस्था की स्थापना की सर्वप्रथम ऐतिहासिक सिफारिश की थी। इसी के आधार पर राजस्थान में 1973 में लोकायुक्त अधिनियम पारित हुआ।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893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प्रशासनिक व्यवस्था, सचिवालय एवं संभागीय प्रशासन के समग्र स्वरूप पर विचार कीजिए: A. राजस्थान में शासन सचिवालय का प्रधान राजनीतिक रूप से मुख्यमंत्री तथा प्रशासनिक रूप से मुख्य सचिव होता है। B. राज्य में पुलिस प्रशासन का सर्वोच्च अधिकारी पुलिस महानिदेशक (DGP) होता है जो गृह विभाग के प्रशासनिक समन्वय में कार्य करता है। C. संभाग स्तर पर संभागीय आयुक्त (Divisional Commissioner) संभाग के सभी जिला कलेक्टरों के कार्यों का पर्यवेक्षण एवं समन्वय करता है। D. राजस्थान में जिला स्तर पर आपदा प्रबंधन, कानून-व्यवस्था, भू-राजस्व और विकास योजनाओं की धुरी जिला कलेक्टर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374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शासन प्रणाली में राज्य स्तर पर मुख्यमंत्री-मुख्य सचिव की धुरी नीति-निर्माण करती है। गृह विभाग के अधीन डीजीपी पुलिस बल का प्रमुख होता है। संभागीय स्तर पर संभागीय आयुक्त जिला कलेक्टरों का मार्गदर्शक व राजस्व अपीलीय अधिकारी होता है। जिला स्तर पर जिला कलेक्टर जिले का कप्तान होता है जो मजिस्ट्रेट, विकास अधिकारी, आपदा प्रबंधक और राजस्व नियंत्रक की धुरी के रूप में कार्य करता है। यह संपूर्ण प्रशासनिक ढांचा एक एकीकृत, उत्तरदायी और लोकतांत्रिक व्यवस्था का निर्माण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374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लोक सेवा आयोग (RPSC) की कार्यप्रणाली, परीक्षाओं एवं नवाचारों के संदर्भ में निम्नलिखित कथनों पर विचार कीजिए: A. RPSC द्वारा राजस्थान राज्य एवं अधीनस्थ सेवा (RAS/RTS) चयन हेतु प्रारंभिक संवीक्षा परीक्षा (Prelims Exam) का प्रारंभ 1988 में किया गया था। B. सूचना प्रौद्योगिकी नवाचार के रूप में RPSC ने 2011 से 2017 के बीच 154 से अधिक ऑनलाइन परीक्षाएं सफलतापूर्वक आयोजित की थीं। C. RPSC के सदस्य के रूप में पद धारण करने वाला कोई व्यक्ति अपनी पदावधि की समाप्ति पर उसी पद पर पुनर्नियुक्ति का पात्र नहीं होता। D. आयोग किसी निगमित निकाय या स्थानीय प्राधिकरण की सेवाओं के संबंध में भी राज्य विधानमंडल द्वारा बनाए गए कानून के तहत भर्ती कार्य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855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RPSC ने RAS परीक्षा प्रणाली को पारदर्शी बनाने हेतु 1988 में प्रारंभिक परीक्षा (स्क्रीनिंग टेस्ट) की शुरुआत की। आयोग ने ई-गवर्नेंस और ऑनलाइन परीक्षा प्रणाली में नवाचार करते हुए 154 से अधिक परीक्षाएं ऑनलाइन आयोजित कीं। संविधान के अनुच्छेद 316(3) के तहत सदस्य उसी पद पर पुनर्नियुक्ति का पात्र नहीं होता। अनुच्छेद 321 के अनुसार राज्य विधानमंडल कानून बनाकर RPSC के कार्यों का विस्तार राज्य सरकार के सार्वजनिक उपक्रमों, बोर्डों और विश्वविद्यालयों की भर्ती तक कर सकता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855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RPSC के पूर्व अध्यक्षों एवं उनके सही कालानुक्रमिक क्रम का मिलान कीजिए: सूची-I: सूची-I: A. डॉ. बी.एल. रावत B. डॉ. दीन दयाल C. श्री राम सिंह चौहान D. डॉ. एस.एस. टाक सूची-II: 1. RPSC के पूर्व अध्यक्ष (कालानुक्रम में प्रथम स्थान) 2. RPSC के पूर्व अध्यक्ष (कालानुक्रम में द्वितीय स्थान) 3. RPSC के पूर्व अध्यक्ष (कालानुक्रम में तृतीय स्थान) 4. RPSC के पूर्व अध्यक्ष (कालानुक्रम में चतुर्थ स्थान)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B-3,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RPSC के अध्यक्षों के ऐतिहासिक कालक्रम में डॉ. बी.एल. रावत (1960 के दशक), श्री राम सिंह चौहान, डॉ. दीन दयाल तथा डॉ. एस.एस. टाक ने कार्य किया। आयोग की स्थापना 1949 से लेकर अब तक विभिन्न प्रशासनिक और शिक्षाविदों ने इसके अध्यक्ष पद को सुशोभित किया है। अतः सही कालानुक्रमिक सुमेलन A-1, B-3,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निर्वाचन आयोग (SEC) द्वारा राजस्थान में आयोजित पंचायती राज एवं नगरीय निकाय चुनावों के संदर्भ में निम्नलिखित कथनों पर विचार कीजिए: A. राजस्थान में वर्ष 1960 से लेकर वर्ष 2020 तक पंचायती राज संस्थाओं के कुल 11 आम चुनाव आयोजित किए जा चुके हैं। B. वर्ष 1994 से पूर्व पंचायती राज संस्थाओं के चुनाव राज्य के पंचायत एवं विकास विभाग द्वारा कराए जाते थे। C. 73वें संशोधन के बाद जुलाई 1994 में गठित राज्य निर्वाचन आयोग ने 1995 में पहली बार पंचायती राज संस्थाओं के चुनाव कराए। D. राज्य निर्वाचन आयोग मतदाता सूचियों को अद्यतन करने हेतु 'राज्य निर्वाचक नामावली' का संधारण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817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प्रथम पंचायत चुनाव 1960 में हुए थे। 1960 से 2020 तक कुल 11 बार पंचायती राज के आम चुनाव संपन्न हुए। 1994 से पहले यह कार्य राज्य सरकार के प्रशासनिक विभागों के अधीन था, परंतु 73वें व 74वें संशोधन के बाद यह स्वतंत्र राज्य निर्वाचन आयोग को सौंपा गया। आयोग ने 1995, 2000, 2005, 2010, 2015 और 2020 में पंचायतों व नगरपालिकाओं के शांतिपूर्ण चुनाव कराए।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817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मानवाधिकार संरक्षण (संशोधन) अधिनियम, 2006 के तहत राज्य मानवाधिकार आयोग के अध्यक्ष एवं सदस्यों की अर्हताओं के संदर्भ में कौन-सा प्रावधान लागू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उच्च न्यायालय का पूर्व मुख्य न्यायाधीश होना चाहिए तथा एक सदस्य उच्च न्यायालय का न्यायाधीश या जिला न्यायाधीश (7 वर्ष अनुभव) और एक सदस्य मानवाधिकार विशेषज्ञ होना चाहिए।</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केवल उच्चतम न्यायालय का मुख्य न्यायाधीश होना चाहिए।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में 4 सदस्य और 1 अध्यक्ष होना अनिवार्य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का अध्यक्ष बनने हेतु केवल आईएएस अधिकारी पात्र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298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अध्यक्ष उच्च न्यायालय का पूर्व मुख्य न्यायाधीश होना चाहिए तथा एक सदस्य उच्च न्यायालय का न्यायाधीश या जिला न्यायाधीश (7 वर्ष अनुभव) और एक सदस्य मानवाधिकार विशेषज्ञ होना चाहिए।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अध्यक्ष केवल उच्चतम न्यायालय का मुख्य न्यायाधीश होना चाहिए।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में 4 सदस्य और 1 अध्यक्ष होना अनिवार्य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का अध्यक्ष बनने हेतु केवल आईएएस अधिकारी पात्र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मानवाधिकार संरक्षण (संशोधन) अधिनियम, 2006 के अनुसार राज्य मानवाधिकार आयोग में 1 अध्यक्ष और 2 सदस्य (कुल 3) होते हैं। अध्यक्ष उच्च न्यायालय का सेवानिवृत्त मुख्य न्यायाधीश (2019 संशोधन के बाद सेवानिवृत्त न्यायाधीश भी) होता है। दो सदस्यों में से: एक सदस्य उच्च न्यायालय का सेवारत/सेवानिवृत्त न्यायाधीश या राज्य में कम से कम 7 वर्ष का अनुभव रखने वाला जिला न्यायाधीश होता है, तथा दूसरा सदस्य मानवाधिकारों के व्यावहारिक ज्ञान या अनुभव वाला प्रतिष्ठित व्यक्ति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298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के समक्ष शिकायतों के निस्तारण एवं शक्तियों के संदर्भ में निम्नलिखित कथनों पर विचार कीजिए: A. आयोग केवल राज्य सूची (List-II) और समवर्ती सूची (List-III) में शामिल विषयों से संबंधित मानवाधिकार उल्लंघनों की जांच कर सकता है। B. यदि किसी मामले की जांच राष्ट्रीय मानवाधिकार आयोग (NHRC) या किसी अन्य वैधानिक आयोग द्वारा की जा रही हो, तो राज्य आयोग उस मामले की जांच नहीं कर सकता। C. आयोग पीड़ित व्यक्ति को अंतरिम वित्तीय राहत (Interim Compensation) प्रदान करने हेतु संबंधित सरकार या प्राधिकारी को सिफारिश कर सकता है। D. आयोग अपनी जांच रिपोर्ट और सिफारिशें संबंधित सरकार को भेजता है, जिस पर सरकार को 1 माह के भीतर की गई कार्रवाई से आयोग को अवगत कराना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79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मानवाधिकार संरक्षण अधिनियम की धारा 21(5) के अनुसार राज्य आयोग केवल संविधान की 7वीं अनुसूची की सूची-2 व सूची-3 के विषयों पर ही अधिकारिता रखता है। धारा 36(1) के अनुसार यदि मामला पहले से NHRC या किसी अन्य अधिकरण के समक्ष विचाराधीन है, तो राज्य आयोग उसमें हस्तक्षेप नहीं कर सकता। आयोग मुआवजा देने की सिफारिश करता है तथा धारा 18(ई) के तहत राज्य सरकार को 1 माह में एटीआर (Action Taken Report) प्रस्तुत करनी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79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विभिन्न संवैधानिक व वैधानिक आयोगों के अध्यक्षों की नियुक्ति करने वाले प्राधिकारियों का सही मिलान कीजिए: सूची-I (संस्था/आयोग): सूची-I: A. राजस्थान लोक सेवा आयोग (RPSC) के अध्यक्ष व सदस्य B. राज्य निर्वाचन आयोग (SEC) के राज्य निर्वाचन आयुक्त C. राज्य मानवाधिकार आयोग (SHRC) के अध्यक्ष व सदस्य D. राज्य मुख्य सूचना आयुक्त (SCIC) सूची-II: 1. राज्यपाल (मुख्यमंत्री, नेता प्रतिपक्ष व गृहमंत्री वाली 4-सदस्यीय समिति की सिफारिश पर) 2. राज्यपाल (मुख्यमंत्री, नेता प्रतिपक्ष व कैबिनेट मंत्री वाली 3-सदस्यीय समिति की सिफारिश पर) 3. राज्यपाल (मंत्रिपरिषद की सामान्य सलाह पर) 4. राज्यपाल (संवैधानिक प्रावधान अनुच्छेद 316 के तहत)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260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RPSC के अध्यक्ष व सदस्यों की नियुक्ति राज्यपाल द्वारा अनुच्छेद 316 के तहत की जाती है; राज्य निर्वाचन आयुक्त की नियुक्ति राज्यपाल द्वारा अनुच्छेद 243K के तहत होती है; SHRC के अध्यक्ष व सदस्यों की नियुक्ति राज्यपाल द्वारा मुख्यमंत्री की अध्यक्षता वाली 4-सदस्यीय समिति की अनुशंसा पर होती है; तथा राज्य मुख्य सूचना आयुक्त की नियुक्ति राज्यपाल द्वारा मुख्यमंत्री की अध्यक्षता वाली 3-सदस्यीय समिति की सिफारिश पर की जाती है। अतः सही सुमेलन A-4, B-3,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260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लोकायुक्त संस्था की कार्यप्रणाली एवं शिकायतों की प्रक्रिया के संदर्भ में निम्नलिखित कथनों पर विचार कीजिए: A. लोकायुक्त के समक्ष शिकायत कोई भी नागरिक सादे कागज पर शपथ-पत्र (Affidavit) एवं निर्धारित शुल्क के साथ प्रस्तुत कर सकता है। B. लोकायुक्त जांच की प्रक्रिया पूरी तरह गोपनीय (In-camera) रखी जाती है। C. यदि जांच में आरोप सिद्ध पाया जाता है, तो लोकायुक्त अपनी सिफारिश सक्षम प्राधिकारी (राज्यपाल या मुख्यमंत्री) को भेजता है। D. सक्षम प्राधिकारी को 3 माह के भीतर लोकायुक्त की सिफारिश पर की गई कार्रवाई की सूचना लोकायुक्त को देनी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लोकायुक्त अधिनियम 1973 की धारा 9 के तहत भ्रष्टाचार के खिलाफ कोई भी नागरिक शपथ-पत्र के साथ शिकायत दर्ज करा सकता है। धारा 10 के अनुसार जांच बंद कमरे में गोपनीय होती है ताकि किसी निर्दोष लोक सेवक की प्रतिष्ठा को ठेस न पहुंचे। धारा 12 के तहत दोष पाए जाने पर लोकायुक्त अपना निष्कर्ष सक्षम प्राधिकारी को भेजता है और सक्षम प्राधिकारी को 3 माह के भीतर कार्रवाई रिपोर्ट (ATR) सौंपनी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लोकायुक्त के अधिकार क्षेत्र में निम्नलिखित में से कौन-सा स्थानीय निकाय पदाधिकारी शामिल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नगर निगम का महापौर (Mayor) एवं उप-महापौर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परिषद का जिला प्रमुख एवं उप-जिला प्रमुख</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समिति का प्रधान एवं उप-प्रधान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उपर्युक्त सभी पदाधिकारी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222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पदाधिकारी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निगम का महापौर (Mayor) एवं उप-महापौर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परिषद का जिला प्रमुख एवं उप-जिला प्रमुख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समिति का प्रधान एवं उप-प्रधान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लोकायुक्त अधिनियम 1973 की धारा 2(घ) के अनुसार स्थानीय स्वायत्त शासन संस्थाओं के निर्वाचित शीर्ष जनप्रतिनिधि-जैसे जिला परिषदों के जिला प्रमुख व उप-जिला प्रमुख, पंचायत समितियों के प्रधान व उप-प्रधान, नगर निगमों के महापौर व उप-महापौर, तथा नगर परिषदों के सभापति लोकायुक्त के जांच के दायरे में आते हैं। केवल ग्राम पंचायत स्तर के सरपंच व वार्ड पंच इसके दायरे से बाहर हैं।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222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ग्राम पंचायत के गठन एवं जनसंख्या मानकों के संदर्भ में निम्नलिखित कथनों पर विचार कीजिए: A. राजस्थान पंचायती राज अधिनियम, 1994 के अनुसार सामान्य क्षेत्रों में कम से कम 3,000 की जनसंख्या पर एक ग्राम पंचायत का गठन किया जाता है। B. मरुस्थलीय एवं जनजातीय क्षेत्रों में 1,000 से 1,500 की जनसंख्या पर भी ग्राम पंचायत गठित की जा सकती है। C. 3,000 की जनसंख्या वाली ग्राम पंचायत में 9 वार्ड (वार्ड पंच) होते हैं तथा प्रत्येक अतिरिक्त 1,000 जनसंख्या पर 2 अतिरिक्त वार्ड बढ़ते हैं। D. ग्राम पंचायत के कार्यों की देखरेख हेतु 'ग्राम पंचायत विकास योजना' (GPDP) प्रतिवर्ष ग्राम सभा द्वारा अनुमोदित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703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1994 की धारा 12 के अनुसार 3000 की आबादी पर एक ग्राम पंचायत बनती है जिसमें न्यूनतम 9 वार्ड होते हैं। 3000 से अधिक प्रत्येक 1000 की आबादी पर 2 वार्ड बढ़ते हैं। मरुस्थलीय व पहाड़ी जनजातीय क्षेत्रों में भौगोलिक दूरी के आधार पर कम आबादी पर भी पंचायत बनाई जा सकती है। ग्राम स्तर पर विकेंद्रीकृत योजना निर्माण हेतु ग्राम सभा प्रतिवर्ष जीपीडीपी (GPDP) को अपनी स्वीकृति देती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703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पंचायती राज अधिनियम, 1994 की महत्वपूर्ण धाराओं एवं उनकी विषय-वस्तु का सही मिलान कीजिए: सूची-I (धारा): सूची-I: A. धारा 19 B. धारा 38 C. धारा 50 D. धारा 89 सूची-II: 1. पंचायती राज संस्थाओं के सदस्यों की सदस्यता के लिए निरर्हताएँ (Disqualifications) 2. राज्य सरकार द्वारा पंचायती राज संस्था के अध्यक्ष/सदस्य को पद से हटाना व निलंबित करना 3. ग्राम पंचायत के कृत्य एवं शक्तियाँ 4. राजस्थान पंचायत समिति एवं जिला परिषद सेवा (VDO/कर्मचारियों का गठन)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184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 19 में चुनाव लड़ने हेतु अयोग्यताओं (जैसे 2 से अधिक संतान, शौचालय न होना, न्यायालय द्वारा सजा आदि) का वर्णन है; धारा 38 राज्य सरकार को कदाचार या कर्तव्य उपेक्षा के दोषी अध्यक्ष/सदस्य को हटाने की शक्ति देती है (हटाया गया व्यक्ति 2 वर्ष तक चुनाव नहीं लड़ सकता); धारा 50 ग्राम पंचायत के 29 विषयों से जुड़े कर्तव्यों को परिभाषित करती है; तथा धारा 89 पंचायती राज सेवाओं व कर्मचारियों के संवर्ग का गठन करती है।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184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पंचायत समिति एवं जिला परिषद के प्रशासनिक एवं वित्तीय अधिकारों के संदर्भ में निम्नलिखित कथनों पर विचार कीजिए: A. पंचायत समिति खंड (ब्लॉक) स्तर पर विकास कार्यों की योजना बनाने और क्रियान्वयन की मुख्य कार्यकारी संस्था है। B. जिला परिषद जिले की संपूर्ण पंचायती राज संस्थाओं के कार्यों का समन्वय, मार्गदर्शन एवं बजट का पर्यवेक्षण करती है। C. राजस्थान में 4 लाख की जनसंख्या वाले जिले में जिला परिषद में न्यूनतम 17 निर्वाचन क्षेत्र (वार्ड) होते हैं तथा प्रत्येक अतिरिक्त 1 लाख पर 2 वार्ड बढ़ते हैं। D. 1 लाख की जनसंख्या वाली पंचायत समिति में न्यूनतम 15 सदस्य होते हैं तथा प्रत्येक अतिरिक्त 15,000 पर 2 सदस्य बढ़ते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665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1994 की धारा 13 व 14 के अनुसार: पंचायत समिति स्तर पर 1 लाख तक की आबादी पर 15 वार्ड और प्रति 15,000 अतिरिक्त आबादी पर 2 वार्ड बढ़ते हैं। जिला परिषद स्तर पर 4 लाख तक की जनसंख्या पर 17 सदस्य और प्रति 1 लाख अतिरिक्त जनसंख्या पर 2 सदस्य बढ़ते हैं। पंचायत समिति कार्यकारी निकाय है जबकि जिला परिषद समन्वयकारी व पर्यवेक्षी निकाय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665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पंचायती राज संस्थाओं में सामाजिक अंकेक्षण (Social Audit) को सुदृढ़ बनाने हेतु 2019 में गठित संस्था SSAAT (Society for Social Audit, Accountability and Transparency) की कार्यकारी समिति का पदेन अध्यक्ष कौन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अतिरिक्त मुख्य सचिव / प्रमुख शासन सचिव, ग्रामीण विकास एवं पंचायती राज विभाग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मुख्य सचिव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निदेशक, सामाजिक न्याय एवं अधिकारिता विभाग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महालेखाकार (AG) राजस्थान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अतिरिक्त मुख्य सचिव / प्रमुख शासन सचिव, ग्रामीण विकास एवं पंचायती राज विभाग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 सचिव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निदेशक, सामाजिक न्याय एवं अधिकारिता विभाग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महालेखाकार (AG) राजस्थान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मनरेगा और पंचायती राज विकास योजनाओं में वित्तीय पारदर्शिता और जनता की भागीदारी सुनिश्चित करने हेतु वर्ष 2019 में 'सोसायटी फॉर सोशल ऑडिट, एकाउंटेबिलिटी एंड ट्रांसपेरेंसी' (SSAAT) का गठन किया गया। इस संस्था की शासी परिषद के पदेन अध्यक्ष ग्रामीण विकास एवं पंचायती राज विभाग के अतिरिक्त मुख्य सचिव / प्रमुख शासन सचिव होते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150/250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नगरपालिका अधिनियम, 2009 के तहत नगरपालिकाओं के वर्गीकरण एवं संरचना के संदर्भ में निम्नलिखित कथनों पर विचार कीजिए: A. 1 लाख से कम जनसंख्या वाले संक्रमणशील शहरी क्षेत्र में 'नगरपालिका बोर्ड' (Municipal Board - चतुर्थ, तृतीय, द्वितीय श्रेणी) का गठन होता है। B. 1 लाख से 5 लाख तक की जनसंख्या वाले लघुतर शहरी क्षेत्र में 'नगर परिषद' (Municipal Council) का गठन होता है। C. 5 लाख से अधिक जनसंख्या वाले वृहत्तर नगरीय क्षेत्र में 'नगर निगम' (Municipal Corporation) का गठन होता है। D. राजस्थान में नगर निगम का सर्वोच्च निर्वाचित पदाधिकारी 'महापौर' (Mayor) तथा प्रशासनिक प्रमुख 'आयुक्त / मुख्य कार्यकारी अधिकारी' (Commissioner)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627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151/250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संशोधन के अनुरूप राजस्थान नगरपालिका अधिनियम 2009 की धारा 5 में नगर निकायों के तीन स्तर हैं: 1. नगर पालिका बोर्ड (अध्यक्ष/उपाध्यक्ष व अधिशाषी अधिकारी - EO); 2. नगर परिषद (सभापति/उप-सभापति व आयुक्त); 3. नगर निगम (महापौर/उप-महापौर व नगर निगम आयुक्त)। 5 लाख से अधिक आबादी पर नगर निगम स्थापित होते हैं (जैसे जयपुर ग्रेटर, जयपुर हेरिटेज, जोधपुर उत्तर, जोधपुर दक्षिण, कोटा उत्तर, कोटा दक्षिण आदि)।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627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151/250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नगरीय निकायों के पदाधिकारियों के चुनाव एवं अविश्वास प्रस्ताव के नियमों का सही मिलान कीजिए: सूची-I: सूची-I: A. अध्यक्ष/महापौर के विरुद्ध अविश्वास प्रस्ताव लाने की न्यूनतम समयावधि B. अविश्वास प्रस्ताव पारित होने हेतु आवश्यक बहुमत C. नगरपालिका चुनाव लड़ने हेतु न्यूनतम आयु D. नगरपालिका के विघटन के पश्चात नई नगरपालिका का कार्यकाल सूची-II: 1. पद ग्रहण के 2 वर्ष की समाप्ति के बाद 2. कुल निर्वाचित सदस्यों का तीन-चौथाई (3/4) बहुमत 3. 21 वर्ष की आयु पूर्ण होना 4. केवल शेष बची हुई अवधि (Remaining period) के लिए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108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152/250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नगरपालिका अधिनियम 2009 की धारा 53 के अनुसार अध्यक्ष के विरुद्ध प्रथम 2 वर्ष में अविश्वास प्रस्ताव नहीं आ सकता और इसे पारित होने हेतु 3/4 बहुमत चाहिए। अनुच्छेद 243-व के तहत चुनाव लड़ने की न्यूनतम आयु 21 वर्ष है। अनुच्छेद 243-प(4) के अनुसार यदि कोई नगरपालिका 5 वर्ष से पहले विघटित होती है, तो 6 माह में चुनी गई नई नगरपालिका केवल शेष बची अवधि के लिए ही कार्य करती है।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108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152/250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शासन सचिवालय में विभिन्न विभागों एवं उनकी कार्य-प्रकृति के संदर्भ में निम्नलिखित कथनों पर विचार कीजिए: A. कार्मिक विभाग (Department of Personnel - DOP) राज्य की संपूर्ण प्रशासनिक सेवाओं के सेवा नियमों, पदस्थापन और अनुशासन का नोडल विभाग है। B. वित्त विभाग (Finance Department) राज्य के बजट निर्माण, व्यय नियंत्रण और वित्तीय नियमों के प्रवर्तन हेतु उत्तरदायी है। C. गृह विभाग (Home Department) राज्य में आंतरिक सुरक्षा, पुलिस प्रशासन, जेल और नागरिक सुरक्षा का पर्यवेक्षण करता है। D. राजस्थान स्टेट मोटर गैराज विभाग सचिवालय के 'सामान्य प्रशासन विभाग' (General Administration Department - GAD) के अधीन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589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153/250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शासन सचिवालय में कार्मिक विभाग (DOP) का मुखिया मुख्य सचिव होता है जो सिविल सेवाओं की भर्ती, तबादलों व सेवा नियमों का नियंत्रण करता है। वित्त विभाग संपूर्ण बजटीय प्रबंधन करता है। गृह विभाग कानून-व्यवस्था का नोडल विभाग है। राजस्थान स्टेट मोटर गैराज विभाग, जो सरकारी वाहनों और वीआईपी प्रोटोकॉल की व्यवस्था करता है, सामान्य प्रशासन विभाग (GAD) के प्रशासनिक नियंत्रण में कार्यरत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589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153/250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प्रशासनिक सुधार समिति (1963) के अध्यक्ष कौन थे और उन्होंने राज्य सचिवालय के संबंध में क्या प्रमुख सुझाव दिया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हरिश्चंद्र माथुर - सचिवों के कार्यकाल को 3 से 5 वर्ष सीमित करना तथा योग्यता को पदोन्नति का मुख्य आधार बनाना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बी. मेहता - सचिवालय कर्मचारियों की संख्या में कटौती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मोहन मुखर्जी - केवल आईएएस अधिकारियों को ही विभागाध्यक्ष बनाना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सादिक अली - सभी निदेशालयों को सचिवालय में मिलाना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070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154/250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श्री हरिश्चंद्र माथुर - सचिवों के कार्यकाल को 3 से 5 वर्ष सीमित करना तथा योग्यता को पदोन्नति का मुख्य आधार बनाना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बी. मेहता - सचिवालय कर्मचारियों की संख्या में कटौती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मोहन मुखर्जी - केवल आईएएस अधिकारियों को ही विभागाध्यक्ष बनाना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सादिक अली - सभी निदेशालयों को सचिवालय में मिलाना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1963 में गठित 'राजस्थान प्रशासनिक सुधार समिति' के अध्यक्ष वरिष्ठ सांसद श्री हरिश्चंद्र माथुर थे। इस समिति ने सचिवालय प्रशासन को कुशल बनाने हेतु सुझाव दिया था कि शासन सचिव के पद पर कार्यकाल निश्चित (3 से 5 वर्ष) हो, प्रशासनिक दक्षता बढ़ाने हेतु केवल वरिष्ठता के बजाय योग्यता व विशेषज्ञता को पदस्थापन का आधार बनाया जाए तथा फील्ड निदेशालयों को पर्याप्त वित्तीय व प्रशासनिक शक्तियां प्रत्यायोजित की जाएं।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070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154/250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मुख्य सचिव (Chief Secretary) के चयन, वरिष्ठता एवं कार्यपालिका शक्तियों के संदर्भ में निम्नलिखित कथनों पर विचार कीजिए: A. मुख्य सचिव की नियुक्ति पूर्णतः मुख्यमंत्री के व्यक्तिगत विश्वास और विवेक पर आधारित होती है। B. मुख्य सचिव पद पर सामान्यतः भारतीय प्रशासनिक सेवा (IAS) के वरिष्ठतम अधिकारियों में से चयन किया जाता है, परंतु यह एक अनिवार्य विधिक बाध्यता नहीं है। C. मुख्य सचिव राज्य मंत्रिपरिषद की बैठकों के कार्यवृत्त (Minutes) तैयार करने का प्रभारी होता है। D. मुख्य सचिव राज्य में आपातकालीन स्थितियों या प्राकृतिक आपदाओं के दौरान 'संकट प्रशासक' (Crisis Manager) की भूमिका निभाता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155/250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 सचिव की नियुक्ति में मुख्यमंत्री का विश्वास सर्वोपरि होता है। कई बार मुख्यमंत्री वरिष्ठतम अधिकारी के स्थान पर अपनी पसंद के वरिष्ठ आईएएस अधिकारी को मुख्य सचिव नियुक्त करते हैं (जैसे अशोक गहलोत द्वारा निरंजन आर्य का चयन)। मुख्य सचिव कैबिनेट की हर बैठक का अधिकृत रिकॉर्ड रखता है और राज्य में अकाल, बाढ़, महामारी या कानून-व्यवस्था संकट के समय पूरी नौकरशाही का कमांडर बनकर संकट प्रबंधन करता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155/250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मुख्य सचिवों एवं उनके समकालीन राजनीतिक दौर का सही मिलान कीजिए: सूची-I (मुख्य सचिव): सूची-I: A. श्री के.पी.यू. मेनन B. श्री टी.वी. रमणन C. श्री निरंजन कुमार आर्य D. श्री सुदर्शन सेठ सूची-II: 1. श्री मोहनलाल सुखाड़िया के कार्यकाल में मुख्य सचिव 2. श्री भैरोंसिंह शेखावत सरकार में मुख्य सचिव 3. राजस्थान के प्रथम दलित (SC) मुख्य सचिव (श्री अशोक गहलोत कार्यकाल) 4. राजस्थान के पूर्व मुख्य सचिव (विशिष्ट प्रशासनिक सुधार)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032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156/250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के.पी.यू. मेनन मोहनलाल सुखाड़िया के मुख्यमंत्रित्व काल में मुख्य सचिव रहे; श्री टी.वी. रमणन भैरोंसिंह शेखावत सरकार में मुख्य सचिव रहे; श्री निरंजन कुमार आर्य नवम्बर 2020 में राजस्थान के पहले अनुसूचित जाति (दलित) वर्ग के मुख्य सचिव बने (अशोक गहलोत सरकार में); तथा श्री सुदर्शन सेठ ने भी राज्य के मुख्य सचिव के रूप में अपनी सेवाएँ दीं।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032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156/250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 लोकायुक्त एवं मानवाधिकार आयोग के तुलनात्मक क्षेत्राधिकार पर विचार कीजिए: A. लोकायुक्त एक भ्रष्टाचार निरोधक संस्था है, जबकि मानवाधिकार आयोग नागरिकों के मौलिक व मानवीय अधिकारों का संरक्षक है। B. लोकायुक्त मंत्रियों और विधायकों/प्रधानों के भ्रष्टाचार की जांच कर सकता है, जबकि मानवाधिकार आयोग लोक सेवकों द्वारा मानवाधिकार हनन की जांच करता है। C. दोनों संस्थाएं स्वायत्त हैं और दोनों की सिफारिशें राज्य सरकार के लिए सलाहकारी (Recommendatory) प्रकृति की होती हैं। D. लोकायुक्त में 5 वर्ष तक पुराने मामलों की शिकायत हो सकती है, जबकि मानवाधिकार आयोग में 1 वर्ष से पुराने मामलों की जांच नहीं की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512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157/250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लोकायुक्त संस्था का मुख्य उद्देश्य शासन में भ्रष्टाचार, पद के दुरुपयोग और लोक सेवकों की सत्यनिष्ठा की जांच करना है (जिसमें 5 वर्ष की परिसीमा लागू होती है)। मानवाधिकार आयोग का मुख्य कार्य नागरिकों के जीवन, स्वतंत्रता, समानता और गरिमा के अधिकारों की रक्षा करना है (जिसमें घटना के 1 वर्ष के भीतर शिकायत अनिवार्य है)। दोनों ही सांविधिक निकाय हैं और दोनों के पास सिविल कोर्ट की शक्तियां हैं तथा दोनों की अंतिम रिपोर्ट सरकार के लिए परामर्शदात्री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512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157/250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विधानसभा में यदि किसी सदस्य को किसी मंत्री का ध्यान अति आवश्यक सार्वजनिक महत्व के मामले की ओर आकर्षित करना हो, तो राजस्थान विधानसभा प्रक्रिया नियमों के तहत किसकी पूर्व लिखित अनुमति आवश्यक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विधानसभा अध्यक्ष (Speaker) 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 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संबंधित विभाग के कैबिनेट मंत्री 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राज्यपाल 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993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158/250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विधानसभा अध्यक्ष (Speaker)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संबंधित विभाग के कैबिनेट मंत्री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राज्यपाल 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विधानसभा कार्य संचालन नियमों के नियम 131 के तहत 'ध्यानाकर्षण प्रस्ताव' (Calling Attention Motion) पेश करने के लिए सदस्य को बैठक प्रारंभ होने से पूर्व विधानसभा अध्यक्ष को लिखित सूचना देनी होती है। अध्यक्ष की स्वीकृति के बाद ही संबंधित मंत्री सदन में उस तात्कालिक लोक महत्व के विषय पर अपना अधिकृत वक्तव्य देता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993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158/250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पंचायती राज (उपबंधों का अनुसूचित क्षेत्रों में विस्तार) नियम, 2011 के तहत अनुसूचित क्षेत्रों में ग्राम सभा की विशेष बैठक बुलाने की शर्तों पर विचार कीजिए: A. ग्राम सभा के कुल सदस्यों में से कम से कम 5% या 25 सदस्यों (जो भी अधिक हो) द्वारा लिखित मांग पर। B. ग्राम पंचायत के सरपंच द्वारा लिखित निर्देश दिए जाने पर। C. पंचायत समिति के विकास अधिकारी (BDO) द्वारा लिखित आदेश जारी करने पर। D. ऐसी मांग प्राप्त होने के 15 दिनों के भीतर सचिव द्वारा ग्राम सभा की विशेष बैठक बुलाई जाएगी।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474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159/250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पेसा नियम 2011 के नियम 4 के अनुसार अनुसूचित क्षेत्रों में यदि ग्राम सभा के कुल पंजीकृत मतदाताओं में से न्यूनतम 5 प्रतिशत या 25 सदस्य (इनमें से जो भी संख्या अधिक हो) सचिव को हस्ताक्षरयुक्त लिखित मांग-पत्र सौंपते हैं, तो सचिव ऐसी मांग प्राप्त होने की तारीख से 15 दिन के भीतर अनिवार्य रूप से ग्राम सभा की विशेष बैठक आयोजित करेगा। अतः कथन A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474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159/250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प्रथम लोकतांत्रिक मंत्रिमंडल (1952) के प्रमुख मंत्रियों एवं उनके विभागों का सही मिलान कीजिए: सूची-I (मंत्री): सूची-I: A. श्री टीकाराम पालीवाल B. श्री रामकिशोर व्यास C. श्री नाथूराम मिर्धा D. श्री मोहनलाल सुखाड़िया सूची-II: 1. गृह, विधि एवं न्याय विभाग 2. मुख्यमंत्री (सामान्य प्रशासन, नियोजन) 3. राजस्व, नागरिक आपूर्ति एवं कृषि 4. शिक्षा, सहकारिता एवं लोक निर्माण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160/250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मार्च 1952 में गठित राजस्थान की प्रथम लोकतांत्रिक सरकार में टीकाराम पालीवाल मुख्यमंत्री बने; रामकिशोर व्यास को गृह एवं विधि विभाग सौंपा गया; नाथूराम मिर्धा को शिक्षा, सहकारिता व कृषि विभाग का दायित्व मिला; और मोहनलाल सुखाड़िया को नागरिक आपूर्ति व राजस्व विभाग का कार्यभार दिया गया।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160/250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संदर्भ में 'स्मार्ट विलेज' एवं विश्वविद्यालयी पहलों के तथ्यों पर विचार कीजिए: A. पूर्व राज्यपाल कल्याण सिंह द्वारा राज्य में गांवों के समग्र विकास हेतु 'स्मार्ट विलेज' पहल प्रारंभ की गई थी। B. इसके तहत राज्य के सरकारी विश्वविद्यालयों को एक-एक गांव गोद लेकर उसके बुनियादी ढांचे और शिक्षा के विकास का दायित्व सौंपा गया था। C. राज्यपाल राज्य के सभी राजकीय विश्वविद्यालयों के कुलपतियों (Vice-Chancellors) की नियुक्ति हेतु गठित खोजबीन समिति (Search Committee) के अध्यक्ष का मनोनयन करते हैं। D. केंद्रीय विश्वविद्यालय अधिनियम, 2009 के तहत राजस्थान केंद्रीय विश्वविद्यालय के कुलाधिपति का पद राष्ट्रपति के अधिकार क्षेत्र 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436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161/250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राज्यपाल कल्याण सिंह ने विश्वविद्यालयों की सामाजिक जिम्मेदारी तय करने हेतु 'स्मार्ट विलेज' योजना शुरू की जिसके तहत विश्वविद्यालयों ने गांवों को गोद लिया। राज्य विश्वविद्यालयों में कुलपतियों की नियुक्ति हेतु सर्च कमेटी में राज्यपाल का एक नामित प्रतिनिधि होता है। राज्यपाल कुलाधिपति के रूप में कुलपतियों की नियुक्ति करते हैं। राजस्थान केंद्रीय विश्वविद्यालय (बांदरसिंदरी, किशनगढ़) संसद के अधिनियम से स्थापित है, अतः इसके कुलाधिपति भारत के राष्ट्रपति नियुक्त करते हैं, राज्यपाल नहीं।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436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161/250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उच्च न्यायालय की स्थापना के समय 29 अगस्त, 1949 को शपथ ग्रहण करने वाले न्यायाधीशों में निम्नलिखित में से कौन-सा युग्म (न्यायाधीश - पूर्व रियासत) सुमेलित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लाला नवल किशोर - जोधपुर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कंवर लाल बापना - जयपुर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जवान सिंह राणावत - कोटा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त्रिलोचन दत्त - बीकानेर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917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162/250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जवान सिंह राणावत - कोटा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लाला नवल किशोर -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कंवर लाल बापना - जयपुर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त्रिलोचन दत्त - 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 अगस्त 1949 को राजस्थान उच्च न्यायालय के उद्घाटन के समय शपथ लेने वाले न्यायाधीशों का पूर्व रियासती उच्च न्यायालयों से संबंध: न्यायमूर्ति लाला नवल किशोर (जोधपुर), न्यायमूर्ति कंवर लाल बापना (जयपुर), न्यायमूर्ति त्रिलोचन दत्त (बीकानेर), तथा न्यायमूर्ति जवान सिंह राणावत 'उदयपुर (मेवाड़)' रियासत से संबंधित थे, कोटा से नहीं। अतः विकल्प C सही उत्तर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917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162/250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तारांकित, अतारांकित एवं अल्प सूचना प्रश्नों के वर्गीकरण एवं सीमाओं के संदर्भ में निम्नलिखित कथनों पर विचार कीजिए: A. राजस्थान विधानसभा कार्य संचालन नियमों के अनुसार प्रश्नों को तीन श्रेणियों (तारांकित, अतारांकित, अल्प सूचना) में वर्गीकृत किया गया है। B. किसी एक दिन की कार्यसूची में एक ही सदस्य के अधिकतम एक तारांकित प्रश्न को ही मौखिक उत्तर हेतु शामिल किया जा सकता है। C. अंतर-सत्र अवधि (Inter-session period) के दौरान कोई सदस्य लोक महत्व के मामले पर एक सप्ताह में अधिकतम एक अतारांकित प्रश्न की सूचना दे सकता है। D. तारांकित और अतारांकित प्रश्नों के लिए सामान्यतः 14 दिन की पूर्व सूचना दी जानी आवश्यक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398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163/250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नियमों के अनुसार प्रश्न 3 प्रकार के होते हैं। सदन में अधिक सदस्यों को अवसर देने हेतु नियम है कि एक दिन में एक विधायक का केवल 1 तारांकित प्रश्न मौखिक उत्तर सूची में आएगा। जब विधानसभा का सत्र न चल रहा हो (अंतर-सत्र काल), तब भी सदस्य जनहित की जानकारी हेतु प्रति सप्ताह 1 अतारांकित प्रश्न की सूचना सचिव को दे सकते हैं। प्रश्नों की सामान्य सूचना अवधि 14 दिन होती है, जबकि अल्प सूचना प्रश्न कम समय में स्वीकृत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398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163/250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चुनाव परिणामों एवं राजनीतिक दलों के ऐतिहासिक प्रदर्शन का सही मिलान कीजिए: सूची-I (विधानसभा चुनाव): सूची-I: A. प्रथम चुनाव (1952) B. चौथा चुनाव (1967) C. छठा चुनाव (1977) D. 11वां चुनाव (1998) सूची-II: 1. स्वतंत्र पार्टी को सर्वाधिक 48 सीटें प्राप्त हुईं (त्रिशंकु विधानसभा व प्रथम राष्ट्रपति शासन) 2. जनता पार्टी को स्पष्ट बहुमत (152 सीटें) व प्रथम गैर-कांग्रेसी सरकार का गठन 3. कांग्रेस को रिकॉर्ड 153 सीटें प्राप्त हुईं (श्री अशोक गहलोत प्रथम बार सीएम) 4. कांग्रेस को 82 सीटें तथा राम राज्य परिषद को 24 सीटें मिलीं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879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164/250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1952 के पहले चुनाव में कांग्रेस (82) और राम राज्य परिषद (24) मुख्य दल थे; 1967 के चौथे चुनाव में महारानी गायत्री देवी की स्वतंत्र पार्टी ने 48 सीटें जीतकर कांग्रेस को कड़ी टक्कर दी जिससे राष्ट्रपति शासन लगा; 1977 के छठे चुनाव में जनता पार्टी ने 152 सीटें जीतकर पहली गैर-कांग्रेसी सरकार बनाई; तथा 1998 के 11वें चुनाव में कांग्रेस ने रिकॉर्ड 153 सीटें जीतीं और अशोक गहलोत पहली बार मुख्यमंत्री बने। अतः सही सुमेलन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879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164/250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मुख्यमंत्री के रूप में श्री भैरोंसिंह शेखावत के तीनों कार्यकालों के संदर्भ में निम्नलिखित कथनों पर विचार कीजिए: A. प्रथम कार्यकाल (1977-1980): जनता पार्टी सरकार के रूप में राजस्थान की पहली गैर-कांग्रेसी सरकार बनाई। B. द्वितीय कार्यकाल (1990-1992): भाजपा-जनता दल गठबंधन सरकार का नेतृत्व किया जो 1992 में बर्खास्त हुई। C. तृतीय कार्यकाल (1993-1998): भाजपा सरकार के रूप में 5 वर्ष का अपना पहला पूर्ण कार्यकाल पूरा किया। D. वे बाद में 2002 से 2007 तक भारत के 11वें उपराष्ट्रपति के पद पर आसीन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165/250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के बाबोसा' कहे जाने वाले श्री भैरोंसिंह शेखावत ने 3 बार सीएम पद संभाला: 1. 1977-80 (जनता पार्टी); 2. 1990-92 (भाजपा); 3. 1993-98 (भाजपा - पूर्ण 5 वर्ष)। वे राजस्थान के पहले गैर-कांग्रेसी मुख्यमंत्री थे और बाद में 2002 में भारत के 11वें उपराष्ट्रपति तथा राज्यसभा के सभापति निर्वाचित हुए।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165/250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उच्च न्यायालय के निम्नलिखित मुख्य न्यायाधीशों में से कौन भारत के सर्वोच्च न्यायालय में न्यायाधीश के पद पर आसीन नहीं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पी.एन. सिंघल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बी.एस. चौहान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जे.एस. वर्मा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वीरेंद्र कुमार सिंघल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841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166/250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वीरेंद्र कुमार सिंघल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पी.एन. सिंघल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बी.एस. चौहान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जे.एस. वर्मा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पी.एन. सिंघल, न्यायमूर्ति डॉ. बी.एस. चौहान (जो बाद में भारत के विधि आयोग के अध्यक्ष भी बने), और न्यायमूर्ति जे.एस. वर्मा (जो भारत के मुख्य न्यायाधीश बने) राजस्थान हाईकोर्ट से सुप्रीम कोर्ट में जज बने। जबकि न्यायमूर्ति वीरेंद्र कुमार सिंघल राजस्थान उच्च न्यायालय के न्यायाधीश रहे थे, वे कभी सुप्रीम कोर्ट के न्यायाधीश नहीं बने। अतः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841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166/250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की शक्तियों की सीमाओं (Limitations) के संदर्भ में निम्नलिखित कथनों पर विचार कीजिए: A. आयोग किसी भी आरोपी या दोषी अधिकारी को स्वयं सजा (दंड) देने का अधिकार नहीं रखता है। B. आयोग की जांच रिपोर्ट और अनुशंसाएं परामर्शकारी (Advisory) होती हैं, अदालती डिक्री की तरह स्वतः लागू नहीं होतीं। C. आयोग सैन्य बलों (Army, Navy, Air Force) द्वारा मानवाधिकार उल्लंघन के मामलों की स्वयं सीधी जांच नहीं कर सकता; वह केंद्र सरकार से रिपोर्ट मांग सकता है। D. आयोग ऐसे किसी मामले की जांच नहीं कर सकता जो किसी अन्य आयोग के समक्ष पहले से लंबित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322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167/250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SHRC एक निगरानी संस्था है, अदालत नहीं। धारा 18 के अनुसार यह केवल सरकार को पीड़ित को मुआवजा देने या दोषी अधिकारी पर मुकदमा चलाने की सिफारिश कर सकती है, सीधे दंडित नहीं कर सकती। धारा 19 के तहत सेना व केंद्रीय अर्धसैनिक बलों के मामलों में आयोग केवल केंद्र से रिपोर्ट मांगकर अपनी सलाह दे सकता है। धारा 36 के अनुसार समानांतर जांच पर प्रतिबंध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322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167/250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सांविधानिक पदों पर आसीन होने वाली प्रथम हस्तियों का सही मिलान कीजिए: सूची-I (संवैधानिक पद): सूची-I: A. राजस्थान के प्रथम राज्यपाल B. राजस्थान के प्रथम निर्वाचित मुख्यमंत्री C. राजस्थान के प्रथम विधानसभा अध्यक्ष D. राजस्थान उच्च न्यायालय के प्रथम मुख्य न्यायाधीश सूची-II: 1. श्री नरोत्तम लाल जोशी 2. न्यायमूर्ति कमलकांत वर्मा 3. सरदार गुरुमुख निहाल सिंह 4. श्री टीकाराम पालीवाल A. A-3, B-4, C-1, D-2 B. A-4, B-3, C-1, D-2 C. A-3, B-1, C-4, D-2 D. A-1, B-4, C-2, D-3</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803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168/250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243-ट(1) पंचायतों के निर्वाचन के अधीक्षण, निर्देशन व नियंत्रण की शक्ति राज्य निर्वाचन आयोग को देता है; 243-ट(2) आयुक्त की सेवा शर्तों का निर्धारण करता है; 243-ट(3) के तहत आयोग के अनुरोध पर राज्यपाल कर्मचारियों का प्रबंध करता है; तथा अनुच्छेद 243-यक (243-ZA) नगरपालिकाओं के समस्त चुनावों के संचालन का अधिकार आयोग को सौंपता है। अतः सही सुमेलन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803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168/250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(SHRC) की वैधानिक पृष्ठभूमि एवं संरचना के संदर्भ में निम्नलिखित कथनों पर विचार कीजिए: A. मानवाधिकार संरक्षण अधिनियम, 1993 की धारा 21 के तहत राजस्थान सरकार ने 18 जनवरी, 1999 को आयोग के गठन की अधिसूचना जारी की। B. राजस्थान राज्य मानवाधिकार आयोग ने मार्च, 2000 से विधिवत रूप से कार्य करना प्रारंभ किया। C. मानवाधिकार संरक्षण (संशोधन) अधिनियम, 2006 के अनुसार आयोग में 1 अध्यक्ष और 2 सदस्य (कुल 3) का प्रावधान है। D. 2019 के संशोधन के अनुसार उच्च न्यायालय का सेवानिवृत्त मुख्य न्यायाधीश अथवा सेवानिवृत्त अन्य न्यायाधीश भी अध्यक्ष बन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284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169/250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SHRC एक सांविधिक उच्चाधिकार प्राप्त स्वायत्त निकाय है जिसकी अधिसूचना 18 जनवरी 1999 को जारी हुई और मार्च 2000 से इसने कार्य शुरू किया। प्रारंभ में 1+4 सदस्य थे, जिसे 2006 के संशोधन द्वारा 1 अध्यक्ष + 2 सदस्य कर दिया गया। वर्ष 2019 में संसद द्वारा किए गए संशोधन के अनुसार अब उच्च न्यायालय के पूर्व मुख्य न्यायाधीश के साथ-साथ उच्च न्यायालय के सेवानिवृत्त सामान्य न्यायाधीश भी राज्य मानवाधिकार आयोग के अध्यक्ष पद हेतु पात्र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284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169/250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राज्य मानवाधिकार आयोग के अध्यक्षों एवं उनसे संबंधित विशिष्ट तथ्यों का सही मिलान कीजिए: सूची-I: सूची-I: A. न्यायमूर्ति कांता भटनागर B. न्यायमूर्ति एस. सगीर अहमद C. न्यायमूर्ति एन.के. जैन D. न्यायमूर्ति गोपाल कृष्ण व्यास सूची-II: 1. उच्चतम न्यायालय (Supreme Court) के सेवानिवृत्त न्यायाधीश जो SHRC के अध्यक्ष बने 2. SHRC की प्रथम महिला अध्यक्ष (सबसे छोटा कार्यकाल) 3. 5 वर्ष का पूर्ण कार्यकाल पूरा करने वाले पूर्व अध्यक्ष 4. SHRC के पूर्व अध्यक्ष (उच्च न्यायालय के पूर्व न्यायाधीश)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170/250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कांता भटनागर SHRC की पहली अध्यक्ष (मार्च 2000 से अगस्त 2000) बनीं। न्यायमूर्ति सैयद सगीर अहमद सुप्रीम कोर्ट के रिटायर्ड जज थे जिन्होंने 2001 से 2004 तक आयोग की अध्यक्षता की। न्यायमूर्ति एन.के. जैन ने 2005 से 2010 तक 5 वर्ष का पूर्ण कार्यकाल पूरा किया। न्यायमूर्ति गोपाल कृष्ण व्यास 2021 से 2024 तक आयोग के अध्यक्ष रहे।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170/250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मानवाधिकार आयोग के अध्यक्ष एवं सदस्यों की नियुक्ति हेतु गठित चयन समिति के संदर्भ में निम्नलिखित कथनों पर विचार कीजिए: A. मानवाधिकार संरक्षण अधिनियम की धारा 22 के तहत नियुक्ति राज्यपाल द्वारा 4-सदस्यीय उच्चस्तरीय समिति की सिफारिश पर की जाती है। B. इस समिति का अध्यक्ष राज्य का मुख्यमंत्री होता है। C. समिति के अन्य सदस्यों में विधानसभा अध्यक्ष, राज्य का गृह मंत्री तथा विधानसभा में नेता प्रतिपक्ष शामिल होते हैं। D. यदि राज्य में विधान परिषद हो, तो विधान परिषद का सभापति और विधान परिषद में विपक्ष का नेता भी इस समिति के सदस्य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246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171/250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 22 के अनुसार राज्यपाल एक चयन समिति की सिफारिश पर आयोग के अध्यक्ष व सदस्यों की नियुक्ति करता है। एकसदनीय राज्य (जैसे राजस्थान) में समिति 4 सदस्यीय होती है: 1. मुख्यमंत्री (अध्यक्ष), 2. विधानसभा अध्यक्ष, 3. गृह विभाग का प्रभारी मंत्री, 4. विधानसभा में विपक्ष का नेता। द्विसदनीय राज्यों में विधान परिषद के सभापति और विधान परिषद के विपक्ष के नेता को मिलाकर यह समिति 6 सदस्यीय हो जाती है। उच्च न्यायालय के मुख्य न्यायाधीश इस समिति में शामिल नहीं होते।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246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171/250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मानवाधिकार आयोग के अध्यक्ष एवं सदस्यों का कार्यकाल (मानवाधिकार संरक्षण संशोधन अधिनियम, 2019 के उपरांत) कितना निर्धारित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वर्ष या 70 वर्ष की आयु (जो भी पहले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 वर्ष या 70 वर्ष की आयु (जो भी पहले हो) तथा वे पुनर्नियुक्ति के पात्र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6 वर्ष या 65 वर्ष की आयु (जो भी पहले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वर्ष या 65 वर्ष की आयु (जो भी पहले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727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172/250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3 वर्ष या 70 वर्ष की आयु (जो भी पहले हो) तथा वे पुनर्नियुक्ति के पात्र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वर्ष या 70 वर्ष की आयु (जो भी पहले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वर्ष या 65 वर्ष की आयु (जो भी पहले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वर्ष या 65 वर्ष की आयु (जो भी पहले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मानवाधिकार संरक्षण अधिनियम 1993 में मूल रूप से कार्यकाल 5 वर्ष या 70 वर्ष था। वर्ष 2019 में संसद द्वारा किए गए संशोधन (धारा 24) के अनुसार अब राष्ट्रीय एवं राज्य मानवाधिकार आयोग के अध्यक्ष एवं सदस्यों का कार्यकाल घटाकर 3 वर्ष या 70 वर्ष की आयु (जो भी पहले हो) कर दिया गया है तथा वे उसी पद पर पुनर्नियुक्ति के भी पात्र बना दिए गए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727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172/250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की शक्तियों, जांच एजेंसी एवं क्षेत्राधिकार के संदर्भ में निम्नलिखित कथनों पर विचार कीजिए: A. आयोग को मानवाधिकार उल्लंघन की शिकायतों की जांच करते समय सिविल न्यायालय (Civil Court - CPC 1908) की सभी शक्तियाँ प्राप्त होती हैं। B. आयोग मानवाधिकार उल्लंघन के मामलों में स्वतः संज्ञान (Suo Motu) लेकर जांच कर सकता है। C. आयोग के पास अपनी स्वयं की एक अन्वेषण (Investigation) एजेंसी है जिसका प्रमुख कम से कम पुलिस महानिरीक्षक (IGP) रैंक का अधिकारी होता है। D. आयोग केवल उन्हीं मामलों की जांच कर सकता है जो घटना घटित होने की तिथि से 1 वर्ष के भीतर उसके समक्ष लाए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208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173/250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SHRC धारा 12 के तहत जेल निरीक्षण, मानवाधिकार सुरक्षा समीक्षा व जनहित शिकायतों पर कार्य करता है। इसे गवाहों को बुलाने व दस्तावेज मंगाने हेतु सिविल कोर्ट की शक्तियां हैं। यह अखबारों/मीडिया रिपोर्टों पर स्वतः संज्ञान लेता है। आयोग के पास आईजीपी स्तर के अधिकारी के नेतृत्व में स्वतंत्र जांच विंग है। धारा 36(2) के अनुसार आयोग 1 वर्ष से अधिक पुराने मामलों की जांच नहीं कर सकता। आयोग की सिफारिशें सलाहकारी (Recommendatory) होती हैं, यह स्वयं किसी को दंड या सजा नहीं दे सकता।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208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173/250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सूचना आयोग (Rajasthan State Information Commission - RIC) का गठन सूचना का अधिकार अधिनियम, 2005 की किस धारा के तहत तथा किस तिथि को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15 के तहत - 18 अप्रैल, 2006 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19 के तहत - 12 अक्टूबर, 2005 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12 के तहत - 18 जनवरी, 2006 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16 के तहत - 2 अक्टूबर, 2007 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689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174/250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धारा 15 के तहत - 18 अप्रैल, 2006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19 के तहत - 12 अक्टूबर, 2005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12 के तहत - 18 जनवरी, 2006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16 के तहत - 2 अक्टूबर, 2007 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सूचना का अधिकार (RTI) अधिनियम, 2005 की धारा 15(1) के अंतर्गत राजस्थान सरकार द्वारा 18 अप्रैल 2006 को राजस्थान राज्य सूचना आयोग (RIC) का गठन किया गया। श्री एम.डी. कोरानी राजस्थान के पहले मुख्य सूचना आयुक्त (CIC) बने थे। इसका मुख्यालय जयपुर में है तथा अप्रैल 2023 में राज्य सरकार ने जोधपुर में आयोग की स्थायी सर्किट बेंच स्थापित करने की स्वीकृति दी है। आयोग का ध्येय वाक्य 'आ वदन्तु जनेभ्यः'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689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174/250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मुख्य सूचना आयुक्त (State Chief Information Commissioner) एवं सूचना आयुक्तों की नियुक्ति एवं सेवा शर्तों के संदर्भ में निम्नलिखित कथनों पर विचार कीजिए: A. इनकी नियुक्ति राज्यपाल द्वारा एक 3-सदस्यीय समिति (मुख्यमंत्री [अध्यक्ष], नेता प्रतिपक्ष, मुख्यमंत्री द्वारा मनोनीत एक कैबिनेट मंत्री) की सिफारिश पर की जाती है। B. RTI संशोधन अधिनियम, 2019 के अनुसार इनके वेतन, भत्ते और कार्यकाल केंद्र सरकार द्वारा अधिसूचित नियमों (3 वर्ष) के अनुसार होते हैं। C. राज्य सूचना आयोग लोक सूचना अधिकारी (PIO) पर प्रतिदिन ₹250 के हिसाब से अधिकतम ₹25,000 तक की शास्ति (Penalty) अधिरोपित कर सकता है। D. राज्य सूचना आयोग का आदेश राजस्थान के सभी संबंधित लोक प्राधिकारियों पर बाध्यकारी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175/250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RTI कानून की धारा 15(3) के तहत चयन समिति में सीएम, विधानसभा में विपक्ष का नेता और सीएम द्वारा नामित कैबिनेट मंत्री होते हैं। 2019 संशोधन के बाद कार्यकाल 3 वर्ष निर्धारित किया गया है। धारा 20 के अनुसार सूचना में जानबूझकर देरी करने पर PIO पर ₹250 प्रतिदिन (अधिकतम ₹25,000) का जुर्माना लगाया जा सकता है तथा अनुशासनात्मक कार्रवाई की सिफारिश की जा सकती है। धारा 19(7) के अनुसार आयोग का निर्णय अंतिम व बाध्यकारी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लोकायुक्त एवं उप-लोकायुक्त अधिनियम, 1973 के प्रमुख प्रावधानों का सही मिलान कीजिए: सूची-I: सूची-I: A. अधिनियम के प्रभावी होने की तिथि B. राजस्थान के प्रथम लोकायुक्त C. राजस्थान के प्रथम एवं एकमात्र उप-लोकायुक्त D. राजस्थान के 13वें (वर्तमान/पूर्व) लोकायुक्त सूची-II: 1. न्यायमूर्ति के.पी.यू. मेनन (K.P.U. Menon) 2. 3 फरवरी, 1973 3. न्यायमूर्ति प्रताप कृष्ण लोहरा (P.K. Lohra) 4. न्यायमूर्ति आई.डी. दुआ (I.D. Dua)</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651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प्रशासनिक सुधार आयोग (ARC-I 1966) की सिफारिश पर राजस्थान लोकायुक्त तथा उप-लोकायुक्त अधिनियम, 1973 पारित हुआ जो 3 फरवरी 1973 से लागू हुआ। 28 अगस्त 1973 को न्यायमूर्ति आई.डी. दुआ राजस्थान के पहले लोकायुक्त बने। के.पी.यू. मेनन राजस्थान के प्रथम व एकमात्र उप-लोकायुक्त (1973) रहे। न्यायमूर्ति प्रताप कृष्ण लोहरा राजस्थान के 13वें लोकायुक्त बने। अतः सही सुमेलन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651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176/250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लोकायुक्त के क्षेत्राधिकार (Jurisdiction) में शामिल एवं दायरे से बाहर के पदाधिकारियों के संदर्भ में निम्नलिखित कथनों पर विचार कीजिए: A. राज्य के मंत्री, राज्य मंत्री, उप-मंत्री, जिला प्रमुख, उप-जिला प्रमुख, प्रधान तथा नगर निकायों के महापौर व अध्यक्ष लोकायुक्त के जांच दायरे में आते हैं। B. राजस्थान के मुख्यमंत्री, उच्च न्यायालय के न्यायाधीश, RPSC के अध्यक्ष व सदस्य, तथा विधानसभा सचिवालय के अधिकारी लोकायुक्त के क्षेत्राधिकार से पूर्णतः बाहर हैं। C. सरपंच, पंच तथा राज्य के महालेखाकार (Accountant General) भी लोकायुक्त के क्षेत्राधिकार से बाहर हैं। D. लोकायुक्त में किसी लोक सेवक के विरुद्ध 5 वर्ष से अधिक पुराने मामले की शिकायत दर्ज नहीं की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132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177/250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लोकायुक्त अधिनियम 1973 के अनुसार: लोकायुक्त मंत्रियों, जिला प्रमुखों, प्रधानों, नगर निगम महापौरों, स्वायत्तशासी निगमों/बोर्डों के अध्यक्षों व राजकीय अधिकारियों के विरुद्ध भ्रष्टाचार व पद के दुरुपयोग की जांच कर सकता है। परंतु मुख्यमंत्री, हाईकोर्ट/सुप्रीम कोर्ट के जज, आरपीएससी अध्यक्ष/सदस्य, मुख्य निर्वाचन आयुक्त, महाधिवक्ता, विधानसभा सचिवालय, सरपंच व पंच इसके दायरे से बाहर हैं। धारा 8 के तहत 5 वर्ष से पुराने मामलों की जांच नहीं की जा सकती।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132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177/250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लोकायुक्त की नियुक्ति प्रक्रिया एवं कार्यकाल के संदर्भ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लोकायुक्त की नियुक्ति राज्यपाल द्वारा उच्च न्यायालय के मुख्य न्यायाधीश और विधानसभा में नेता प्रतिपक्ष के परामर्श से की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लोकायुक्त का कार्यकाल 5 वर्ष या 65 वर्ष की आयु (जो भी पहले हो)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लोकायुक्त को मिलने वाले वेतन, भत्ते और पेंशन राजस्थान उच्च न्यायालय के मुख्य न्यायाधीश के समकक्ष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613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178/250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लोकायुक्त की नियुक्ति राज्यपाल द्वारा उच्च न्यायालय के मुख्य न्यायाधीश और विधानसभा में नेता प्रतिपक्ष के परामर्श से की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लोकायुक्त का कार्यकाल 5 वर्ष या 65 वर्ष की आयु (जो भी पहले हो)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लोकायुक्त को मिलने वाले वेतन, भत्ते और पेंशन राजस्थान उच्च न्यायालय के मुख्य न्यायाधीश के समकक्ष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लोकायुक्त की नियुक्ति राज्यपाल द्वारा हाईकोर्ट के सीजे और विधानसभा में नेता प्रतिपक्ष के अनिवार्य परामर्श से होती है। कार्यकाल 5 वर्ष या 65 वर्ष की आयु तक होता है। अधिनियम की धारा 5 के अनुसार लोकायुक्त को राजस्थान उच्च न्यायालय के मुख्य न्यायाधीश के समान तथा उप-लोकायुक्त को हाईकोर्ट के अन्य न्यायाधीशों के समान वेतन, भत्ते, पेंशन और सेवा शर्तें प्राप्त होती हैं। वह अपना त्यागपत्र राज्यपाल को सौंपता है। अतः सभी विकल्प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613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178/250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स्थानीय स्वशासन एवं 73वें संविधान संशोधन अधिनियम, 1992 के संदर्भ में निम्नलिखित कथनों पर विचार कीजिए: A. 73वें संविधान संशोधन द्वारा संविधान में 'भाग-IX' जोड़ा गया जिसमें अनुच्छेद 243 से 243-ण (243 to 243-O) तक उपबंध हैं। B. संविधान में '11वीं अनुसूची' जोड़ी गई जिसमें पंचायती राज संस्थाओं को सौंपे गए कुल 29 विषयों (Matters) का उल्लेख है। C. राजस्थान पंचायती राज अधिनियम, 1994 राज्य में 23 अप्रैल, 1994 से लागू हुआ। D. राजस्थान में पंचायती राज व्यवस्था में महिलाओं के लिए 50% आरक्षण का प्रावधान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094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179/250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1992 (प्रभावी 24 अप्रैल 1993) ने पंचायतों को संवैधानिक दर्जा दिया। इसके तहत संविधान में भाग-9 और 11वीं अनुसूची (29 विषय जैसे कृषि, भूमि सुधार, लघु सिंचाई, पशुपालन, खादी आदि) जोड़ी गई। राजस्थान ने इसके अनुरूप राजस्थान पंचायती राज अधिनियम 1994 बनाया जो 23 अप्रैल 1994 से लागू हुआ। राजस्थान ने 2008 में पंचायती राज संस्थाओं में महिलाओं का आरक्षण 33% से बढ़ाकर 50% कर दिया।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094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179/250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पंचायती राज से संबंधित प्रमुख संवैधानिक अनुच्छेदों एवं उनके विषयों का सही मिलान कीजिए: सूची-I: सूची-I: A. अनुच्छेद 243-क (243-A) B. अनुच्छेद 243-ख (243-B) C. अनुच्छेद 243-घ (243-D) D. अनुच्छेद 243-झ (243-I) सूची-II: 1. पंचायतों का त्रिस्तरीय गठन (ग्राम, मध्यवर्ती, जिला स्तर) 2. पंचायतों के चुनाव हेतु मतदाता सूची व निर्वाचन का अधीक्षण राज्य निर्वाचन आयोग में निहित होना 3. राज्य निर्वाचन आयुक्त की सेवा शर्तें और पदावधि (विधानमंडल के कानून के अधीन)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180/250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243-ट(1) पंचायतों के निर्वाचन के अधीक्षण, निर्देशन व नियंत्रण की शक्ति राज्य निर्वाचन आयोग को देता है; 243-ट(2) आयुक्त की सेवा शर्तों का निर्धारण करता है; 243-ट(3) के तहत आयोग के अनुरोध पर राज्यपाल कर्मचारियों का प्रबंध करता है; तथा अनुच्छेद 243-यक (243-ZA) नगरपालिकाओं के समस्त चुनावों के संचालन का अधिकार आयोग को सौंपता है। अतः सही सुमेलन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180/250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कार्यकाल में विभिन्न राज्य विधानसभाओं के विघटन एवं मध्यावधि चुनावों के संदर्भ में निम्नलिखित कथनों पर विचार कीजिए: A. 1977 में केंद्र में जनता पार्टी सरकार के गठन के बाद राजस्थान की 5वीं विधानसभा को 5 वर्ष पूर्व ही भंग कर राष्ट्रपति शासन लगाया गया था। B. 1980 में केंद्र में कांग्रेस सरकार की वापसी के बाद राजस्थान की 6वीं विधानसभा को भंग कर 1980 में मध्यावधि चुनाव कराए गए। C. 1992 में बाबरी मस्जिद विध्वंस के बाद राजस्थान की 9वीं विधानसभा को अनुच्छेद 356 के तहत बर्खास्त किया गया था। D. राजस्थान में किसी भी विधानसभा का सामान्य कार्यकाल 5 वर्ष से अधिक केवल 5वीं विधानसभा (1972-1977) का रहा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056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181/250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केंद्र-राज्य संबंधों में राजनीतिक बदलाव के कारण 1977 (हरिदेव जोशी सरकार) और 1980 (भैरोंसिंह शेखावत सरकार) में विधानसभाएं समय से पहले भंग की गईं। 1992 में भी 9वीं विधानसभा को बर्खास्त कर राष्ट्रपति शासन लगा। 5वीं विधानसभा 1972 में चुनी गई थी जिसका कार्यकाल 1975 के राष्ट्रीय आपातकाल के दौरान संसदीय कानून द्वारा 1 वर्ष बढ़ाया गया था, अतः यह राजस्थान की एकमात्र ऐसी विधानसभा रही जिसका कार्यकाल 5 वर्ष से अधिक रहा।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056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181/250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विधानसभा के नेता प्रतिपक्ष (Leader of Opposition - LoP) और उनके समकालीन मुख्यमंत्रियों का सही मिलान कीजिए: सूची-I (नेता प्रतिपक्ष): सूची-I: A. श्री जसवंत सिंह (प्रथम नेता प्रतिपक्ष - 1952) B. श्री लक्ष्मण सिंह (डूंगरपुर) C. श्री भैरोंसिंह शेखावत D. श्री गुलाब चंद कटारिया / श्री टीकाराम जूली सूची-II: 1. श्री टीकाराम पालीवाल / श्री जयनारायण व्यास 2. श्री मोहनलाल सुखाड़िया 3. श्री हरिदेव जोशी / श्री शिवचरण माथुर 4. श्री अशोक गहलोत / श्री भजनलाल शर्मा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537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182/250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1952 में प्रथम राजस्थान विधानसभा में निर्दलीय व विपक्षी दलों के संयुक्त नेता श्री जसवंत सिंह (बीकानेर) पहले नेता प्रतिपक्ष बने जब टीकाराम पालीवाल व जयनारायण व्यास मुख्यमंत्री थे। महारावल लक्ष्मण सिंह सुखाड़िया जी के समय नेता प्रतिपक्ष रहे; भैरोंसिंह शेखावत 1970 और 1980 के दशक में कांग्रेस सरकारों के समय नेता प्रतिपक्ष रहे; तथा हाल के वर्षों में गुलाब चंद कटारिया, राजेंद्र राठौड़ और वर्तमान 16वीं विधानसभा में श्री टीकाराम जूली नेता प्रतिपक्ष हैं।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537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182/250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ऐसे मुख्यमंत्रियों के संदर्भ में विचार कीजिए जिन्होंने विधान परिषद या विधानसभा के सदस्य न होते हुए पद की शपथ ली: A. श्री भैरोंसिंह शेखावत ने 1977 में जब पहली बार मुख्यमंत्री पद की शपथ ली, तब वे राजस्थान विधानसभा के सदस्य नहीं थे (वे राज्यसभा सदस्य थे)। B. श्री जगन्नाथ पहाड़िया ने 1980 में जब मुख्यमंत्री पद की शपथ ली, तब वे लोकसभा के सांसद थे, विधानसभा के सदस्य नहीं थे। C. दोनों नेताओं ने मुख्यमंत्री बनने के बाद 6 माह के भीतर राजस्थान विधानसभा का उपचुनाव जीतकर सदस्यता प्राप्त की। D. संविधान का अनुच्छेद 164(4) किसी भी गैर-विधायक को 6 माह के लिए मुख्यमंत्री या मंत्री बनने की अनुमति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018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183/250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164(4) के तहत गैर-सदस्य को मंत्री/सीएम बनने की छूट है बशर्ते वह 6 माह में निर्वाचित हो जाए। 1977 में भैरोंसिंह शेखावत जब सीएम बने तब वे राज्यसभा सांसद थे, बाद में उन्होंने छबड़ा विधानसभा सीट से उपचुनाव जीता। 1980 में जगन्नाथ पहाड़िया जब सीएम बने तब वे बयाना से लोकसभा सांसद थे, बाद में उन्होंने वैर (भरतपुर) से विधानसभा उपचुनाव जीता।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018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183/250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की प्राक्कलन समिति 'क' (Estimates Committee A) के नियंत्रणाधीन निम्नलिखित में से कौन-सा विभाग नहीं आता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सार्वजनिक निर्माण विभाग (PWD)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गृह विभाग (Home Department)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सिंचाई एवं जल संसाधन विभाग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शिक्षा विभाग (Education Department)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499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184/250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शिक्षा विभाग (Education Department)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सार्वजनिक निर्माण विभाग (PWD)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गृह विभाग (Home Department)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सिंचाई एवं जल संसाधन विभाग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विधानसभा के प्रक्रिया नियमों के तहत 4 वित्तीय समितियों में से प्राक्कलन समिति 'क' बुनियादी ढांचे, पुलिस, गृह, जेल, लोक निर्माण, सिंचाई और ऊर्जा विभागों के बजट प्राक्कलनों की जांच करती है। जबकि 'शिक्षा विभाग', चिकित्सा व स्वास्थ्य, समाज कल्याण, कृषि तथा ग्रामीण विकास विभाग प्राक्कलन समिति 'ख' (Estimates Committee B) के नियंत्रणाधीन आते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499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184/250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अध्यक्ष (Speaker) के अधिकारों एवं शक्तियों के संदर्भ में निम्नलिखित कथनों पर विचार कीजिए: A. कोई विधेयक धन विधेयक (Money Bill) है या नहीं, इसका अंतिम निर्णय करने का अधिकार केवल विधानसभा अध्यक्ष को है। B. किसी विषय पर पक्ष और विपक्ष में बराबर मत (Tie) होने की दशा में अध्यक्ष अपना निर्णायक मत (Casting Vote) देता है। C. संविधान की 10वीं अनुसूची (दल-बदल विरोधी कानून) के तहत किसी सदस्य की अयोग्यता का निर्णय विधानसभा अध्यक्ष करता है। D. विधानसभा अध्यक्ष का निर्णय 'किहोटो होलोहन वाद (1992)' के अनुसार न्यायिक समीक्षा (Judicial Review) के अधीन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185/250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199(3) के अनुसार धन विधेयक के प्रमाणन का अनन्य अधिकार स्पीकर को है। अनुच्छेद 189(1) के अनुसार अध्यक्ष प्रथमतः मत नहीं देता, परंतु मत बराबर होने पर निर्णायक मत (Casting Vote) देता है। 52वें संशोधन (10वीं अनुसूची) के तहत दल-बदल अयोग्यता का निर्णय स्पीकर करता है। सुप्रीम कोर्ट के ऐतिहासिक 'किहोटो होलोहन वाद (1992)' में यह तय किया गया कि दल-बदल पर स्पीकर का फैसला एक अधिकरण (Tribunal) की तरह कार्य करता है, अतः यह हाईकोर्ट व सुप्रीम कोर्ट की न्यायिक समीक्षा के दायरे में आता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185/250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प्रमुख सत्रों एवं उनके आहूत किए जाने के नियमों का सही मिलान कीजिए: सूची-I: सूची-I: A. बजट सत्र (Budget Session) B. मानसून सत्र (Monsoon Session) C. शीतकालीन सत्र (Winter Session) D. विशेष सत्र (Special Session) सूची-II: 1. सामान्यतः जुलाई-अगस्त में आयोजित होने वाला विधायी सत्र 2. सामान्यतः फरवरी-मार्च में राज्यपाल के विशेष अभिभाषण से प्रारंभ होने वाला सत्र 3. सामान्यतः नवंबर-दिसम्बर में आयोजित होने वाला संक्षिप्त सत्र 4. किसी विशिष्ट राष्ट्रीय या राज्य स्तरीय अवसर पर राज्यपाल द्वारा आहूत सत्र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461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186/250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व्यवस्था में सामान्यतः वर्ष में 3 सत्र आयोजित होते हैं: 1. बजट सत्र (वर्ष का पहला सत्र, जिसमें राज्यपाल का अनुच्छेद 176 के तहत अभिभाषण और बजट प्रस्तुति होती है); 2. मानसून सत्र (वर्षाकालीन विधायी कामकाज); 3. शीतकालीन सत्र (वर्ष का अंतिम सत्र); तथा किसी संवैधानिक संशोधन अनुसमर्थन या आपात आवश्यकता पर विशेष सत्र आहूत किया जाता है।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461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186/250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उच्च न्यायालय की रिट अधिकारिता (अनुच्छेद 226) एवं उच्चतम न्यायालय की रिट अधिकारिता (अनुच्छेद 32) के तुलनात्मक अध्ययन पर विचार कीजिए: A. अनुच्छेद 32 के तहत उच्चतम न्यायालय केवल 'मूल अधिकारों' (Fundamental Rights) के प्रवर्तन हेतु रिट जारी कर सकता है। B. अनुच्छेद 226 के तहत उच्च न्यायालय मूल अधिकारों के साथ-साथ 'अन्य सामान्य कानूनी अधिकारों' के उल्लंघन पर भी रिट जारी कर सकता है। C. इस प्रकार रिट जारी करने के मामले में उच्च न्यायालय का क्षेत्राधिकार उच्चतम न्यायालय से अधिक विस्तृत (Wider) है। D. उच्च न्यायालय द्वारा बंदी प्रत्यक्षीकरण, परमादेश, प्रतिषेध, उत्प्रेषण और अधिकार-पृच्छा नामक 5 प्रकार की रिटें जारी की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942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187/250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32 (संवैधानिक उपचारों का अधिकार) केवल भाग 3 के मौलिक अधिकारों के हनन पर लागू होता है, जबकि अनुच्छेद 226 में "अन्य किसी प्रयोजन के लिए" शब्द शामिल हैं, जिसका अर्थ है कि हाईकोर्ट प्रशासनिक अन्याय और सामान्य कानूनी अधिकारों के उल्लंघन पर भी रिट जारी कर सकता है। दोनों अदालतें 5 प्रकार की रिटें (Habeas Corpus, Mandamus, Prohibition, Certiorari, Quo-Warranto) जारी करती हैं। अतः हाईकोर्ट का रिट दायरा सुप्रीम कोर्ट से व्यापक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942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187/250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उच्च न्यायालय के निम्नलिखित न्यायाधीशों में से कौन राजस्थान सरकार में राज्य मंत्री (Minister of State) के राजनीतिक पद पर भी आसीन रहे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मोहम्मद यामीन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सूरज नारायण डीडवानिया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फारूख हसन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यादराम मीणा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423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188/250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जस्टिस फारूख हसन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मोहम्मद यामीन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सूरज नारायण डीडवानिया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यादराम मीणा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जस्टिस फारूख हसन राजस्थान उच्च न्यायालय के पूर्व न्यायाधीश थे, जो न्यायिक सेवा में आने से पूर्व अथवा सेवानिवृत्ति के उपरांत सक्रिय राजनीति में रहे और राजस्थान सरकार में राज्य मंत्री के पद पर भी आसीन रहे थे। यह राजस्थान के न्यायिक-राजनीतिक इतिहास का एक अनूठा तथ्य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423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188/250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प्रशासन में उपखंड अधिकारी (Sub-Divisional Magistrate - SDM) के कार्यों एवं शक्तियों के संदर्भ में निम्नलिखित कथनों पर विचार कीजिए: A. SDM उपखंड (Sub-Division) स्तर पर जिला कलेक्टर के मुख्य प्रतिनिधि के रूप में कार्य करता है। B. वह दंड प्रक्रिया संहिता (CrPC / BNSS) के तहत उपखंड दंडाधिकारी (Executive Magistrate) के रूप में शांति व्यवस्था बनाए रखने हेतु धारा 144 आदि लागू कर सकता है। C. राजस्थान काश्तकारी अधिनियम और भू-राजस्व अधिनियम के तहत वह सहायक कलेक्टर (Assistant Collector) के रूप में राजस्व मुकदमों की सुनवाई करता है। D. उपखंड स्तर पर आपदा राहत, चुनाव संचालन और विकास कार्यक्रमों का समन्वय SDM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904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189/250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उपखंड अधिकारी (SDO/SDM - सामान्यतः आरएएस या प्रशिक्षु आईएएस अधिकारी) जिला प्रशासन की रीढ़ है। वह तहसीलदारों और पटवारियों के कार्यों का पर्यवेक्षण करता है, राजस्व अपीलों व नामांतरण विवादों का निस्तारण करता है, चुनाव में सहायक निर्वाचन अधिकारी (AERO) बनता है और मजिस्ट्रेट के रूप में कानून-व्यवस्था बनाए रखता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904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189/250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जिला प्रशासन के प्रमुख अधिकारियों एवं उनके पदीय दायित्वों का सही मिलान कीजिए: सूची-I: सूची-I: A. अतिरिक्त जिला कलेक्टर (ADM) B. उपखंड अधिकारी (SDO/SDM) C. तहसीलदार D. पटवारी सूची-II: 1. तहसील स्तर पर राजस्व वसूली एवं कार्यपालक मजिस्ट्रेट 2. ग्राम स्तर पर गिरदावरी, खसरा व भू-अभिलेख संधारण 3. जिला कलेक्टर की प्रशासनिक सहायता व प्रोटोकॉल प्रबंधन 4. उपखंड स्तर पर प्रशासनिक व राजस्व नियंत्रण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190/250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ADM जिला मुख्यालय पर कलेक्टर के कार्यभार को साझा करता है; SDO उपखंड का प्रशासनिक मुखिया होता है; तहसीलदार तहसील में राजस्व प्रशासन का प्रभारी होता है; और पटवारी ग्राम पंचायत स्तर पर जमीन के नक्शे, खतौनी और फसल खराबे की रिपोर्ट तैयार करता है। अतः सही सुमेलन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190/250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अधिनियम, 1994 के तहत ग्राम विकास अधिकारी (VDO) के कर्तव्यों एवं उत्तरदायित्वों पर विचार कीजिए: A. VDO ग्राम पंचायत का पदेन सचिव (Ex-officio Secretary) होता है तथा ग्राम पंचायत के अभिलेखों और रोकड़ बही (Cash Book) का संधारण करता है। B. ग्राम सभा और ग्राम पंचायत की बैठकों का नोटिस जारी करना तथा बैठकों का कार्यवृत्त (Minutes) लिखना VDO का दायित्व है। C. ग्राम पंचायत निधि से राशि का आहरण सरपंच और VDO के संयुक्त हस्ताक्षरों से ही किया जा सकता है। D. VDO राज्य सरकार के विभिन्न विभागों की ग्रामीण योजनाओं के मैदानी क्रियान्वयन हेतु समन्वय अधिकारी के रूप में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866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191/250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 विकास अधिकारी (पूर्व में ग्राम सेवक) ग्राम पंचायत का मुख्य सरकारी कर्मचारी होता है। वह ग्राम पंचायत के समस्त वित्तीय लेन-देन, बिल, वाउचर और कैश बुक का रिकॉर्ड रखता है। धारा 84 के तहत पंचायत खाते से चेक जारी करने पर सरपंच और सचिव दोनों के संयुक्त हस्ताक्षर अनिवार्य होते हैं। बैठकों का एजेंडा तैयार करना और निर्णयों को पोर्टल पर दर्ज करना भी इसका दायित्व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866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191/250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73वें संविधान संशोधन अधिनियम, 1992 के अंतर्गत 11वीं अनुसूची में शामिल निम्नलिखित में से कौन-सा विषय पंचायतों के 29 विषयों की सूची में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लघु सिंचाई, जल प्रबंधन और जलछाजन (वाटरशेड) विकास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पशुपालन, दुग्ध उद्योग और कुक्कुट पालन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तकनीकी प्रशिक्षण और व्यावसायिक शिक्षा</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प्रमुख बंदरगाह, रेलवे और राष्ट्रीय राजमार्ग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347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192/250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प्रमुख बंदरगाह, रेलवे और राष्ट्रीय राजमार्ग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लघु सिंचाई, जल प्रबंधन और जलछाजन (वाटरशेड) विकास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पशुपालन, दुग्ध उद्योग और कुक्कुट पालन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तकनीकी प्रशिक्षण और व्यावसायिक शिक्षा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11वीं अनुसूची के 29 विषयों में ग्रामीण जीवन से जुड़े विषय जैसे-कृषि, भूमि सुधार, लघु सिंचाई, पशुपालन, मत्स्य उद्योग, सामाजिक वानिकी, लघु वनोपज, खादी/ग्रामोद्योग, ग्रामीण आवास, पेयजल, सड़कें/पुलिया, ग्रामीण विद्युतीकरण, प्राथमिक व माध्यमिक शिक्षा, तकनीकी प्रशिक्षण, पुस्तकालय, बाजार/मेले, स्वास्थ्य/स्वच्छता, महिला व बाल विकास, और समाज कल्याण शामिल हैं। रेलवे, राष्ट्रीय राजमार्ग और प्रमुख बंदरगाह केंद्र सूची (Union List) के विषय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347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192/250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संस्थाओं में वित्तीय संसाधनों एवं कराधान (Taxation) की शक्तियों पर विचार कीजिए: A. अधिनियम की धारा 63 के तहत ग्राम पंचायत अपने क्षेत्र में भवनों, वाहनों, मेलों और हाट-बाजारों पर कर लगा सकती है। B. पंचायत किसी सार्वजनिक उपयोगिता के निर्माण कार्य हेतु वयस्क निवासियों पर विशेष कर लगा सकती है। C. जो व्यक्ति कर के बदले स्वैच्छिक श्रम (Shramdaan) करता है, उसे पंचायत विशेष कर से छूट दे सकती है। D. राज्य वित्त आयोग की सिफारिश पर राज्य सरकार पंचायतों को कर राजस्व में से सहायता अनुदान (Grants-in-Aid)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828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193/250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1994 की धारा 63 से 68 तक पंचायतों के वित्तीय संसाधनों का उल्लेख है। ग्राम पंचायत को स्थानीय हाट, भवन निर्माण व मेलों पर टैक्स लगाने का अधिकार है। धारा 66 के अनुसार सार्वजनिक कल्याण कार्यों हेतु कर अधिरोपित किया जा सकता है और श्रमदान करने वालों को इसमें छूट दी जा सकती है। राज्य वित्त आयोग की अनुशंसा पर राज्य के शुद्ध कर राजस्व का 7.182% हिस्सा स्थानीय निकायों (पंचायतों व नगरपालिकाओं) को हस्तांतरित किया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828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193/250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15वीं और 16वीं विधानसभा के प्रमुख राजनीतिक व सांख्यिकीय तथ्यों का सही मिलान कीजिए: सूची-I: सूची-I: A. 15वीं विधानसभा में निर्वाचित कुल महिला विधायकों की संख्या B. 16वीं विधानसभा (दिसम्बर 202 C. 16वीं विधानसभा में विधानसभा अध्यक्ष (Speaker) D. 16वीं विधानसभा में नेता प्रतिपक्ष (LoP) सूची-II: 3. में प्रोटेम स्पीकर 1. श्री कालीचरण सराफ 2. श्री वासुदेव देवनानी 3. श्री टीकाराम जूली 4. कुल 27 महिला विधायक (उपचुनावों सहित)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309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194/250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B-1, C-2,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15वीं विधानसभा में महिला विधायकों की संख्या बढ़कर 27 हो गई थी। 16वीं विधानसभा (दिसम्बर 2023) के गठन पर वरिष्ठतम विधायक श्री कालीचरण सराफ प्रोटेम स्पीकर बने; अजमेर उत्तर से विधायक श्री वासुदेव देवनानी निर्विरोध 17वें विधानसभा अध्यक्ष चुने गए; तथा अलवर ग्रामीण से विधायक श्री टीकाराम जूली कांग्रेस दल की ओर से नेता प्रतिपक्ष बने। अतः सही सुमेलन A-4, B-1, C-2,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309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194/250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शासन सचिवालय में 'सेल सिस्टम' (Cell System) एवं प्रशासनिक सुधारों के संदर्भ में निम्नलिखित कथनों पर विचार कीजिए: A. सेल सिस्टम का उद्देश्य फाइलों के अनावश्यक स्तरों को कम करके निर्णयों में त्वरित गति लाना था। B. 1969 की सचिवालय पुनर्गठन समिति ने सेल सिस्टम के प्रभावों का अध्ययन किया था। C. सेल सिस्टम में लिपिकीय स्तर के बजाय सीधे अनुभाग अधिकारी और उप-सचिव स्तर पर फाइलों का परीक्षण किया जाता है। D. राजस्थान में प्रशासनिक सुधारों हेतु समय-समय पर हरिश्चंद्र माथुर लोक प्रशासन संस्थान (HCM-RIPA, जयपुर) द्वारा प्रशिक्षण प्रदान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195/250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शासन सचिवालय में लालफीताशाही (Red Tapism) को समाप्त करने हेतु 'सेल सिस्टम' (Cell System / Desk Officer System) अपनाया गया जिसमें निचले स्तर के 4-5 चरणों को हटाकर सीधे वरिष्ठ अधिकारियों द्वारा फाइलों का निस्तारण किया जाता है। 1969 की मोहन मुखर्जी समिति ने इसकी समीक्षा की थी। राज्य के प्रशासनिक अधिकारियों व कर्मचारियों के क्षमता संवर्धन हेतु 1957 में स्थापित 'हरिश्चंद्र माथुर राजस्थान राज्य लोक प्रशासन संस्थान' (HCM-RIPA) शीर्ष प्रशिक्षण अकादमी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195/250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संभागीय आयुक्त (Divisional Commissioner) के पद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संभागीय आयुक्त संभाग में राज्य सरकार की आंख, कान और भुजा के रूप में कार्य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संभाग के जिला कलेक्टरों और पुलिस महानिरीक्षकों के मध्य समन्वय स्थापित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संभागीय आयुक्त को जिले में राजस्व न्यायालयों के प्रथम अपीलीय प्राधिकारी के रूप में अधिकार प्राप्त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संभागीय आयुक्त जिले में विधायकों और सांसदों के विरुद्ध अनुशासनात्मक कार्रवाई कर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270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196/250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संभागीय आयुक्त जिले में विधायकों और सांसदों के विरुद्ध अनुशासनात्मक कार्रवाई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संभागीय आयुक्त संभाग में राज्य सरकार की आंख, कान और भुजा के रूप में कार्य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संभाग के जिला कलेक्टरों और पुलिस महानिरीक्षकों के मध्य समन्वय स्थापित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संभागीय आयुक्त को जिले में राजस्व न्यायालयों के प्रथम अपीलीय प्राधिकारी के रूप में अधिकार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संभागीय आयुक्त एक वरिष्ठ आईएएस अधिकारी (प्रमुख सचिव रैंक) होता है जो संभाग के सभी जिलों के विकास कार्यों की समीक्षा, कानून-व्यवस्था समन्वय, आपदा प्रबंधन और राजस्व निगरानी करता है। वह जिले के अधिकारियों का वार्षिक कार्य मूल्यांकन (APAR) लिखता है। परंतु विधायकों और सांसदों के विरुद्ध अनुशासनात्मक कार्रवाई का अधिकार केवल विधानसभा अध्यक्ष और संसद के पास है, किसी नौकरशाह के पास नहीं। अतः विकल्प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270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196/250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संविधान (अनुच्छेद 368) के तहत संविधान संशोधन के अनुसमर्थन (Ratification) की प्रक्रिया पर विचार कीजिए: A. जब संसद के दोनों सदनों द्वारा विशेष बहुमत से पारित ऐसा संविधान संशोधन विधेयक जो राज्यों से संबंधित हो, विधानसभा को प्राप्त होता है, तो अध्यक्ष उसे सदन के पटल पर रखता है। B. विधानसभा इसे साधारण बहुमत से संकल्प पारित करके अनुसमर्थन दे सकती है या अस्वीकार कर सकती है। C. विधानसभा प्रमुख शासन सचिव इसकी एक प्रति राज्य सरकार को प्रेषित करता है। D. अनुसमर्थन के संकल्प पर कोई भी संशोधन प्रस्तुत नहीं किया जा सकता; सदन को इसे पूर्णतः स्वीकार या अस्वीकार करना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751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197/250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368(2) के परंतुक के अनुसार संघीय ढांचे, राष्ट्रपति चुनाव, न्यायपालिका या सातवीं अनुसूची में संशोधन हेतु कम से कम आधे राज्यों के विधानमंडलों का अनुसमर्थन अनिवार्य है। राजस्थान विधानसभा नियमों के तहत जब संसद से ऐसा संदेश प्राप्त होता है, तो अध्यक्ष सदन को सूचित करता है। सदन में केवल 'हाँ' या 'ना' का संकल्प रखा जाता है; राज्य विधानसभा संसद द्वारा पारित संशोधन में कोई फेरबदल या उप-संशोधन नहीं कर सकती।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751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197/250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कार्यप्रणाली से जुड़े प्रमुख शब्दों एवं उनकी परिभाषाओं का सही मिलान कीजिए: सूची-I: सूची-I: A. आहूत करना (Summoning) B. सत्रावसान (Prorogation) C. स्थगन (Adjournment) D. विघटन (Dissolution) सूची-II: 1. विधानसभा अध्यक्ष द्वारा सदन की बैठक को कुछ घंटों, दिनों या अनिश्चितकाल (Sine Die) हेतु रोकना 2. राज्यपाल द्वारा सदन के पूरे सत्र (Session) की विधिवत समाप्ति की घोषणा 3. राज्यपाल द्वारा मंत्रिपरिषद की सलाह पर विधानसभा के 5 वर्षीय जीवनकाल की औपचारिक समाप्ति 4. राज्यपाल द्वारा विधानसभा का नया सत्र प्रारंभ करने हेतु सदस्यों को बैठक का बुलावा</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232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198/250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आहूत करना (Summon) राज्यपाल का अधिकार है (अनुच्छेद 174); सत्रावसान (Prorogation) भी राज्यपाल द्वारा सत्र की समाप्ति की औपचारिक घोषणा है; स्थगन (Adjournment) केवल सदन के पीठासीन अधिकारी (Speaker) का अधिकार है जो बैठक को कुछ समय या अनिश्चितकाल (Sine die) के लिए स्थगित करता है; और विघटन (Dissolution) राज्यपाल द्वारा सदन को पूरी तरह समाप्त करना है जिसके बाद नए चुनाव होते हैं। अतः सही सुमेलन A-4, B-2,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232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198/250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महाधिवक्ता (Advocate General) के संवैधानिक पद एवं भूमिका के संदर्भ में निम्नलिखित कथनों पर विचार कीजिए: A. संविधान के अनुच्छेद 165 के तहत राज्यपाल द्वारा उच्च न्यायालय का न्यायाधीश बनने की योग्यता रखने वाले व्यक्ति को महाधिवक्ता नियुक्त किया जाता है। B. महाधिवक्ता राज्य सरकार का सर्वोच्च विधिक अधिकारी (First Law Officer) होता है। C. अनुच्छेद 177 के अनुसार महाधिवक्ता को राज्य विधानसभा की कार्यवाहियों और समितियों में बोलने तथा भाग लेने का अधिकार है, परंतु मत (Vote) देने का अधिकार नहीं है। D. महाधिवक्ता का पारिश्रमिक राज्यपाल द्वारा निर्धारित किया जाता है तथा वह राज्यपाल के प्रसादपर्यंत पद धारण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713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199/250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165 के तहत महाधिवक्ता राज्य सरकार को विधिक सलाह देता है और उच्च न्यायालय व सुप्रीम कोर्ट में राज्य सरकार का प्रतिनिधित्व करता है। अनुच्छेद 177 उसे विधानसभा में उपस्थित होने और बोलने का अधिकार देता है लेकिन वह मतदान नहीं कर सकता क्योंकि वह सदन का सदस्य नहीं होता। उसका वेतन/पारिश्रमिक संविधान में निर्धारित नहीं है, बल्कि राज्यपाल द्वारा तय किया जाता है। सरकार बदलने पर सामान्यतः महाधिवक्ता त्यागपत्र दे देता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713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199/250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उच्च न्यायालय के मुख्य न्यायाधीश के पद पर कार्य करने वाले निम्नलिखित में से किस मुख्य न्यायाधीश का कार्यकाल सबसे छोटा (लगभग 2 माह)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एस.एस. शिंदे (S.S. Shinde)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अकील कुरैशी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पंकज मिथल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ऑगस्टीन जॉर्ज मसीह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200/250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एस.एस. शिंदे (S.S. Shinde)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अकील कुरैशी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पंकज मिथल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ऑगस्टीन जॉर्ज मसीह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न्यायमूर्ति संभाजी शिवाजी शिंदे (S.S. Shinde) ने 21 जून 2022 को राजस्थान हाईकोर्ट के मुख्य न्यायाधीश का पद संभाला था और वे 1 अगस्त 2022 को 62 वर्ष की आयु पूर्ण कर सेवानिवृत्त हो गए। उनका कार्यकाल मात्र 42 दिन (लगभग डेढ़ माह) का रहा जो राजस्थान उच्च न्यायालय के मुख्य न्यायाधीशों में सबसे छोटे कार्यकालों में से एक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200/250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मुख्यमंत्री एवं मुख्य सचिव के त्रिकोणीय प्रशासनिक समन्वय के संदर्भ में निम्नलिखित कथनों पर विचार कीजिए: A. राज्यपाल राज्य का संवैधानिक (नाममात्र का) प्रमुख होता है, मुख्यमंत्री वास्तविक राजनीतिक प्रमुख होता है, तथा मुख्य सचिव प्रशासनिक प्रमुख होता है। B. संविधान के अनुच्छेद 167 के तहत मुख्यमंत्री राज्यपाल और मंत्रिपरिषद के बीच संपर्क सूत्र (Channel of Communication) की भूमिका निभाता है। C. मुख्य सचिव राज्य प्रशासन के सभी नीतिगत निर्णयों के क्रियान्वयन की निगरानी करता है और मुख्यमंत्री का सर्वोच्च सलाहकार होता है। D. राजस्थान सरकार की कार्यविधि नियमावली के अनुसार नीतिगत मामलों में प्रभारी मंत्री, मुख्यमंत्री और मुख्य सचिव के माध्यम से ही राज्यपाल को पत्रावली भेजी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675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201/250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कार्यप्रणाली में राज्य प्रशासन का सुचारू संचालन तीन धुरियों पर निर्भर करता है: 1. राज्यपाल (संवैधानिक प्रधान - डी जुरे); 2. मुख्यमंत्री (लोकतांत्रिक शासनाध्यक्ष - डी फैक्टो); 3. मुख्य सचिव (स्थायी कार्यपालिका का शीर्ष समन्वयक)। अनुच्छेद 167 के तहत मुख्यमंत्री कैबिनेट के निर्णयों को राज्यपाल तक पहुँचाने का सेतु है। मुख्य सचिव सभी विभागों के सचिवों और फील्ड एजेंसियों के मध्य समन्वय सुनिश्चित करता है। कार्य संचालन नियमों के अनुसार कोई भी गंभीर नीतिगत फाइल मुख्य सचिव और मुख्यमंत्री के माध्यम से ही राज्यपाल के पास प्रस्तुत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675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201/250</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विभिन्न प्रशासनिक प्रशिक्षण संस्थाओं एवं उनके मुख्यालयों का सही मिलान कीजिए: सूची-I (प्रशिक्षण संस्थान): सूची-I: A. हरिश्चंद्र माथुर राजस्थान राज्य लोक प्रशासन संस्थान (HCM-RIPA) B. राजस्थान पुलिस अकादमी (RPA) C. राजस्व अनुसंधान एवं प्रशिक्षण संस्थान (RTI) D. इंदिरा गांधी पंचायती राज एवं ग्रामीण विकास संस्थान (IGPRGVD) सूची-II: 1. अजमेर 2. जयपुर (जवाहरलाल नेहरू मार्ग) 3. जयपुर (नेहरू नगर, पानीपेच) 4. जयपुर (जेएलएन मार्ग)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156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202/250</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HCM-RIPA (जयपुर) राज्य Civil सेवा (RAS/RPS/अधीनस्थ सेवाओं) के अधिकारियों का शीर्ष प्रशिक्षण केंद्र है; RPA (जयपुर) राजस्थान पुलिस सेवा और पुलिस उप-निरीक्षकों की प्रशिक्षण अकादमी है; राजस्व अनुसंधान एवं प्रशिक्षण संस्थान (अजमेर) तहसीलदारों, नायब तहसीलदारों और राजस्व कार्मिकों को प्रशिक्षित करता है; तथा IGPRGVD (जयपुर) पंचायती राज प्रतिनिधियों व VDOs के क्षमता संवर्धन का संस्थान है। अतः सही सुमेलन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156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202/250</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लोकायुक्त संस्था को अधिक प्रभावी बनाने हेतु गठित समितियों एवं उनके सुझावों पर विचार कीजिए: A. वर्ष 2014 में न्यायमूर्ति नरपत मल लोढ़ा की अध्यक्षता में राजस्थान लोकायुक्त प्रणाली में सुधार हेतु उच्चस्तरीय समिति गठित की गई थी। B. लोढ़ा समिति ने मुख्यमंत्री को भी कुछ सुरक्षा उपायों के साथ लोकायुक्त के दायरे में लाने की सिफारिश की थी। C. समिति ने लोकायुक्त को स्वतः संज्ञान (Suo Motu) लेने तथा स्वतंत्र अभियोजन (Prosecution) विंग देने का सुझाव दिया था। D. द्वितीय प्रशासनिक सुधार आयोग (ARC-II) ने भी लोकायुक्त को वित्तीय एवं प्रशासनिक स्वायत्तता प्रदान करने की अनुशंसा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637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203/250</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लोकायुक्त संस्था को दांत और नाखून (Teeth and Claws) प्रदान करने के लिए 2014 में पूर्व महाधिवक्ता न्यायमूर्ति नरपत मल लोढ़ा समिति का गठन किया गया था। समिति ने अपनी रिपोर्ट में लोकायुक्त का दायरा बढ़ाने, उसे स्वतः संज्ञान लेने की शक्ति देने, जांच के बाद सीधे अभियोजन स्वीकृति का अधिकार देने और स्टाफ की स्वायत्तता की मजबूत सिफारिशें की थीं। द्वितीय प्रशासनिक सुधार आयोग (वीरप्पा मोइली आयोग) ने भी राज्य लोकायुक्तों को राष्ट्रीय लोकपाल के समान सशक्त बनाने की सिफारिश की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637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203/250</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उच्च न्यायालय की जोधपुर मुख्य पीठ और जयपुर पीठ के मध्य विभिन्न जिलों के क्षेत्राधिकार आवंटन के संदर्भ में कौन-सा जिला जयपुर पीठ के अंतर्गत नहीं आता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भीलवाड़ा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चित्तौड़गढ़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118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204/250</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चित्तौड़गढ़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उच्च न्यायालय के क्षेत्राधिकार विभाजन के अनुसार: जोधपुर मुख्य पीठ के अधीन पश्चिमी, दक्षिणी और मरुस्थलीय जिले (जैसे जोधपुर, बीकानेर, जैसलमेर, बाड़मेर, उदयपुर, चित्तौड़गढ़, पाली, सिरोही, जालोर, डूंगरपुर, बांसवाड़ा, राजसमंद, चूरू, श्रीगंगानगर, हनुमानगढ़ आदि) आते हैं। जबकि जयपुर पीठ के अधीन पूर्वी व मध्य राजस्थान के 17 जिले (जैसे जयपुर, दौसा, सीकर, झुंझुनूं, अलवर, भरतपुर, धौलपुर, करौली, सवाई माधोपुर, अजमेर, टोंक, भीलवाड़ा, कोटा, बूंदी, बारां, झालावाड़ आदि) आते हैं। चित्तौड़गढ़ जिला जोधपुर मुख्य पीठ के अधिकार क्षेत्र में आता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118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204/250</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पंचायती राज संस्थाओं में शैक्षणिक योग्यताओं के ऐतिहासिक संशोधन एवं उनकी समाप्ति पर विचार कीजिए: A. वर्ष 2015 में राजस्थान पंचायती राज (संशोधन) अधिनियम द्वारा सरपंच पद हेतु 8वीं पास (अनुसूचित क्षेत्रों में 5वीं पास) तथा जिला परिषद/पंचायत समिति सदस्यों हेतु 10वीं पास की अनिवार्य शैक्षणिक योग्यता लागू की गई थी। B. इसके साथ ही घर में क्रियाशील स्वच्छ शौचालय होना भी चुनाव लड़ने की अनिवार्य शर्त बनाया गया था। C. वर्ष 2019 में राजस्थान पंचायती राज (संशोधन) अधिनियम द्वारा शैक्षणिक योग्यता की इस अनिवार्य शर्त को पूर्णतः समाप्त कर दिया गया। D. घर में शौचालय होने तथा खुले में शौच न करने की शर्त आज भी पंचायती राज चुनावों में अनिवार्य बनी हुई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205/250</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2015 में वसुंधरा राजे सरकार द्वारा पंचायतों में शैक्षिक योग्यता लागू की गई थी, जिसे 2019 में अशोक गहलोत मंत्रिमंडल ने यह तर्क देते हुए समाप्त कर दिया कि लोकतंत्र में किसी भी नागरिक को केवल औपचारिक शिक्षा के अभाव में चुनाव लड़ने से वंचित नहीं किया जाना चाहिए। परंतु स्वच्छ भारत अभियान के तहत घर में क्रियाशील शौचालय होने की विधिक शर्त आज भी यथावत अनिवार्य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205/250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आयोगों एवं उनके प्रथम अध्यक्षों का सही मिलान कीजिए: सूची-I (आयोग/संस्था): सूची-I: A. राजस्थान लोक सेवा आयोग (RPSC) B. राजस्थान राज्य निर्वाचन आयोग (SEC) C. राजस्थान राज्य मानवाधिकार आयोग (SHRC) D. राजस्थान राज्य सूचना आयोग (SIC) सूची-II: 1. श्री अमर सिंह राठौड़ 2. न्यायमूर्ति एस.के. घोष 3. श्री एम.डी. कोरानी 4. न्यायमूर्ति कांता भटनागर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080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206/250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1949 में RPSC के प्रथम अध्यक्ष न्यायमूर्ति एस.के. घोष बने; 1994 में राज्य निर्वाचन आयोग के प्रथम आयुक्त अमर सिंह राठौड़ बने; 2000 में राज्य मानवाधिकार आयोग की प्रथम अध्यक्ष न्यायमूर्ति कांता भटनागर बनीं; और 2006 में राज्य सूचना आयोग के प्रथम मुख्य सूचना आयुक्त एम.डी. कोरानी बने।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080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206/250</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कोरम (गणपूर्ति), मतदान एवं कार्यवाहियों के प्रकाशन के संदर्भ में निम्नलिखित कथनों पर विचार कीजिए: A. विधानसभा की बैठक के दौरान यदि किसी समय कोरम (कम से कम 20 सदस्य) न हो, तो अध्यक्ष का कर्तव्य है कि वह सदन को स्थगित कर दे या घंटी बजाए। B. विधानसभा के समक्ष सभी प्रश्नों का अवधारण उपस्थित और मत देने वाले सदस्यों के बहुमत से किया जाता है। C. संविधान के अनुच्छेद 361-क (44वें संशोधन द्वारा जोड़ा गया) के तहत संसद या विधानसभा की कार्यवाहियों की सत्य रिपोर्ट को समाचार पत्रों में प्रकाशित करने पर संरक्षण प्राप्त है। D. यदि कोई व्यक्ति सदन की अनुमति के बिना या निरर्हित होते हुए भी सदन में बैठता या मतदान करता है, तो उस पर प्रतिदिन ₹500 की शास्ति (अनुच्छेद 193) लगाई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561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207/250</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189(4) के अनुसार कोरम न होने पर पीठासीन अधिकारी कार्यवाही रोक देता है। अनुच्छेद 189(1) के अनुसार सामान्य निर्णय साधारण बहुमत से होते हैं। 44वें संशोधन 1978 द्वारा अनुच्छेद 361-क अंतःस्थापित कर मीडिया को संसदीय कार्यवाहियों के निष्पक्ष प्रकाशन हेतु दीवानी व दांडिक मुकदमों से पूर्ण संरक्षण दिया गया। अनुच्छेद 193 के तहत बिना शपथ लिए या अयोग्य होते हुए सदन में बैठने पर ₹500 प्रतिदिन का जुर्माना देय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561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207/250</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में नगर निगम (Municipal Corporation) की स्थापना हेतु निम्नलिखित में से कौन-सा जनसंख्या एवं वित्तीय मानक सामान्यतः आधार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लाख से अधिक जनसंख्या तथा ₹10 करोड़ से अधिक की वार्षिक आय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 लाख से अधिक जनसंख्या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50,000 से अधिक जनसंख्या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जिला मुख्यालय 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042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208/250</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5 लाख से अधिक जनसंख्या तथा ₹10 करोड़ से अधिक की वार्षिक आय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लाख से अधिक जनसंख्या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50,000 से अधिक जनसंख्या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जिला मुख्यालय 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74वें संविधान संशोधन और राजस्थान नगरपालिका अधिनियम 2009 के तहत वृहत्तर नगरीय क्षेत्र को नगर निगम घोषित करने हेतु न्यूनतम 5 लाख की जनसंख्या तथा स्थानीय राजस्व से पर्याप्त वित्तीय आत्मनिर्भरता (सामान्यतः ₹10 करोड़ से अधिक वार्षिक आय) का मानक रखा गया है। वर्तमान में राजस्थान में 10 से अधिक नगर निगम कार्यरत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042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208/250</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मुख्यमंत्री के रूप में श्री अशोक गहलोत के तीनों कार्यकालों की ऐतिहासिक उपलब्धियों एवं निर्णयों पर विचार कीजिए: A. प्रथम कार्यकाल (1998-2003): भीषण अकाल प्रबंधन, सूचना का अधिकार (RTI) कानून लागू करने वाला देश का पहला राज्य बनना (2000)। B. द्वितीय कार्यकाल (2008-2013): मुख्यमंत्री निःशुल्क दवा योजना (2 अक्टूबर 2011) तथा निःशुल्क जांच योजना का ऐतिहासिक प्रारंभ। C. तृतीय कार्यकाल (2018-2023): मुख्यमंत्री चिरंजीवी स्वास्थ्य बीमा योजना (2021) तथा पुरानी पेंशन योजना (OPS) की बहाली। D. वे तीनों कार्यकालों में राजस्थान के वित्त मंत्री भी रहे और उन्होंने वर्ष 2022 में राजस्थान का पहला पृथक 'कृषि बजट' पेश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523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209/250</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अशोक गहलोत का मुख्यमंत्री के रूप में 15 वर्ष का कार्यकाल जन-कल्याणकारी सामाजिक सुरक्षा योजनाओं हेतु जाना जाता है। 2000 में अरुणा रॉय के आंदोलन के बाद राजस्थान ने देश में सर्वप्रथम राज्य सूचना का अधिकार कानून बनाया। 2011 में शुरू हुई फ्री दवा योजना विश्व स्तर पर सराही गई। 2021 में चिरंजीवी स्वास्थ्य बीमा और 2022 में देश का पहला अलग 'कृषि बजट' (Agricultural Budget) प्रस्तुत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523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209/250</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प्रशासनिक व्यवस्था के विभिन्न स्तरों एवं उनके समन्वय तंत्र का सही मिलान कीजिए: सूची-I (प्रशासनिक स्तर): सूची-I: A. राज्य स्तर (State Level) B. संभाग स्तर (Divisional Level) C. जिला स्तर (District Level) D. उपखंड स्तर (Sub-Division Level) सूची-II: 1. संभागीय आयुक्त (Divisional Commissioner) 2. उपखंड मजिस्ट्रेट (SDM) 3. मुख्य सचिव (Chief Secretary) 4. जिला कलेक्टर एवं जिला मजिस्ट्रेट (DM)</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210/250</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राज्य स्तर पर प्रशासनिक समन्वय का सर्वोच्च केंद्र मुख्य सचिव है; संभाग स्तर पर 4 से 6 जिलों का समन्वयक संभागीय आयुक्त है; जिला स्तर पर संपूर्ण विकास व कानून-व्यवस्था का प्रभारी जिला कलेक्टर है; तथा उपखंड स्तर पर तहसील और गांवों के समन्वय का केंद्र एसडीएम (SDM) है। अतः सही सुमेलन A-3, B-1, C-4,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210/250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विश्वास प्रस्ताव (Confidence Motion) के इतिहास एवं ऐतिहासिक घटनाओं के संदर्भ में निम्नलिखित कथनों पर विचार कीजिए: A. राजस्थान विधानसभा के इतिहास में पहली बार विश्वास प्रस्ताव 1990 में श्री भैरोंसिंह शेखावत सरकार द्वारा लाया गया था। B. वर्ष 1993 में भाजपा की अल्पमत सरकार बनने पर श्री भैरोंसिंह शेखावत ने पुनः विश्वास मत हासिल किया था। C. वर्ष 2009 में श्री अशोक गहलोत सरकार ने विधानसभा में विश्वास प्रस्ताव प्रस्तुत कर बहुमत सिद्ध किया था। D. वर्ष 2020 के राजनीतिक संकट के समय श्री अशोक गहलोत मंत्रिमंडल द्वारा विधानसभा का विशेष सत्र बुलाकर विश्वास मत पारित कराया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485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211/250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विश्वास प्रस्ताव हमेशा सत्ता पक्ष द्वारा अपनी सरकार का निर्विवाद बहुमत सिद्ध करने के लिए लाया गया: 1990 में जनता दल के समर्थन वापसी के बाद भैरोंसिंह शेखावत ने निर्दलीयों के साथ बहुमत सिद्ध किया; 1993 में बाबरी विध्वंस के बाद पुनः चुनाव में शेखावत जी ने विश्वास मत जीता; 2009 में अशोक गहलोत ने बसपा विधायकों के विलय के समय विश्वास प्रस्ताव रखा; और अगस्त 2020 में सचिन पायलट प्रकरण के बाद गहलोत सरकार ने ध्वनिमत से विश्वास मत पारित कराया।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485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211/250</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पंचायती राज संस्थाओं के निर्वाचन के संदर्भ में 'निर्वाचन याचिका' (Election Petition) प्रस्तुत करने का अधिकार किसे है तथा यह किसके समक्ष प्रस्तुत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पराजित प्रत्याशी द्वारा - जिला न्यायाधीश के समक्ष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कोई भी मतदाता या प्रत्याशी - जिला न्यायाधीश / वरिष्ठ Civil न्यायाधीश के समक्ष</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संबंधित पार्टी के अध्यक्ष द्वारा - राज्य निर्वाचन आयोग के समक्ष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विकास अधिकारी द्वारा - संभागीय आयुक्त के समक्ष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966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212/250</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कोई भी मतदाता या प्रत्याशी - जिला न्यायाधीश / वरिष्ठ Civil न्यायाधीश के समक्ष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पराजित प्रत्याशी द्वारा - जिला न्यायाधीश के समक्ष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संबंधित पार्टी के अध्यक्ष द्वारा - राज्य निर्वाचन आयोग के समक्ष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विकास अधिकारी द्वारा - संभागीय आयुक्त के समक्ष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पंचायती राज अधिनियम 1994 की धारा 43 और राजस्थान पंचायती राज (निर्वाचन) नियम 1994 के अनुसार, पंचायती राज के किसी भी स्तर (सरपंच, पंच, प्रधान, जिला प्रमुख) के चुनाव में भ्रष्ट आचरण या अवैधता के आधार पर कोई भी मतदाता अथवा चुनाव लड़ने वाला उम्मीदवार परिणाम घोषित होने के 30 दिन के भीतर संबंधित जिले के जिला न्यायाधीश / वरिष्ठ Civil न्यायाधीश के समक्ष चुनाव याचिका दायर कर सकता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966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212/250</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सूचना आयोग (RIC) के निर्णयों एवं अपीलीय प्रक्रिया के संदर्भ में निम्नलिखित कथनों पर विचार कीजिए: A. RTI अधिनियम की धारा 19(1) के तहत प्रथम अपील 30 दिन के भीतर विभाग के प्रथम अपीलीय प्राधिकारी (FAA) को की जाती है। B. प्रथम अपीलीय अधिकारी के निर्णय से असंतुष्ट होने पर धारा 19(3) के तहत 90 दिन के भीतर राज्य सूचना आयोग में द्वितीय अपील की जाती है। C. राज्य सूचना आयोग को किसी भी कार्यालय के किसी भी सरकारी दस्तावेज का निरीक्षण करने और तलब करने की शक्ति प्राप्त है। D. राज्य सूचना आयोग किसी भी नागरिक को हुई क्षति हेतु लोक प्राधिकरण पर मुआवजा (Compensation) देने का आदेश पारित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447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213/250</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RTI कानून 2005 के तहत सूचना न मिलने पर 30 दिन में प्रथम अपील विभाग के वरिष्ठ अधिकारी के पास होती है। इसके बाद 90 दिनों में राज्य सूचना आयोग के पास द्वितीय अपील दायर होती है। आयोग Civil प्रक्रिया संहिता 1908 के तहत साक्ष्य ले सकता है, लोक प्राधिकारी को किसी सूचना का प्रकटीकरण करने, रिकॉर्ड सुधारने तथा नागरिक को हुई मानसिक या आर्थिक क्षति का मुआवजा देने का बाध्यकारी आदेश दे सकता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447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213/250</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मुख्यमंत्रियों एवं उनके मूल गृह जिलों का सही मिलान कीजिए: सूची-I (मुख्यमंत्री): सूची-I: A. श्री जयनारायण व्यास एवं श्री अशोक गहलोत B. श्री भैरोंसिंह शेखावत C. श्री हरिदेव जोशी D. श्री मोहनलाल सुखाड़िया सूची-II: 1. सीकर (खाचरियावास गाँव) 2. जोधपुर 3. बांसवाड़ा (खांदू गाँव) 4. उदयपुर (झालावाड़ में जन्म, कार्यक्षेत्र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928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214/250</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श्री जयनारायण व्यास 'शेर-ए-राजस्थान' और श्री अशोक गहलोत दोनों जोधपुर से हैं; श्री भैरोंसिंह शेखावत का पैतृक गांव खाचरियावास (सीकर जिला) था; श्री हरिदेव जोशी बांसवाड़ा के खांदू गांव के रहने वाले थे; और श्री मोहनलाल सुखाड़िया का कार्यक्षेत्र उदयपुर (मेवाड़) रहा। अतः सही सुमेलन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928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214/250</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लोकायुक्त के संदर्भ में 'सार्वजनिक उपक्रमों एवं स्वायत्तशासी संस्थाओं' के क्षेत्राधिकार पर विचार कीजिए: A. राजस्थान राज्य पथ परिवहन निगम (RSRTC) के अध्यक्ष और प्रबंध निदेशक लोकायुक्त के दायरे में आते हैं। B. राजस्थान आवासन मंडल (RHB) और रीको (RIICO) के अधिकारी लोकायुक्त के दायरे में आते हैं। C. राजस्थान राज्य विद्युत प्रसारण निगम तथा डिस्कॉम्स (Discoms) के अधिकारी लोकायुक्त के दायरे में आते हैं। D. राज्य के किसी भी सरकारी विश्वविद्यालय के कुलपति (VC) और कुलसचिव (Registrar) लोकायुक्त के दायरे में आते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215/250</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लोकायुक्त अधिनियम 1973 की धारा 2(घ) के अनुसार राज्य विधानमंडल के कानून द्वारा स्थापित सभी सांविधिक निगमों, सार्वजनिक उपक्रमों, सरकारी कंपनियों (जिनमें 51% से अधिक सरकारी हिस्सेदारी है), विकास प्राधिकरणों तथा राज्य पोषित विश्वविद्यालयों के कुलपति, रजिस्ट्रार और अधिकारी लोकायुक्त के जांच क्षेत्राधिकार में पूरी तरह शामिल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215/250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उच्च न्यायालय के मुख्य न्यायाधीश के पद पर सर्वाधिक लंबे समय (लगभग 7 वर्ष - 1951 से 1958) तक सेवा देने वाले मुख्य न्यायाधीश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न्यायमूर्ति कमलकांत वर्मा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न्यायमूर्ति कैलाशनाथ वांचू (K.N. Wanchoo)</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न्यायमूर्ति जे.एस. वर्मा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न्यायमूर्ति डी.एस. दवे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890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216/250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न्यायमूर्ति कैलाशनाथ वांचू (K.N. Wanchoo)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कमलकांत वर्मा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जे.एस. वर्मा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डी.एस. दवे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न्यायमूर्ति कैलाशनाथ वांचू (K.N. Wanchoo, ICS) 2 जनवरी 1951 से 10 अगस्त 1958 तक लगातार 7 वर्ष 7 माह तक राजस्थान उच्च न्यायालय के मुख्य न्यायाधीश रहे, जो राज्य के न्यायिक इतिहास में मुख्य न्यायाधीश का सबसे लंबा कार्यकाल है। बाद में वे 1967-1968 में भारत के मुख्य न्यायाधीश (CJI) भी बने।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890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216/250</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शासन सचिवालय में पत्रावलियों के निस्तारण एवं 'कार्य आवंटन नियम' (Rules of Business) के संदर्भ में निम्नलिखित कथनों पर विचार कीजिए: A. मुख्यमंत्री किसी भी समय किसी भी विभाग के किसी भी मामले से संबंधित पत्रावली को अपने अनुमोदन हेतु मंगा सकते हैं। B. मृत्युदंड प्राप्त व्यक्तियों की दया याचिका से संबंधित मामले आदेश जारी होने से पूर्व अनिवार्यतः मुख्यमंत्री और राज्यपाल को प्रस्तुत किए जाते हैं। C. गैर-सरकारी विधेयकों (Private Member's Bills) के संबंध में सरकार की नीति का निर्धारण कैबिनेट और मुख्यमंत्री द्वारा किया जाता है। D. निवारक निरोध (Preventive Detention) के तहत सलाहकार बोर्ड के गठन का मामला आदेश जारी होने से पूर्व मुख्यमंत्री को प्रस्तुत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371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217/250</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कार्यविधि नियम (Rules of Business) के अनुसार राज्य सुरक्षा, निवारक निरोध सलाहकार बोर्ड गठन (अनुच्छेद 22(4)), मृत्युदंड दया याचिकाएं, गैर-सरकारी विधेयकों पर सरकार का रुख, और न्यायिक नियुक्तियों से जुड़ी सभी अत्यंत संवेदनशील फाइलें विभागीय सचिव द्वारा सीधे आदेश जारी करने से पूर्व अनिवार्यतः मुख्यमंत्री और राज्यपाल के समक्ष अनुमोदन हेतु प्रस्तुत की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371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217/250</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प्रशासनिक व स्थानीय संस्थाओं के स्थापना अधिनियमों का सही मिलान कीजिए: सूची-I: सूची-I: A. राजस्थान पंचायती राज अधिनियम B. राजस्थान नगरपालिका अधिनियम C. राजस्थान लोकायुक्त तथा उप-लोकायुक्त अधिनियम D. सूचना का अधिकार अधिनियम सूची-II: 1. वर्ष 1973 (अधिनियम सं. 9) 2. वर्ष 1994 (अधिनियम सं. 13) 3. वर्ष 2009 (अधिनियम सं. 18) 4. वर्ष 2005 (केंद्रीय अधिनियम सं. 22)</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852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218/250</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पंचायती राज अधिनियम 1994 में बना (23 अप्रैल 1994 से लागू); राजस्थान नगरपालिका अधिनियम 2009 में बना (15 सितम्बर 2009 से लागू); राजस्थान लोकायुक्त अधिनियम 1973 में बना (3 फरवरी 1973 से लागू); और सूचना का अधिकार अधिनियम 2005 में संसद द्वारा बनाया गया (12 अक्टूबर 2005 से पूर्ण लागू)। अतः सही सुमेलन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852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218/250</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संवैधानिक स्थिति एवं 'संसदीय व्यवस्था' में उसकी वास्तविक कार्यप्रणाली पर विचार कीजिए: A. राज्यपाल राज्य की कार्यपालिका का संवैधानिक प्रमुख है जो मंत्रिपरिषद की 'सहायता और सलाह' (Aid and Advice) से कार्य करता है। B. 'शमशेर सिंह बनाम पंजाब राज्य (1974)' वाद में उच्चतम न्यायालय ने स्पष्ट किया कि राज्यपाल राष्ट्रपति की तरह ही एक संवैधानिक प्रमुख है। C. राज्यपाल अपने स्वविवेकी कृत्यों (जैसे त्रिशंकु विधानसभा में सरकार गठन या 356 की सिफारिश) को छोड़कर मंत्रिपरिषद की सलाह मानने को बाध्य है। D. राजस्थान में राज्यपाल केंद्र और राज्य के मध्य सहयोग, सौहार्द और संवैधानिक संतुलन की महत्वपूर्ण कड़ी के रूप में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333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219/250</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संविधान में वेस्टमिंस्टर संसदीय प्रणाली अपनाई गई है जहाँ राज्यपाल राज्य का संवैधानिक प्रधान है और वास्तविक कार्यकारी शक्तियां लोकतांत्रिक रूप से निर्वाचित मुख्यमंत्री और मंत्रिपरिषद में निहित हैं। शमशेर सिंह वाद (1974) और एस.आर. बोम्मई वाद (1994) में सुप्रीम कोर्ट ने व्यवस्था दी कि राज्यपाल केवल संवैधानिक प्रावधानों की रक्षा का प्रहरी है, वह कोई समानांतर सरकार नहीं चला सकता।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333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219/250</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में नगर निगम के 'महापौर' (Mayor) को पद से हटाने (Removal) की शक्ति निम्नलिखित में से किसके पास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सरकार के पास - आवश्यक न्यायिक जांच के उपरांत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नगर निगम के आयुक्त के पास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कलेक्टर के पास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नगर निगम के पार्षदों द्वारा अविश्वास प्रस्ताव 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220/250</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सरकार के पास - आवश्यक न्यायिक जांच के उपरांत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निगम के आयुक्त के पास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कलेक्टर के पास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नगर निगम के पार्षदों द्वारा अविश्वास प्रस्ताव 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नगरपालिका अधिनियम 2009 की धारा 39 के अनुसार यदि महापौर/सभापति अपने कर्तव्यों के निर्वहन में लगातार उपेक्षा, कदाचार या वित्तीय अनियमितता का दोषी पाया जाता है, तो राज्य सरकार किसी न्यायिक अधिकारी द्वारा जांच करवाकर और दोषी पाए जाने पर आदेश जारी कर उसे पद से हटा सकती है तथा 6 वर्ष हेतु चुनाव लड़ने से अयोग्य घोषित कर सकती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220/250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विभिन्न आयोगों के सदस्यों की बर्खास्तगी एवं महाभियोग के तुलनात्मक संवैधानिक प्रावधानों पर विचार कीजिए: A. RPSC के सदस्यों को केवल राष्ट्रपति द्वारा उच्चतम न्यायालय की जांच रिपोर्ट के आधार पर हटाया जा सकता है। B. राज्य मानवाधिकार आयोग के सदस्यों को भी राष्ट्रपति द्वारा उच्चतम न्यायालय की जांच रिपोर्ट पर ही हटाया जा सकता है। C. राज्य निर्वाचन आयुक्त को केवल उसी रीति और आधारों पर हटाया जा सकता है जिस रीति से उच्च न्यायालय के न्यायाधीश को हटाया जाता है। D. राज्य मुख्य सूचना आयुक्त को भी राष्ट्रपति द्वारा उच्चतम न्यायालय के निर्देश पर ही हटाया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295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221/250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संवैधानिक और सांविधिक स्वायत्तता की सुरक्षा हेतु इन चारों आयोगों के प्रमुखों को हटाने का अधिकार राज्य सरकार को न देकर निष्पक्ष न्यायिक प्रक्रिया से जोड़ा गया है: RPSC (अनुच्छेद 317) व मानवाधिकार आयोग (धारा 23) और सूचना आयोग (धारा 17) के सदस्यों को राष्ट्रपति सुप्रीम कोर्ट की रिपोर्ट पर हटाते हैं। राज्य निर्वाचन आयुक्त (अनुच्छेद 243K) को हटाने हेतु संसद द्वारा महाभियोग (अनुच्छेद 124(4)) की प्रक्रिया अपनानी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295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221/250</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बहसों एवं विधायी परंपराओं का सही मिलान कीजिए: सूची-I: सूची-I: A. धन्यवाद प्रस्ताव (Motion of Thanks) B. विनियोग विधेयक (Appropriation Bill) C. विशेषाधिकार हनन प्रस्ताव (Privilege Motion) D. ध्यानाकर्षण प्रस्ताव (Calling Attention) सूची-II: 1. सदन के किसी सदस्य या बाहरी व्यक्ति द्वारा विधानसभा की गरिमा को ठेस पहुँचाने पर 2. संचित निधि से राज्य सरकार को धन आहरण की वैधानिक स्वीकृति 3. राज्यपाल के अभिभाषण पर सरकार की नीतियों पर चर्चा व मतदान 4. किसी मंत्री का ध्यान अति आवश्यक सार्वजनिक विषय की ओर तुरंत आकर्षित करना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776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222/250</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राज्यपाल के अभिभाषण पर सरकार की नीतियों के समर्थन में धन्यवाद प्रस्ताव पारित होता है; संचित निधि से बजट राशि निकालने हेतु विनियोग विधेयक पास होता है; सदन के अधिकारों के उल्लंघन पर विशेषाधिकार प्रस्ताव आता है; और लोक महत्व के तात्कालिक मुद्दे पर मंत्री से जवाब लेने हेतु ध्यानाकर्षण प्रस्ताव आता है। अतः सही सुमेलन A-3, B-2,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776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222/250</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शासन सचिवालय में विभागों के बीच समन्वय एवं कार्य संचालन की प्रक्रिया के संदर्भ में निम्नलिखित कथनों पर विचार कीजिए: A. सचिवालय में प्रशासनिक सुधारों और नीतियों के निर्माण हेतु अंतर-विभागीय समन्वय का मुख्य दायित्व मुख्य सचिव का होता है। B. किसी भी नए नीतिगत प्रस्ताव या योजना के निर्माण में वित्त विभाग (Finance Department) और विधि विभाग (Law Department) से अनिवार्य परामर्श लिया जाता है। C. राज्य की वार्षिक कार्ययोजनाओं को अंतिम रूप देने हेतु मुख्य सचिव की अध्यक्षता में 'राज्य स्तरीय योजना समन्वय समिति' (State Level Coordination Committee) कार्य करती है। D. राजस्थान सरकार के गजट (राजपत्र) का मुद्रण और प्रकाशन राजकीय मुद्रणालय (Government Press)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257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223/250</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शासन सचिवालय में कोई भी विभाग स्वतंत्र होकर ऐसा नियम नहीं बना सकता जिसमें वित्तीय व्यय शामिल हो बिना वित्त विभाग की अनापत्ति (NOC) के, तथा कानूनी प्रारूपण हेतु विधि विभाग की स्वीकृति अनिवार्य होती है। मुख्य सचिव पूरी प्रशासनिक टीम का लीडर होकर विभागों के बीच पुल का काम करता है। राज्य सरकार के सभी अधिनियम, नियम, अध्यादेश और अधिसूचनाएं राजकीय मुद्रणालय द्वारा गजट में प्रकाशित होते ही कानूनी रूप से लागू हो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257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223/250</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में स्थानीय स्वशासन के सशक्तिकरण हेतु 'हरलाल सिंह खर्रा समिति' (1988) का गठन किस उद्देश्य के लिए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पंचायती राज संस्थाओं को वित्तीय स्वायत्तता और प्रशासनिक अधिकार सौंपने के उपायों की समीक्षा हेतु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नगर निगमों के पुनर्गठन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नई ग्राम पंचायतों के परिसीमन हेतु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कलेक्टर के पदों को समाप्त करने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738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224/250</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पंचायती राज संस्थाओं को वित्तीय स्वायत्तता और प्रशासनिक अधिकार सौंपने के उपायों की समीक्षा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नगर निगमों के पुनर्गठन हेतु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नई ग्राम पंचायतों के परिसीमन 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कलेक्टर के पदों को समाप्त करने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वर्ष 1988 में वरिष्ठ राजनेता श्री हरलाल सिंह खर्रा की अध्यक्षता में एक उच्चस्तरीय समिति गठित की थी, जिसका मुख्य उद्देश्य राज्य में पंचायती राज संस्थाओं के गिरते प्रभाव की समीक्षा करना, उन्हें अधिक वित्तीय व प्रशासनिक शक्तियां सौंपना तथा ग्राम सभाओं को वास्तविक निर्णयकारी अधिकार देने के व्यावहारिक सुझाव देना था। इस समिति की कई सिफारिशों को बाद में 1994 के अधिनियम में शामिल किया गया।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738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224/250</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मुख्यमंत्री के पद के अवसान, त्यागपत्र एवं कार्यवाहक सरकार (Caretaker Government) के संदर्भ में निम्नलिखित कथनों पर विचार कीजिए: A. मुख्यमंत्री किसी भी समय अपना त्यागपत्र राज्यपाल को सौंप सकता है, जिससे पूरी मंत्रिपरिषद स्वतः समाप्त हो जाती है। B. यदि मुख्यमंत्री विधानसभा में बहुमत खो देता है और वैकल्पिक सरकार तुरंत संभव न हो, तो राज्यपाल उसे नई सरकार बनने तक कार्यवाहक मुख्यमंत्री के रूप में कार्य करने को कहता है। C. कार्यवाहक सरकार केवल दैनिक प्रशासनिक कार्य करती है, वह कोई बड़ा नीतिगत फैसला या वित्तीय घोषणा नहीं कर सकती। D. वर्ष 1952 में श्री टीकाराम पालीवाल की 'कामचलाऊ सरकार' (Caretaker Government) के विरुद्ध विधानसभा में पहला अविश्वास प्रस्ताव पेश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225/250</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राज्य सरकार का नेता होता है, उसके पद त्याग से संपूर्ण कैबिनेट का अस्तित्व समाप्त हो जाता है। नई सरकार के शपथ लेने तक प्रशासन में शून्यता न आए, इसलिए राज्यपाल निवर्तमान मुख्यमंत्री को 'कामचलाऊ/कार्यवाहक सरकार' चलाने का आग्रह करता है। कार्यवाहक सरकार केवल दैनिक रूटीन कार्य करती है। 1952 में जब जयनारायण व्यास चुनाव हार गए थे और टीकाराम पालीवाल कार्यवाहक मुख्यमंत्री बने थे, तब विपक्ष ने उनके विरुद्ध अविश्वास प्रस्ताव पेश किया था।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225/250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उच्च न्यायालय के पूर्व मुख्य न्यायाधीशों और उनकी सेवानिवृत्ति/स्थानांतरण के कालखंड का सही मिलान कीजिए: सूची-I (मुख्य न्यायाधीश): सूची-I: A. न्यायमूर्ति अरुण कुमार (2001-2002) B. न्यायमूर्ति जे.एम. पांचाल (2007-2008) C. न्यायमूर्ति नवीन सिन्हा (2015-2016) D. न्यायमूर्ति मणीन्द्र मोहन श्रीवास्तव (2024 से वर्तमान) सूची-II: 1. राजस्थान उच्च न्यायालय से सीधे उच्चतम न्यायालय के न्यायाधीश बने 2. राजस्थान उच्च न्यायालय से उच्चतम न्यायालय में जज बने (प्रसिद्ध संविधान पीठों में रहे) 3. छत्तीसगढ़ उच्च न्यायालय से राजस्थान उच्च न्यायालय के मुख्य न्यायाधीश बने 4. राजस्थान उच्च न्यायालय के 42वें नियमित मुख्य न्यायाधीश (फरवरी 2024 में शपथ)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700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226/250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अरुण कुमार और न्यायमूर्ति जे.एम. पांचाल राजस्थान हाईकोर्ट के सीजे रहने के बाद सुप्रीम कोर्ट में न्यायाधीश बने। न्यायमूर्ति नवीन सिन्हा भी सुप्रीम कोर्ट के प्रतिष्ठित न्यायाधीश बने। न्यायमूर्ति मणीन्द्र मोहन श्रीवास्तव ने फरवरी 2024 में राजस्थान हाईकोर्ट के 42वें नियमित मुख्य न्यायाधीश के रूप में शपथ ली।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700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226/250</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नगरीय स्थानीय निकायों के वित्तीय स्रोतों एवं कर प्रणाली पर विचार कीजिए: A. नगरपालिकाओं को संपत्ति कर (Urban Development Tax / House Tax), विज्ञापन कर और व्यापार लाइसेंस शुल्क लगाने का अधिकार है। B. राज्य सरकार द्वारा समाप्त किए गए चुंगी कर (Octroi) की क्षतिपूर्ति हेतु नगर निकायों को 'चुंगी क्षतिपूर्ति अनुदान' दिया जाता है। C. राजस्थान राज्य वित्त आयोग प्रतिवर्ष अपनी रिपोर्ट में स्थानीय निकायों के बीच 75.10% (पंचायतों हेतु) तथा 24.90% (नगर निकायों हेतु) राशि के वितरण की सिफारिश करता है। D. राजस्थान सरकार द्वारा निकायों को स्वावलंबी बनाने हेतु 'अमृत मिशन' और 'स्मार्ट City मिशन' के तहत केंद्रीय अनुदान हस्तांतरित किए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181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227/250</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नगरपालिका अधिनियम 2009 की धारा 101 से 140 तक नगर निकायों की कराधान शक्तियों का वर्णन है। चुंगी समाप्ति के बाद राज्य सरकार बजट से चुंगी अनुदान देती है। राज्य वित्त आयोग की सिफारिश पर हस्तांतरित 7.182% कुल कर का 75.1% ग्रामीण निकायों को तथा 24.9% शहरी निकायों को उनकी आबादी और क्षेत्रफल के भार के आधार पर दिया जाता है। केंद्रीय मिशनों (AMRUT/Smart City) से बुनियादी ढांचा मजबूत होता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181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227/250</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उच्च न्यायालय के किस पूर्व न्यायाधीश ने राष्ट्रीय स्तर पर मानवाधिकार संरक्षण और महिला अधिकारों हेतु 'विशाखा दिशा-निर्देश' (Vishaka Guidelines, 1997) से जुड़ी ऐतिहासिक संविधान पीठ में महत्वपूर्ण भूमिका निभाई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जगदीश शरण वर्मा (J.S. Verma)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के.एन. वांचू</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कमलकांत वर्मा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डी.एस. दवे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662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228/250</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जगदीश शरण वर्मा (J.S. Verma)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के.एन. वांचू</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कमलकांत वर्मा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डी.एस. दवे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उच्च न्यायालय के पूर्व मुख्य न्यायाधीश तथा बाद में भारत के मुख्य न्यायाधीश बने न्यायमूर्ति जे.एस. वर्मा ने वर्ष 1997 में राजस्थान के भंवरी देवी प्रकरण के बाद 'विशाखा बनाम राजस्थान राज्य वाद' में कार्यस्थल पर महिलाओं के यौन उत्पीड़न की रोकथाम हेतु ऐतिहासिक 'विशाखा गाइडलाइंस' जारी की थीं, जो बाद में 2013 के संसद के कानून का आधार बनीं।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662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228/250</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प्रशासनिक जवाबदेही एवं जन शिकायत निवारण तंत्र के संदर्भ में निम्नलिखित कथनों पर विचार कीजिए: A. राजस्थान देश का पहला राज्य है जिसने 'राजस्थान लोक सेवाओं के प्रदान की गारंटी अधिनियम, 2011' लागू किया। B. राजस्थान में प्रशासनिक शिकायतों के ऑनलाइन निवारण हेतु 'राजस्थान संपर्क पोर्टल' (Sampark Portal / 181 हेल्पलाइन) संचालित है। C. 'राजस्थान जन सुनवाई और राजस्थान लोक सेवाओं के प्रदान की गारंटी एवं जवाबदेही विधेयक' प्रशासनिक पारदर्शिता का मील का पत्थर है। D. जिला स्तर पर प्रत्येक माह के तीसरे गुरुवार को जिला कलेक्टर की अध्यक्षता में 'जन अभाव अभियोग निराकरण सतर्कता समिति' की बैठक आयोजित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143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229/250</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 सुशासन (Good Governance) और सिटिजन चार्टर को वैधानिक बल देने हेतु 2011 में सेवा गारंटी कानून लागू किया जिसमें 18 से अधिक विभागों की सेवाओं की समय-सीमा तय है। संपर्क पोर्टल (टोल फ्री 181) पर शिकायतों की ऑनलाइन मॉनिटरिंग होती है। जिला स्तर पर जिला कलेक्टर जन सुनवाई करते हैं तथा 'जिला सतर्कता समिति' के माध्यम से लंबित शिकायतों का त्वरित समाधान किया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143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229/250</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राज्य व्यवस्था के प्रमुख संवैधानिक अनुच्छेदों के समूहों का सही मिलान कीजिए: सूची-I (संवैधानिक विषय): सूची-I: A. राज्य की कार्यपालिका (राज्यपाल व मंत्रिपरिषद) B. राज्य विधानमंडल (विधानसभा व विधायी प्रक्रिया) C. राज्य न्यायपालिका (उच्च न्यायालय व अधीनस्थ न्यायालय) D. स्थानीय स्वशासन (पंचायती राज व नगरपालिकाएं) सूची-II: 1. अनुच्छेद 168 से अनुच्छेद 213 तक 2. अनुच्छेद 153 से अनुच्छेद 167 तक 3. अनुच्छेद 243 से अनुच्छेद 243-ZG तक 4. अनुच्छेद 214 से अनुच्छेद 237 तक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230/250</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भारतीय संविधान के भाग 6 में: अध्याय 2 (अनुच्छेद 153-167) राज्य कार्यपालिका; अध्याय 3 व 4 (अनुच्छेद 168-213) राज्य विधानमंडल व अध्यादेश शक्ति; अध्याय 5 व 6 (अनुच्छेद 214-237) उच्च न्यायालय व अधीनस्थ अदालतें; तथा भाग 9 व 9-क (अनुच्छेद 243 से 243ZG) स्थानीय स्वशासन का विस्तृत संवैधानिक खाका प्रस्तुत करते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230/250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संदर्भ में 'कुलाधिपति' पद की वैधानिक स्थिति पर विचार कीजिए: A. राज्यपाल राज्य विश्वविद्यालयों के कुलाधिपति का पद किसी सांविधानिक प्रावधान के तहत नहीं, बल्कि राज्य विधानमंडल द्वारा पारित संबंधित विश्वविद्यालय अधिनियमों के तहत धारण करते हैं। B. कुलाधिपति के रूप में कार्य करते समय राज्यपाल मंत्रिपरिषद की 'सहायता और सलाह' मानने के लिए बाध्य नहीं होते। C. कुलाधिपति के रूप में राज्यपाल विश्वविद्यालयों के कुलपतियों (VCs) की नियुक्ति और दीक्षांत समारोहों की अध्यक्षता करते हैं। D. कुलाधिपति को विश्वविद्यालय के किसी भी नियम, आदेश या सिंडिकेट/सीनेट के प्रस्ताव को रद्द करने का अंतिम अधिकार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105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231/250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सर्वोच्च न्यायालय ने 'भूदेव शर्मा वाद' तथा अन्य निर्णयों में स्पष्ट किया है कि राज्यपाल का 'कुलाधिपति' (Chancellor) का पद एक वैधानिक पद (Statutory Post) है, न कि संवैधानिक। अतः कुलाधिपति के रूप में विश्वविद्यालय अधिनियम के तहत निर्णय लेते समय राज्यपाल अपनी व्यक्तिगत निष्पक्ष विवेक बुद्धि से कार्य करता है और वह राज्य कैबिनेट की सलाह से बाध्य नहीं होता। उसे कुलपतियों की नियुक्ति और विश्वविद्यालयों के प्रशासनिक निरीक्षण का पूर्ण अधिकार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105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231/250</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पंचायती राज संस्थाओं के 11वें आम चुनाव (सितंबर-अक्टूबर 2020) राज्य के कितने जिलों में आयोजित किए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 जिलों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 जिलों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33 जिलों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जिलों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586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232/250</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21 जिलों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 जिलों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33 जिलों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जिलों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कोरोना महामारी और नवसृजित ग्राम पंचायतों/पंचायत समितियों के न्यायिक परिसीमन विवाद के चलते राज्य निर्वाचन आयोग द्वारा अक्टूबर-दिसंबर 2020 में पंचायती राज संस्थाओं के 11वें आम चुनाव के तहत प्रथम चरण में 21 जिलों में चुनाव कराए गए थे तथा शेष 12 जिलों में चुनाव बाद में 2021 में संपन्न कराए गए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586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232/250</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 सचिवों के कार्यकाल के संदर्भ में निम्नलिखित विशिष्ट ऐतिहासिक तथ्यों पर विचार कीजिए: A. श्री बी.एस. मेहता (भगवत सिंह मेहता) राजस्थान के एकमात्र ऐसे मुख्य सचिव हैं जिन्होंने लगातार 6 वर्ष (1958-1964) से अधिक समय तक सेवा दी। B. श्री के.पी.यू. मेनन और श्री आर.डी. माथुर भी राजस्थान के वरिष्ठ व प्रभावशाली मुख्य सचिव रहे। C. श्री देवेन्द्र भूषण गुप्ता (D.B. Gupta) राजस्थान के मुख्य सचिव रहे और बाद में वे राज्य के 'मुख्य सूचना आयुक्त' (CIC) नियुक्त हुए। D. डॉ. सुधांश पंत वर्तमान में राजस्थान के मुख्य सचिव के रूप में पदस्थापित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067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233/250</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भगवत सिंह मेहता राजस्थान में सबसे लंबे समय तक मुख्य सचिव रहे (1958-1964)। डी.बी. गुप्ता मुख्य सचिव पद से सेवानिवृत्त होकर राजस्थान राज्य सूचना आयोग के मुख्य सूचना आयुक्त बने। जनवरी 2024 में केंद्र में केंद्रीय स्वास्थ्य सचिव रहे 1991 बैच के वरिष्ठ आईएएस अधिकारी डॉ. सुधांश पंत को राजस्थान का मुख्य सचिव नियुक्त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067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233/250</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शासन सचिवालय के अधिकारियों के पदानुक्रम एवं उनकी प्रमुख जिम्मेदारियों का सही मिलान कीजिए: सूची-I (प्रशासनिक पद): सूची-I: A. प्रमुख शासन सचिव (Principal Secretary) B. शासन सचिव (Secretary) C. उप-सचिव (Deputy Secretary) D. अनुभाग अधिकारी (Section Officer) सूची-II: 1. अनुभाग (Section) के लिपिकीय कार्य, ड्राफ्टिंग और पत्रावलियों की प्रारंभिक जांच 2. विभाग की नीतिगत फाइलों का परीक्षण एवं सचिव को प्रशासनिक सहायता 3. पूरे विभाग का प्रशासनिक नियंत्रण एवं नीति निर्माण 4. विभाग के विशिष्ट प्रभागों का पर्यवेक्षण एवं अंतर-विभागीय समन्वय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548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234/250</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प्रमुख शासन सचिव विभाग का सर्वोच्च प्रशासनिक प्रभारी होता है; शासन सचिव नीति-निर्माण व वित्तीय प्रस्तावों का परीक्षण करता है; उप-सचिव फाइलों को प्रोसेस कर सरकार के आदेश तैयार करवाता है; और अनुभाग अधिकारी (SO) अपने अनुभाग के सहायकों व क्लर्कों के कार्य का पर्यवेक्षण कर रिकॉर्ड संधारित करता है। अतः सही सुमेलन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548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234/250</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लोकायुक्त के समक्ष शिकायतें प्रस्तुत करने एवं झूठी शिकायतों पर दंड के प्रावधानों पर विचार कीजिए: A. लोकायुक्त के समक्ष कोई भी शिकायत दुर्भावनापूर्ण या झूठी नहीं होनी चाहिए। B. यदि जांच में यह सिद्ध हो जाता है कि शिकायत झूठी, तुच्छ या परेशान करने की नीयत से दर्ज की गई थी, तो शिकायतकर्ता पर दंड का प्रावधान है। C. राजस्थान लोकायुक्त अधिनियम की धारा 15 के तहत झूठी शिकायत करने वाले व्यक्ति को 1 वर्ष तक का कारावास अथवा जुर्माना या दोनों हो सकते हैं। D. लोक सेवक की प्रतिष्ठा की रक्षा हेतु झूठी शिकायत के मामलों में न्यायालय में परिवाद दायर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235/250</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लोकायुक्त संस्था का दुरुपयोग रोककर ईमानदार अधिकारियों की सुरक्षा हेतु अधिनियम की धारा 15 में झूठी और मनगढ़ंत शिकायतों के विरुद्ध कड़ा दंड दिया गया है: झूठी शिकायत करने वाले को 1 वर्ष तक का सश्रम कारावास या जुर्माना अथवा दोनों की सजा हो सकती है तथा पीड़ित अधिकारी को मानहानि का मुकदमा चलाने का अधिकार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235/250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मानवाधिकार आयोग के अध्यक्ष अथवा सदस्य को पद से हटाने हेतु संविधान के किस अनुच्छेद में उल्लिखित प्रक्रिया के अनुसार उच्चतम न्यायालय द्वारा जांच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317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124(4)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217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509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236/250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145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124(4)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217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मानवाधिकार संरक्षण अधिनियम, 1993 की धारा 23 के अनुसार राज्य मानवाधिकार आयोग के अध्यक्ष या सदस्य को राष्ट्रपति द्वारा कदाचार (Misbehaviour) या असमर्थता के आधार पर तभी हटाया जा सकता है जब उच्चतम न्यायालय द्वारा संविधान के अनुच्छेद 145 के अधीन इस प्रयोजन हेतु बनाए गए नियमों के अनुसार जांच के बाद हटाने की पुष्टि की गई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509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236/250</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पंचायती राज एवं स्थानीय स्वशासन की त्रिस्तरीय न्याय व्यवस्था (ग्राम कचहरी / ग्राम न्यायालय) के संदर्भ में निम्नलिखित कथनों पर विचार कीजिए: A. संसद द्वारा पारित 'ग्राम न्यायालय अधिनियम, 2008' के तहत ग्रामीण क्षेत्रों में त्वरित और सुलभ न्याय हेतु ग्राम न्यायालय स्थापित किए गए हैं। B. राजस्थान देश का पहला राज्य था जिसने 27 नवंबर, 2010 को बस्सी (जयपुर) में देश का पहला 'ग्राम न्यायालय' स्थापित किया था। C. ग्राम न्यायालय का पीठासीन अधिकारी 'न्यायाधिकारी' (Nyayadhikari) कहलाता है जो प्रथम श्रेणी न्यायिक मजिस्ट्रेट स्तर का होता है। D. ग्राम न्यायालय दीवानी और दांडिक दोनों प्रकार के छोटे मामलों की सुनवाई सुलह और समझौते के आधार पर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990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237/250</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ग्रामीण भारत में घर-द्वार पर सस्ता और सुलभ न्याय पहुंचाने हेतु केंद्र सरकार ने 2008 में ग्राम न्यायालय अधिनियम बनाया। राजस्थान ने 27 नवंबर 2010 को जयपुर जिले के बस्सी में भारत के प्रथम ग्राम न्यायालय का उद्घाटन किया। इसके मुखिया न्यायाधिकारी होते हैं जिनकी नियुक्ति हाईकोर्ट के परामर्श से होती है। ये अदालतें प्राकृतिक न्याय के सिद्धांतों और सुलह-समझौते के माध्यम से त्वरित फैसले सुनाती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990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237/250</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मुख्यमंत्रियों के उन विशिष्ट ऐतिहासिक निर्णयों का सही मिलान कीजिए: सूची-I (मुख्यमंत्री): सूची-I: A. श्री जयनारायण व्यास B. श्री मोहनलाल सुखाड़िया C. श्री भैरोंसिंह शेखावत D. श्री हरिदेव जोशी सूची-II: 1. जागीरदारी उन्मूलन विधेयक पारित कराना तथा राजस्थान विश्वविद्यालय की स्थापना 2. संभागीय आयुक्त व्यवस्था की समाप्ति (1962) तथा 17 वर्ष तक स्थिर शासन 3. संभागीय आयुक्त व्यवस्था की 25 वर्ष बाद पुनर्बहाली (1987) 4. अंत्योदय योजना (1977) तथा पहली गैर-कांग्रेसी सरकार का सफल संचालन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471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238/250</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जयनारायण व्यास ने जागीरदारी प्रथा उन्मूलन में निर्णायक भूमिका निभाई; सुखाड़िया जी ने आधुनिक विकास का ढांचा बनाया और 1962 में संभागीय व्यवस्था समाप्त की; भैरोंसिंह शेखावत ने 1977 में अंत्योदय और काम के बदले अनाज योजना से गरीबों का सशक्तिकरण किया; और हरिदेव जोशी ने 1987 में संभागीय आयुक्त प्रणाली को दोबारा पुनर्जीवित किया। अतः सही सुमेलन A-1, B-2,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471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238/250</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विधानसभा के 'प्रोटेम स्पीकर' (Protem Speaker) के पद, शक्तियों एवं परंपराओं पर विचार कीजिए: A. प्रोटेम स्पीकर (अस्थायी अध्यक्ष) की नियुक्ति राज्यपाल द्वारा नवनिर्वाचित विधानसभा के वरिष्ठतम सदस्यों में से की जाती है। B. संविधान के अनुच्छेद 188 के तहत प्रोटेम स्पीकर को राज्यपाल द्वारा शपथ दिलाई जाती है। C. प्रोटेम स्पीकर का मुख्य कार्य नवनिर्वाचित विधायकों को सदन की सदस्यता की शपथ दिलाना तथा नए विधानसभा अध्यक्ष का चुनाव संपन्न कराना है। D. नए अध्यक्ष के निर्वाचित होते ही प्रोटेम स्पीकर का पद स्वतः समाप्त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952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239/250</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प्रोटेम स्पीकर (लैटिन शब्द 'Pro Tempore' - कुछ समय के लिए) नई विधानसभा की पहली बैठक का पीठासीन अधिकारी होता है। राज्यपाल राजभवन में प्रोटेम स्पीकर को शपथ दिलाते हैं, जिसके बाद प्रोटेम स्पीकर विधानसभा में सभी 199 विधायकों को शपथ दिलाता है। अध्यक्ष का चुनाव निष्पक्ष रूप से कराने के बाद इसका कार्यकाल समाप्त हो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952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239/250</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निर्वाचन आयोग के संबंध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 संवैधानिक निकाय है जिसका उल्लेख अनुच्छेद 243-K में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निर्वाचन आयुक्त को वेतन-भत्ते उच्च न्यायालय के न्यायाधीश के समान प्राप्त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निर्वाचन आयोग विधानसभा और लोकसभा चुनावों का संचालन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निर्वाचन आयोग के निर्णय के विरुद्ध केवल उच्च न्यायालय या उच्चतम न्यायालय में ही रिट याचिका दायर की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240/250</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निर्वाचन आयोग विधानसभा और लोकसभा चुनावों का संचालन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एक संवैधानिक निकाय है जिसका उल्लेख अनुच्छेद 243-K में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निर्वाचन आयुक्त को वेतन-भत्ते उच्च न्यायालय के न्यायाधीश के समान प्राप्त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निर्वाचन आयोग के निर्णय के विरुद्ध केवल उच्च न्यायालय या उच्चतम न्यायालय में ही रिट याचिका दायर की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राज्य निर्वाचन आयोग (SEC) का कार्य केवल पंचायती राज संस्थाओं और नगरीय स्थानीय निकायों (नगर निगम, नगर परिषद, नगरपालिका) के चुनावों की मतदाता सूची बनाना और चुनाव कराना है। विधानसभा और लोकसभा के चुनाव 'भारत निर्वाचन आयोग' (ECI - अनुच्छेद 324) द्वारा संपन्न कराए जाते हैं। अतः विकल्प C सही उत्तर (असत्य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240/250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में विश्वास प्रस्ताव (Confidence Motion) एवं अविश्वास प्रस्ताव की प्राथमिकताओं के संदर्भ में निम्नलिखित कथनों पर विचार कीजिए: A. यदि सदन में अविश्वास प्रस्ताव और विश्वास प्रस्ताव दोनों की सूचनाएं प्राप्त हों, तो विधानसभा नियमों के तहत विश्वास प्रस्ताव को पूर्ववर्तिता (Priority) दी जाती है। B. विश्वास प्रस्ताव सरकार (मुख्यमंत्री या मंत्री) द्वारा पेश किया जाता है जबकि अविश्वास प्रस्ताव विपक्ष के सदस्यों द्वारा लाया जाता है। C. विश्वास प्रस्ताव पारित होने पर सरकार का सदन में बहुमत सिद्ध हो जाता है और अविश्वास प्रस्ताव स्वतः समाप्त माना जाता है। D. अविश्वास प्रस्ताव स्वीकृत होने पर संपूर्ण मंत्रिपरिषद को त्यागपत्र देना अनिवार्य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914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241/250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नियमों के अनुसार जब सरकार स्वयं आगे बढ़कर विश्वास प्रस्ताव (Confidence Motion) की सूचना देती है और विपक्ष अविश्वास प्रस्ताव लाता है, तो नियमों के तहत सरकार के विश्वास प्रस्ताव को प्राथमिकता दी जाती है। विश्वास प्रस्ताव पारित होने का अर्थ है कि सरकार को सदन का विश्वास हासिल है, जिससे अविश्वास प्रस्ताव स्वतः निष्प्रभावी हो जाता है। अविश्वास प्रस्ताव पारित होना सरकार का पतन सुनिश्चित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914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241/250</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जिला प्रशासन सुधारों एवं उनके वर्षों का सही मिलान कीजिए: सूची-I: सूची-I: A. राजस्थान लोक सेवा गारंटी अधिनियम लागू B. राजस्थान जन सुनवाई अधिकार अधिनियम लागू C. राजस्थान राज्य महिला आयोग का गठन D. राजस्थान राज्य अल्पसंख्यक आयोग का गठन सूची-II: 1. वर्ष 2012 2. वर्ष 2011 (14 नवंबर) 3. वर्ष 2001 4. वर्ष 1999 (15 मई)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395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242/250</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लोक सेवा गारंटी अधिनियम 14 नवंबर 2011 को लागू हुआ; राजस्थान सुनवाई का अधिकार अधिनियम 1 अगस्त 2012 को लागू हुआ; राजस्थान राज्य महिला आयोग का गठन 15 मई 1999 को हुआ; तथा राजस्थान राज्य अल्पसंख्यक आयोग का गठन 2001 में किया गया।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395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242/250</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राज्य मानवाधिकार आयोग के अध्यक्ष एवं सदस्यों के वेतन, भत्तों एवं स्वतंत्रता पर विचार कीजिए: A. आयोग के अध्यक्ष और सदस्यों के वेतन, भत्ते और सेवा शर्तें राज्य सरकार द्वारा निर्धारित की जाती हैं। B. नियुक्ति के पश्चात् अध्यक्ष या सदस्यों के वेतन-भत्तों में उनके लिए कोई अलाभकारी परिवर्तन (Disadvantageous variation) नहीं किया जा सकता। C. पद छोड़ने के बाद अध्यक्ष या सदस्य केंद्र सरकार या राज्य सरकार के अधीन किसी अन्य नियोजन (Employment) के पात्र नहीं होते। D. यह प्रतिबंध आयोग की निष्पक्षता और स्वायत्तता को सुरक्षित रखने हेतु लगाया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876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243/250</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मानवाधिकार संरक्षण अधिनियम की धारा 26 व 24(3) के अनुसार अध्यक्ष व सदस्यों के वेतन-भत्तों में नियुक्ति के बाद कोई कटौती नहीं की जा सकती। वे पद से हटने के बाद केंद्र या राज्य में कोई लाभकारी सरकारी पद नहीं ले सकते (यद्यपि वे NHRC में जा सकते हैं या पुनर्नियुक्त हो सकते हैं)। यह न्यायिक स्वतंत्रता का एक बुनियादी स्तंभ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876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243/250</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में किसी सदस्य की सदस्यता समाप्त होने के कारणों (संविधान के अनुच्छेद 190) में निम्नलिखित में से कौन-सा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विधानसभा अध्यक्ष को अपना लिखित त्यागपत्र सौंप दे और अध्यक्ष उसे स्वीकार कर 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सदन की अनुमति के बिना लगातार 60 दिनों की अवधि तक सदन के सभी अधिवेशनों से अनुपस्थित रहे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अनुच्छेद 191 के तहत अयोग्य (लाभ का पद, दिवालिया आदि) हो जाए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सदन में किसी विधेयक पर सरकार के पक्ष में मतदान कर 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357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244/250</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यदि वह सदन में किसी विधेयक पर सरकार के पक्ष में मतदान कर 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विधानसभा अध्यक्ष को अपना लिखित त्यागपत्र सौंप दे और अध्यक्ष उसे स्वीकार कर 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सदन की अनुमति के बिना लगातार 60 दिनों की अवधि तक सदन के सभी अधिवेशनों से अनुपस्थित रहे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अनुच्छेद 191 के तहत अयोग्य (लाभ का पद, दिवालिया आदि) हो जाए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190 के अनुसार विधानसभा की सीट रिक्त होने के 4 प्रमुख कारण हैं: 1. दोनों सदनों/संसद का सदस्य निर्वाचित होना; 2. त्यागपत्र देना व स्वीकार होना; 3. अनुच्छेद 191 या 10वीं अनुसूची के तहत अयोग्य होना; 4. बिना अनुमति लगातार 60 दिन अनुपस्थित रहना। सरकार के पक्ष में मतदान करना विधायक का अधिकार है, इससे सदस्यता समाप्त नहीं होती।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357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244/250</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राज्यपालों के कार्यकाल में राजनीतिक स्थिरता एवं आपातकालीन शक्तियों के समग्र विश्लेषण पर विचार कीजिए: A. राजस्थान में चारों राष्ट्रपति शासन के दौरान राज्य विधानसभा या तो निलंबित (Suspended Animation) रखी गई या भंग (Dissolved) कर दी गई थी। B. राष्ट्रपति शासन के दौरान राज्य की विधायी शक्तियां संसद द्वारा प्रयुक्त की जाती हैं। C. राष्ट्रपति शासन के दौरान संसद राज्य के लिए कानून बना सकती है तथा राज्य की संचित निधि से व्यय को राष्ट्रपति अधिकृत कर सकता है। D. राजस्थान में 1993 के बाद से अब तक (पिछले 30 से अधिक वर्षों में) एक बार भी राष्ट्रपति शासन नहीं लगाया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245/250</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356 लागू होने पर राज्य मंत्रिपरिषद बर्खास्त होती है और राज्यपाल राष्ट्रपति के प्रतिनिधि के रूप में शासन चलाता है। बजट व कानून संसद द्वारा पारित होते हैं। 1993 में बाबरी मस्जिद प्रकरण के बाद लगे चौथे राष्ट्रपति शासन की समाप्ति के बाद से राजस्थान में निरंतर लोकतांत्रिक सरकारों ने अपने 5-5 वर्ष के पूर्ण कार्यकाल पूरे किए हैं और पिछले तीन दशकों में कभी राष्ट्रपति शासन नहीं लगा।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245/250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पंचायती राज व्यवस्था में महिलाओं के प्रतिनिधित्व एवं विशिष्ट ऐतिहासिक सोपानों का सही मिलान कीजिए: सूची-I: सूची-I: A. पंचायतों में महिलाओं हेतु 50% आरक्षण लागू B. राज्य की प्रथम महिला जिला प्रमुख C. राज्य की प्रथम महिला सरपंच D. राज्य वित्त आयोग की प्रथम महिला अध्यक्ष सूची-II: 1. श्रीमती छगन बेन गोलछा (खींवसर/जोधपुर) 2. श्रीमती नगेन्द्र बाला (कोटा जिला प्रमुख - 1960) 3. डॉ. ज्योति किरण (पंचम वित्त आयोग) 4. वर्ष 2008 (राजस्थान पंचायती राज संशोधन अधिनियम)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319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246/250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ने 2008 में कानून बनाकर महिलाओं का आरक्षण 33% से बढ़ाकर 50% किया। देश की पहली महिला जिला प्रमुख क्रांतिकारी केसरी सिंह बारहठ की पौत्री श्रीमती नगेंद्र बाला 1960 में कोटा जिला परिषद की प्रमुख बनीं। श्रीमती छगन बेन राजस्थान की पहली निर्वाचित महिला सरपंच बनीं। डॉ. ज्योति किरण राज्य वित्त आयोग की पहली महिला अध्यक्ष बनीं। अतः सही सुमेलन A-4, B-2,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319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246/250</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महाधिवक्ता (Advocate General) की कार्यप्रणाली एवं विधिक उत्तरदायित्वों के संदर्भ में निम्नलिखित कथनों पर विचार कीजिए: A. महाधिवक्ता राज्य के किसी भी न्यायालय (हाईकोर्ट, ट्रिब्यूनल, जिला अदालत) में सरकार का पक्ष रखने का अधिकार रखता है। B. उसे भारत के उच्चतम न्यायालय में भी राजस्थान राज्य की ओर से विशेष अनुज्ञा याचिकाओं (SLP) में उपस्थित होने का अधिकार है। C. वह एक संवैधानिक प्राधिकारी है, अतः वह कोई निजी वकालत (Private Practice) सरकार की अनुमति के बिना नहीं कर सकता (विशेषकर सरकार के विरुद्ध)। D. महाधिवक्ता को विधानसभा में मंत्रियों के समान विशेषाधिकार व उन्मुक्तियां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800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247/250</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165 और 177 के अनुसार महाधिवक्ता राज्य का सर्वोच्च विधिक सलाहकार है। वह सुप्रीम कोर्ट व हाईकोर्ट में राज्य का प्रतिनिधित्व करता है। वह सरकार के विरुद्ध किसी मामले की पैरवी नहीं कर सकता और न ही सरकार की अनुमति बिना आपराधिक मामलों में बचाव पक्ष का वकील बन सकता है। उसे सदन में बोलने पर अनुच्छेद 194(4) के तहत विधायकों के समान सभी संसदीय विशेषाधिकार प्राप्त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800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247/250</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में मुख्य सचिव के रूप में कार्य करने वाले निम्नलिखित में से किस मुख्य सचिव को भारत सरकार में केंद्रीय गृह सचिव (Union Home Secretary) तथा बाद में भारत का नियंत्रक एवं महालेखा परीक्षक (CAG) नियुक्त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राजीव महर्षि (Rajiv Mehrishi)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सी.के. मैथ्यू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मीठालाल मेहता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अनिल वैश्य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281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248/250</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 राजीव महर्षि (Rajiv Mehrishi)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सी.के. मैथ्यू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मीठालाल मेहता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अनिल वैश्य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1978 बैच के राजस्थान कैडर के वरिष्ठ आईएएस अधिकारी श्री राजीव महर्षि राजस्थान के मुख्य सचिव रहे। इसके पश्चात वे भारत सरकार में केंद्रीय वित्त सचिव, केंद्रीय गृह सचिव और अंततः भारत के 13वें नियंत्रक एवं महालेखा परीक्षक (CAG of India - 2017 से 2020) नियुक्त हुए।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281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248/250</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राज्य व्यवस्था (State Polity) के समग्र स्वरूप, लोकतांत्रिक परिपक्वता एवं प्रशासनिक संरचना पर विचार कीजिए: A. राजस्थान में संसदीय लोकतांत्रिक प्रणाली के तहत कार्यपालिका विधानसभा के प्रति पूर्णतः जवाबदेह है। B. राज्य में स्वतंत्र न्यायपालिका (उच्च न्यायालय व अधीनस्थ अदालतें) संविधान की सर्वोच्चता और नागरिकों के अधिकारों की रक्षा करती है। C. त्रिस्तरीय पंचायती राज और नगरीय स्थानीय निकाय शासन के अंतिम छोर (Grassroots) तक सत्ता के विकेंद्रीकरण को सुनिश्चित करते हैं। D. RPSC, राज्य निर्वाचन आयोग, लोकायुक्त, मानवाधिकार आयोग और सूचना आयोग मिलकर राज्य में निष्पक्षता, पारदर्शिता और सुशासन का सुदृढ़ आधार स्तंभ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762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249/250</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राजव्यवस्था भारतीय संविधान के एकात्मक और संघीय सिद्धांतों का उत्कृष्ट सामंजस्य प्रस्तुत करती है। निर्वाचित सरकार, सक्रिय विधानसभा, स्वतंत्र उच्च न्यायालय, सशक्त पंचायती राज संस्थाएं और स्वायत्त संवैधानिक-वैधानिक निगरानी आयोग (RPSC, SEC, SHRC, SIC, लोकायुक्त) मिलकर एक परिपक्व, जवाबदेह और लोक-कल्याणकारी राज्य तंत्र का निर्माण करते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762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249/250</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संपूर्ण राजव्यवस्था के शीर्ष संवैधानिक व प्रशासनिक पदों एवं उनके प्रमुख दायित्वों का अंतिम समेकन मिलान कीजिए: सूची-I (संवैधानिक/प्रशासनिक संस्था): सूची-I: A. राज्यपाल (Governor - Art. 153) B. मुख्यमंत्री (Chief Minister - Art. 164) C. विधानसभा अध्यक्ष (Speaker - Art. 178) D. मुख्य सचिव (Chief Secretary) सूची-II: 1. राज्य विधानमंडल के सदन का संचालन, नियमन एवं विशेषाधिकारों की रक्षा 2. राज्य का संवैधानिक प्रमुख, विश्वविद्यालयों का कुलाधिपति एवं संविधान का प्रहरी 3. निर्वाचित सरकार का नेता, मंत्रिपरिषद की धुरी एवं जन-नीतियों का निर्माता 4. राज्य की संपूर्ण प्रशासनिक मशीनरी का मुखिया एवं मुख्य संकट प्रबंधक A. A-2, B-3, C-1, D-4 B. A-3, B-2, C-1, D-4 C. A-2, B-1, C-3, D-4 D. A-4, B-3, C-2, D-1</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250/250</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243-क ग्राम स्तर पर मतदाताओं से मिलकर बनी 'ग्राम सभा' को मान्यता देता है; 243-ख ग्राम, खंड (पंचायत समिति) और जिला स्तर पर त्रिस्तरीय पंचायतों के गठन का उपबंध करता है; 243-घ एससी/एसटी को जनसंख्या अनुपात में तथा महिलाओं को कम से कम एक-तिहाई (राजस्थान में 50%) आरक्षण देता है; और 243-झ राज्यपाल द्वारा प्रत्येक 5 वर्ष में राज्य वित्त आयोग के गठन का उपबंध करता है।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250/250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