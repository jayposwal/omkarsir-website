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भाग-6 के अंतर्गत राज्य की कार्यपालिका का संवैधानिक प्रमुख कौन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मुख्यमंत्री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राज्यपाल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उच्च न्यायालय का मुख्य न्यायाधीश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 का मुख्य सचिव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राज्यपाल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मुख्यमंत्री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उच्च न्यायालय का मुख्य न्यायाधीश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का मुख्य सचिव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स्तर पर संसदीय शासन प्रणाली के अंतर्गत दोहरी कार्यपालिका पाई जाती है, जिसमें राज्य का औपचारिक व संवैधानिक प्रमुख राज्यपाल (Governor) होता है जबकि वास्तविक प्रमुख मुख्यमंत्री होता है। संविधान के भाग-6 में अनुच्छेद 153 से 167 तक राज्य कार्यपालिका व राज्यपाल पद से संबंधित उपबंध दिए गए हैं। अनुच्छेद 154(1) के अनुसार राज्य की कार्यपालिका शक्ति राज्यपाल में निहित होती है, जिसका प्रयोग वह स्वयं अथवा अपने अधीनस्थ अधिकारियों के माध्यम से करता है। विकल्प A गलत है क्योंकि मुख्यमंत्री राज्य की कार्यपालिका का वास्तविक प्रमुख होता है। विकल्प C गलत है क्योंकि उच्च न्यायालय का मुख्य न्यायाधीश राज्य का सर्वोच्च न्यायिक अधिकारी होता है, न कि कार्यपालिका प्रमुख। विकल्प D गलत है क्योंकि मुख्य सचिव राज्य प्रशासनिक तंत्र का सर्वोच्च प्रशासनिक अधिकारी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राज्यपाल की संवैधानिक स्थिति और 7वें संविधान संशोधन अधिनियम, 1956 के संदर्भ में निम्नलिखित कथनों पर विचार कीजिए: A. मूल संविधान के अनुच्छेद 153 के अनुसार प्रत्येक राज्य के लिए केवल एक पृथक राज्यपाल का प्रावधान था। B. 7वें संविधान संशोधन, 1956 द्वारा एक ही व्यक्ति को दो या अधिक राज्यों का राज्यपाल नियुक्त करने का प्रावधान जोड़ा गया। C. 7वें संविधान संशोधन द्वारा राज्यों की A, B, C, D श्रेणियों को समाप्त कर 'राजप्रमुख' के स्थान पर 'राज्यपाल' पद सृजित किया गया। D. राजस्थान में 1 नवंबर 1956 को गुरुमुख निहालसिंह राज्य के प्रथम राज्यपाल बने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प्रस्तुत सभी कथन ऐतिहासिक व संवैधानिक दृष्टि से पूर्णतः सत्य हैं। मूल संविधान के अनुच्छेद 153 में प्रत्येक राज्य के लिए पृथक राज्यपाल का उपबंध था, जिसे 7वें संविधान संशोधन 1956 द्वारा संशोधित करके यह व्यवस्था की गई कि एक ही व्यक्ति को दो या दो से अधिक राज्यों का राज्यपाल नियुक्त किया जा सकता है। इसी संशोधन के तहत भाग-7 को निरसित कर राज्यों की A, B, C, D श्रेणियाँ समाप्त की गईं तथा राजस्थान में राजप्रमुख का पद समाप्त कर 1 नवंबर 1956 को सरदार गुरुमुख निहालसिंह राज्य के प्रथम राज्यपाल बने। राज्यपाल की भूमिका दोहरी होती है; वह राज्य का संवैधानिक प्रमुख होने के साथ-साथ केंद्र के प्रतिनिधि के रूप में संघ व राज्य के मध्य सेतु का कार्य करता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 एवं केंद्र स्तर के प्रमुख पदों का उनकी संवैधानिक/प्रशासनिक भूमिका के आधार पर सही मिलान कीजिए: सूची-I: सूची-I: A. राज्य का संवैधानिक प्रमुख B. राज्य का वास्तविक प्रमुख C. केंद्र का संवैधानिक प्रमुख D. केंद्र का वास्तविक प्रमुख सूची-II: 1. भारत का राष्ट्रपति 2. भारत का प्रधानमंत्री 3. राज्य का राज्यपाल 4. राज्य का मुख्यमंत्री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केंद्र तथा राज्य दोनों स्तरों पर संसदीय शासन व्यवस्था अपनाई गई है जहाँ नाममात्र (संवैधानिक) और वास्तविक प्रमुख पृथक-पृथक होते हैं। राज्य स्तर पर संवैधानिक प्रमुख राज्यपाल (A-3) तथा वास्तविक प्रमुख मुख्यमंत्री (B-4) होता है। इसी प्रकार केंद्र स्तर पर संवैधानिक प्रमुख भारत का राष्ट्रपति (C-1) तथा वास्तविक प्रमुख प्रधानमंत्री (D-2) होता है। विकल्प B गलत है क्योंकि इसमें राज्य के संवैधानिक प्रमुख के रूप में मुख्यमंत्री को दर्शाया गया है। विकल्प C और D गलत संयोजन प्रस्तुत करते हैं क्योंकि वे राष्ट्रपति और राज्यपाल के संवैधानिक व वास्तविक अधिकारों के अंतर को सही ढंग से नहीं मिलाते हैं। अतः विकल्प A (A-3, B-4, C-1, D-2) पूर्णतः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किस अनुच्छेद के तहत राज्यपाल की नियुक्ति राष्ट्रपति द्वारा अपने हस्ताक्षर और मुद्रा सहित अधिपत्र (Warrant) द्वारा की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153</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154</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155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156</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155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155 के तहत राज्य के राज्यपाल की नियुक्ति राष्ट्रपति द्वारा अपने हस्ताक्षर और मुद्रा सहित अधिपत्र (Warrant) द्वारा की जाती है। यह नियुक्ति व्यवहार में प्रधानमंत्री की अध्यक्षता वाली केंद्रीय मंत्रिपरिषद की सलाह पर होती है। भारत में राज्यपाल के प्रत्यक्ष या अप्रत्यक्ष निर्वाचन के स्थान पर केंद्र द्वारा नियुक्ति की यह प्रणाली कनाडा के संविधान से प्रेरित है। विकल्प A गलत है क्योंकि अनुच्छेद 153 में राज्यों के राज्यपाल पद का उपबंध है। विकल्प B गलत है क्योंकि अनुच्छेद 154 में राज्य की कार्यपालिका शक्ति का राज्यपाल में निहित होना वर्णित है। विकल्प D गलत है क्योंकि अनुच्छेद 156 राज्यपाल के कार्यकाल तथा राष्ट्रपति के प्रसादपर्यंत पद धारण करने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सभा द्वारा निर्वाचित राज्यपाल के बजाय कनाडा के केंद्र द्वारा नियुक्त राज्यपाल मॉडल को स्वीकार करने के कारणों पर विचार कीजिए: A. यदि राज्यपाल निर्वाचित होता तो मुख्यमंत्री और राज्यपाल के बीच शक्तियों को लेकर प्रत्यक्ष टकराव की स्थिति बनती। B. निर्वाचित राज्यपाल किसी राजनीतिक दल से जुड़ा होने के कारण राज्य में दलगत राजनीति व अलगाववाद को बढ़ावा दे सकता था। C. संसदीय प्रणाली में राज्यपाल केवल नाममात्र का प्रमुख होता है, इसलिए प्रत्यक्ष चुनाव पर अतिरिक्त वित्तीय व्यय अनावश्यक माना गया। D. भारत की "केंद्र की ओर झुकी हुई" संघात्मक व्यवस्था (Centre-tilted Federalism) में एकता व अखंडता बनाए रखने हेतु नियुक्त राज्यपाल आवश्यक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में राज्यपाल के निर्वाचन बनाम नियुक्ति मॉडल पर विस्तृत विचार-विमर्श हुआ था। अंततः डॉ. बी.आर. आंबेडकर एवं जवाहरलाल नेहरू के तर्कों के आधार पर कनाडा मॉडल पर आधारित नियुक्त राज्यपाल की व्यवस्था स्वीकार की गई। यदि राज्यपाल जनता द्वारा निर्वाचित होता तो वह स्वयं को जनसमर्थन प्राप्त मानकर निर्वाचित मुख्यमंत्री से प्रशासनिक टकराव करता। इसके अतिरिक्त, दलगत चुनाव से राज्यपाल की निष्पक्षता प्रभावित होती तथा अनावश्यक वित्तीय बोझ पड़ता। भारतीय संघवाद में राष्ट्रीय एकता तथा राज्यों पर केंद्र के पर्यवेक्षण हेतु राष्ट्रपति द्वारा नियुक्त राज्यपाल को ही सर्वोत्तम विकल्प माना गया। अतः प्रस्तुत चारों कथन A, B, C व D पूरी तरह से प्रासंगिक व सत्य हैं, इसलिए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राज्यपाल पद हेतु योग्यताओं (Qualifications) का उल्लेख संविधान के किस अनुच्छेद में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156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157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158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159</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157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159</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157 में राज्यपाल नियुक्त होने के लिए केवल दो योग्यताओं का स्पष्ट उल्लेख है- प्रथम, वह भारत का नागरिक हो (जन्म से नागरिक होना अनिवार्य नहीं है), तथा द्वितीय, वह 35 वर्ष की आयु पूर्ण कर चुका हो। संविधान में राज्यपाल पद के लिए किसी भी प्रकार की शैक्षणिक योग्यता या अधिकतम आयु सीमा का कोई प्रावधान नहीं है। विकल्प A गलत है क्योंकि अनुच्छेद 156 राज्यपाल की पदावधि से संबंधित है। विकल्प C गलत है क्योंकि अनुच्छेद 158 में राज्यपाल पद के लिए शर्तों (जैसे लाभ का पद न धारण करना) का वर्णन है। विकल्प D गलत है क्योंकि अनुच्छेद 159 राज्यपाल द्वारा शपथ या प्रतिज्ञान से संबंधित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राज्यपाल के पद की शर्तों (Service Conditions) एवं वेतन-भत्तों (अनुच्छेद 158) के संदर्भ में निम्नलिखित कथनों पर विचार कीजिए: A. राज्यपाल संसद या राज्य विधानमंडल के किसी सदन का सदस्य नहीं होगा; यदि ऐसा व्यक्ति नियुक्त होता है तो पद ग्रहण की तिथि से उसकी सीट रिक्त मानी जाएगी। B. अनुच्छेद 158(2) के अनुसार राज्यपाल अपने कार्यकाल के दौरान अन्य कोई लाभ का पद (Office of Profit) धारण नहीं करेगा। C. यदि एक ही व्यक्ति को दो या अधिक राज्यों का राज्यपाल नियुक्त किया जाता है, तो उसे मिलने वाले वेतन का अनुपात राष्ट्रपति के आदेश द्वारा निर्धारित होता है। D. राज्यपाल का प्रतिमाह वेतन ₹3,50,000 है, जो राज्य की संचित निधि (Consolidated Fund of State) पर भारित होता है, जबकि उसकी पेंशन भारत की संचित निधि से दी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158 में राज्यपाल पद हेतु सेवा शर्तों का स्पष्ट विवरण है। इसके तहत राज्यपाल संसद या विधानमंडल का सदस्य नहीं हो सकता तथा लाभ का पद धारण नहीं कर सकता। अनुच्छेद 158(3क) के तहत (7वें संशोधन 1956 द्वारा) दो या अधिक राज्यों का राज्यपाल होने पर राष्ट्रपति के आदेशानुसार अनुपातिक वेतन दोनों राज्यों द्वारा दिया जाता है। वर्तमान में राज्यपाल का वेतन ₹3,50,000 प्रतिमाह है। एक अत्यंत महत्वपूर्ण तथ्य यह है कि राज्यपाल का कार्यकाल के दौरान वेतन राज्य की संचित निधि से दिया जाता है, परंतु सेवानिवृत्ति के बाद उसकी पेंशन भारत की संचित निधि (Consolidated Fund of India) से भारित होती है। अतः चारों कथन A, B, C व D पूरी तरह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राज्यपाल से संबंधित संवैधानिक अनुच्छेदों का उनके विषय-वस्तु के साथ सही सुमेलन कीजिए: सूची-I: सूची-I: A. अनुच्छेद 153 B. अनुच्छेद 155 C. अनुच्छेद 157 D. अनुच्छेद 158 सूची-II: 1. राज्यपाल की नियुक्ति 2. राज्यों के लिए राज्यपाल का पद 3. राज्यपाल पद के लिए शर्तें 4. राज्यपाल पद हेतु योग्यताएँ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भाग-6 में राज्यपाल के अनुच्छेदों का सुस्पष्ट क्रम है। अनुच्छेद 153 प्रत्येक राज्य के लिए राज्यपाल पद का प्रावधान करता है (A-2)। अनुच्छेद 155 में राष्ट्रपति द्वारा अधिपत्र द्वारा राज्यपाल की नियुक्ति का उल्लेख है (B-1)। अनुच्छेद 157 में राज्यपाल पद के लिए पात्रता/योग्यताएँ जैसे नागरिकता व 35 वर्ष की न्यूनतम आयु का विवरण है (C-4)। अनुच्छेद 158 में राज्यपाल पद हेतु सेवा शर्तें जैसे लाभ का पद न धारण करना, संसद/विधानमंडल का सदस्य न होना व वेतन-भत्तों का नियम शामिल है (D-3)। विकल्प B, C और D गलत मिलान प्रस्तुत करते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अनुच्छेद 156 के तहत राज्यपाल के कार्यकाल एवं पदावधि के संदर्भ में कौन 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राष्ट्रपति के प्रसादपर्यंत (Pleasure of President) पद धारण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का सामान्य कार्यकाल पद ग्रहण की तिथि से 5 वर्ष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अपना त्यागपत्र राज्य के मुख्य न्यायाधीश को संबोधित करके सौंपता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5 वर्ष की अवधि समाप्त होने के बाद भी राज्यपाल तब तक पद पर बना रहता है जब तक उसका उत्तराधिकारी पदभार ग्रहण न कर 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राज्यपाल अपना त्यागपत्र राज्य के मुख्य न्यायाधीश को संबोधित करके सौंपता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राष्ट्रपति के प्रसादपर्यंत (Pleasure of President) पद धारण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का सामान्य कार्यकाल पद ग्रहण की तिथि से 5 वर्ष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5 वर्ष की अवधि समाप्त होने के बाद भी राज्यपाल तब तक पद पर बना रहता है जब तक उसका उत्तराधिकारी पदभार ग्रहण न कर 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156(2) के तहत राज्यपाल अपना त्यागपत्र राष्ट्रपति को ही संबोधित करके सौंपता है, न कि राज्य के मुख्य न्यायाधीश को; इसलिए विकल्प C असत्य कथन है। अनुच्छेद 156(1) के अनुसार राज्यपाल राष्ट्रपति के प्रसादपर्यंत पद धारण करता है और अनुच्छेद 156(3) के अनुसार उसका सामान्य कार्यकाल 5 वर्ष होता है। परंतु अनुच्छेद 156(3) के परंतुक के अनुसार वह 5 वर्ष बीत जाने पर भी तब तक अपने पद पर कार्य करता रहेगा जब तक कि उसका उत्तराधिकारी अपना पद ग्रहण नहीं कर लेता। अतः विकल्प C सही उत्तर है क्योंकि यह असत्य कथन को चिह्नांकित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राज्यपाल को हटाने के संदर्भ में बी.पी. सिंघल बनाम भारत संघ (2010) मामले में सर्वोच्च न्यायालय के निर्णय के संदर्भ में निम्नलिखित कथनों पर विचार कीजिए: A. राष्ट्रपति के पास राज्यपाल को हटाने की शक्ति असीमित नहीं है, उसे केवल मनमाने या राजनीतिक आधार पर नहीं हटाया जा सकता। B. केंद्र में सरकार बदलने मात्र से राज्यों के राज्यपालों को हटाया जाना असंवैधानिक एवं दुर्भावनापूर्ण है। C. राज्यपाल को हटाने के कारणों की न्यायिक समीक्षा (Judicial Review) की जा सकती है। D. सिद्ध कदाचार या अक्षमता जैसे ठोस और तार्किक कारणों के बिना राज्यपाल को पद से नहीं बर्खास्त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बी.पी. सिंघल बनाम भारत संघ (2010) वाद में सर्वोच्च न्यायालय की 5-सदस्यीय संविधान पीठ ने राज्यपाल को हटाने (Pleasure Doctrine) के संबंध में ऐतिहासिक व्यवस्था दी थी। न्यायालय ने स्पष्ट किया कि यद्यपि राष्ट्रपति को राज्यपाल को हटाने का अधिकार है, परंतु यह शक्ति स्वेच्छाचारी नहीं है। केवल केंद्र में सत्तारूढ़ दल बदलने या राजनीतिक विचारधारा भिन्न होने के आधार पर राज्यपाल को नहीं हटाया जा सकता। हटाने का कोई ठोस, तार्किक व न्यायसंगत कारण होना आवश्यक है तथा पीड़ित राज्यपाल न्यायालय में इसे चुनौती दे सकता है। अतः प्रस्तुत चारों कथन A, B, C व D पूर्णतः सही हैं, जिससे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अनुच्छेद 159 के तहत राज्यपाल को उसके पद की शपथ किसके द्वारा दिलाई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राष्ट्रपति द्वारा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के निवर्तमान राज्यपाल द्वारा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संबंधित राज्य के उच्च न्यायालय के मुख्य न्यायाधीश या उपलब्ध वरिष्ठतम न्यायाधीश द्वारा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विधानसभा के अध्यक्ष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संबंधित राज्य के उच्च न्यायालय के मुख्य न्यायाधीश या उपलब्ध वरिष्ठतम न्यायाधीश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राष्ट्रपति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के निवर्तमान राज्यपाल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विधानसभा के अध्यक्ष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159 के अंतर्गत राज्यपाल अपना पद ग्रहण करने से पूर्व शपथ या प्रतिज्ञान लेता है। राज्यपाल को उसके पद की शपथ संबंधित राज्य के उच्च न्यायालय (High Court) के मुख्य न्यायाधीश द्वारा दिलाई जाती है। मुख्य न्यायाधीश की अनुपस्थिति में उच्च न्यायालय के उपलब्ध ज्येष्ठतम/वरिष्ठ न्यायाधीश द्वारा शपथ दिलाई जाती है। ध्यान रहे कि संघ के मंत्रियों व अन्य अधिकारियों की शपथ का प्रारूप तीसरी अनुसूची में है, परंतु राज्यपाल की शपथ का विशिष्ट प्रारूप स्वयं अनुच्छेद 159 में दिया गया है जिसमें संविधान व विधि के परिरक्षण, संरक्षण व प्रतिरक्षण तथा जनता के कल्याण की शपथ शामिल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अनुच्छेद 361 के तहत राज्यपाल को प्राप्त संवैधानिक विशेषाधिकारों व उन्मुक्तियों (Immunities) के संबंध में निम्नलिखित कथनों पर विचार कीजिए: A. राज्यपाल अपने पद की शक्तियों के प्रयोग व कर्तव्यों के पालन के लिए किसी भी न्यायालय के प्रति उत्तरदायी नहीं होता। B. राज्यपाल की पदावधि के दौरान उसके विरुद्ध किसी भी न्यायालय में कोई आपराधिक/दांडिक कार्यवाही शुरू या जारी नहीं रखी जा सकती। C. राज्यपाल को उसकी पदावधि के दौरान किसी भी न्यायालय द्वारा गिरफ्तार या कारावास में डालने का आदेश जारी नहीं किया जा सकता। D. व्यक्तिगत कार्यों हेतु सिविल (दीवानी) कार्यवाही करने से पूर्व राज्यपाल को 2 माह का लिखित नोटिस देना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361 राष्ट्रपति तथा राज्यपालों को विशेष विशेषाधिकार व संवैधानिक उन्मुक्तियाँ प्रदान करता है। इसके खंड (1) के अनुसार राज्यपाल अपने पदीय कार्यों हेतु किसी अदालत के प्रति जवाबदेह नहीं है। खंड (2) के तहत उसकी पदावधि के दौरान आपराधिक कार्यवाही पूर्णतः वर्जित है। खंड (3) के तहत उसकी पदावधि के दौरान गिरफ्तारी या कारावास का वारंट जारी नहीं हो सकता। खंड (4) के तहत उसके व्यक्तिगत कृत्यों के लिए दीवानी/सिविल मामला चलाया जा सकता है, परंतु इसके लिए कम से कम 2 माह पूर्व लिखित सूचना (जिसमें नाम, पता व दावे का विवरण हो) दी जानी अनिवार्य है। अतः प्रस्तुत चारों कथन A, B, C तथा D पूर्णतः सही हैं, जिससे सही उत्तर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160 का संबंध निम्नलिखित में से किस उपबंध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की क्षमादान शक्ति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कुछ आकस्मिकताओं में राज्यपाल के कृत्यों के निर्वहन हेतु राष्ट्रपति का उपबंध करने का अधिकार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को जानकारी देने के संबंध में मुख्यमंत्री के कर्तव्य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के महाधिवक्ता की नियुक्ति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कुछ आकस्मिकताओं में राज्यपाल के कृत्यों के निर्वहन हेतु राष्ट्रपति का उपबंध करने का अधिकार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की क्षमादान शक्ति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को जानकारी देने के संबंध में मुख्यमंत्री के कर्तव्य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के महाधिवक्ता की नियुक्ति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160 "कुछ आकस्मिकताओं में राज्यपाल के कृत्यों के निर्वहन" से संबंधित है। इसके अनुसार राष्ट्रपति ऐसी किसी आकस्मिक स्थिति में, जो इस अध्याय में उपबंधित नहीं है (जैसे राज्यपाल का अचानक निधन, त्यागपत्र या लंबी बीमारी), राज्य के राज्यपाल के कार्यों के निर्वहन के लिए जो उचित समझे, उपबंध कर सकता है। सामान्यतः ऐसी स्थिति में उच्च न्यायालय के मुख्य न्यायाधीश को कार्यवाहक राज्यपाल का प्रभार सौंपा जाता है। विकल्प A गलत है क्योंकि क्षमादान शक्ति अनुच्छेद 161 में है। विकल्प C गलत है क्योंकि मुख्यमंत्री के कर्तव्य अनुच्छेद 167 में हैं। विकल्प D गलत है क्योंकि महाधिवक्ता अनुच्छेद 165 में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राज्यपाल की कार्यकारी शक्तियों (Executive Powers) एवं अनुच्छेदों के संदर्भ में निम्नलिखित कथनों पर विचार कीजिए: A. राज्य सरकार की समस्त कार्यपालिका कार्यवाही औपचारिक रूप से राज्यपाल के नाम से की जाती है (अनुच्छेद 166)। B. राज्यपाल अनुच्छेद 164 के तहत मुख्यमंत्री तथा उसकी सलाह पर अन्य मंत्रियों की नियुक्ति करता है। C. राज्यपाल राज्य के महाधिवक्ता (अनुच्छेद 165), राज्य निर्वाचन आयुक्त (अनुच्छेद 243K) तथा राज्य वित्त आयोग का गठन करता है। D. राजस्थान लोक सेवा आयोग (RPSC) के अध्यक्ष व सदस्यों की नियुक्ति तथा पदच्युति दोनों शक्तियाँ राज्यपाल में निहित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166 के तहत राज्य की समस्त कार्यपालिका कार्यवाही राज्यपाल के नाम से होती है। अनुच्छेद 164 के तहत राज्यपाल विधानसभा में बहुमत दल के नेता को मुख्यमंत्री तथा उसकी सिफारिश पर मंत्रियों को नियुक्त करता है। अनुच्छेद 165 के तहत महाधिवक्ता व अनुच्छेद 243K के तहत निर्वाचन आयुक्त की नियुक्ति करता है। कथन D आंशिक रूप से गलत है क्योंकि अनुच्छेद 316 के तहत RPSC अध्यक्ष व सदस्यों की नियुक्ति तो राज्यपाल करता है, परंतु उन्हें पद से हटाने (Dismissal) का संवैधानिक अधिकार केवल राष्ट्रपति को है (उच्चतम न्यायालय की जाँच रिपोर्ट के बाद)। अतः केवल कथन A, B और C सत्य हैं, इसलिए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राज्यपाल द्वारा नियुक्त संवैधानिक पदों तथा संबंधित अनुच्छेदों का सही सुमेलन कीजिए: सूची-I: सूची-I: A. राज्य का महाधिवक्ता B. राज्य निर्वाचन आयुक्त C. राज्य वित्त आयोग D. जिला न्यायाधीश सूची-II: 1. अनुच्छेद 243I / 243Y 2. अनुच्छेद 233 3. अनुच्छेद 165 4. अनुच्छेद 243K</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के महाधिवक्ता की नियुक्ति अनुच्छेद 165 के तहत राज्यपाल द्वारा की जाती है (A-3)। पंचायती राज व नगर निकायों हेतु राज्य निर्वाचन आयुक्त की नियुक्ति अनुच्छेद 243K/243ZA के तहत होती है (B-4)। राज्य वित्त आयोग का गठन राज्यपाल द्वारा प्रत्येक 5 वर्ष में अनुच्छेद 243I/243Y के तहत किया जाता है (C-1)। उच्च न्यायालय के परामर्श से जिला न्यायाधीशों की नियुक्ति अनुच्छेद 233 के अंतर्गत राज्यपाल द्वारा की जाती है (D-2)। विकल्प B, C व D असंगत मिलान प्रस्तुत करते हैं। अतः सही उत्तर विकल्प A (A-3, B-4,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अनुच्छेद 177 के तहत राज्य के महाधिवक्ता (Advocate General) के राज्य विधानमंडल में अधिकारों के संदर्भ में कौन 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उसे विधानमंडल के सदनों में बोलने व कार्यवाही में भाग लेने का अधिकार है, परंतु मतदान का अधिकार नहीं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उसे विधानमंडल में बोलने तथा मतदान करने दोनों का पूर्ण अधिकार प्राप्त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विधानमंडल की किसी समिति का सदस्य नहीं बन सकता।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उसे विधानमंडल सदस्यों के समान विशेषाधिकार प्राप्त नहीं 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उसे विधानमंडल के सदनों में बोलने व कार्यवाही में भाग लेने का अधिकार है, परंतु मतदान का अधिकार नहीं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उसे विधानमंडल में बोलने तथा मतदान करने दोनों का पूर्ण अधिकार प्राप्त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विधानमंडल की किसी समिति का सदस्य नहीं बन सकता।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उसे विधानमंडल सदस्यों के समान विशेषाधिकार प्राप्त नहीं होते।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177 के अनुसार राज्य के प्रत्येक मंत्री और महाधिवक्ता को राज्य की विधानसभा या विधान परिषद (दोनों सदनों) की कार्यवाही में बोलने तथा भाग लेने का अधिकार है। इसके अतिरिक्त उसे विधानमंडल की उस समिति में भी भाग लेने का अधिकार है जिसमें उसका नाम सदस्य के रूप में दिया गया है। परंतु, अनुच्छेद 177 के अंत में स्पष्ट लिखा है कि उसे सदन में मतदान करने (Right to Vote) का अधिकार नहीं होगा क्योंकि वह सदन का निर्वाचित/मनोनीत सदस्य नहीं होता। उसे विधानमंडल सदस्यों के समान ही विशेषाधिकार व उन्मुक्तियाँ प्राप्त होती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राज्यपाल द्वारा सुशोभित किए जाने वाले पदैन (Ex-Officio) पदों व जिम्मेदारियों के संदर्भ में निम्नलिखित कथनों पर विचार कीजिए: A. राज्यपाल राज्य के सभी राज्यपोषित (State Government) विश्वविद्यालयों का पदैन कुलाधिपति (Chancellor) होता है। B. राज्यपाल पश्चिमी क्षेत्र सांस्कृतिक केंद्र (उदयपुर) का पदैन अध्यक्ष होता है। C. राज्यपाल राजस्थान रेडक्रॉस सोसाइटी का अध्यक्ष तथा स्काउट एवं गाइड का संरक्षक होता है। D. राज्यपाल राज्य में स्थित सभी निजी (Private) तथा केंद्रीय (Central) विश्वविद्यालयों का भी कुलाधिपति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राज्यपाल राज्यपोषित सरकारी विश्वविद्यालयों के पदैन कुलाधिपति (Chancellor) होते हैं और कुलपतियों की नियुक्ति करते हैं। इसके अतिरिक्त वे पश्चिमी क्षेत्र सांस्कृतिक केंद्र (उदयपुर) के अध्यक्ष, राजस्थान रेडक्रॉस सोसाइटी के अध्यक्ष, राजस्थान स्काउट एवं गाइड के संरक्षक, राज्य सैनिक बोर्ड के सभापति तथा पूर्व सैनिकों के समेकित निधि प्रबंधन समिति के अध्यक्ष होते हैं। परंतु कथन D असत्य है क्योंकि राज्यपाल राज्य में स्थित निजी विश्वविद्यालयों (Private Universities) तथा केंद्रीय विश्वविद्यालय (Central University, जैसे अजमेर) के कुलाधिपति नहीं होते हैं। केंद्रीय विश्वविद्यालय के कुलाधिपति/विज़िटर राष्ट्रपति द्वारा तय होते हैं और निजी के अपने ट्रस्ट द्वारा। अतः केवल कथन A, B और C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2014 में जारी नवीन प्रोटोकॉल के अनुसार राजस्थान के राज्यपाल के संबोधन में किस शब्द के प्रयोग को समाप्त कर दिया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Honourable Governor</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His Excellency / महामहिम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माननीय राज्यपाल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राज्यपाल महोदय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His Excellency / महामहिम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Honourable Governor</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माननीय राज्यपाल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राज्यपाल महोदय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राजभवन से 26 अगस्त 2014 को जारी आदेशों के अनुसार शासकीय टिप्पणियों, महानुभावों के परस्पर वार्तालाप एवं राज्य समारोहों में 'हिज एक्सीलेंसी' (His Excellency) या 'महामहिम' शब्द के प्रयोग को समाप्त कर दिया गया है। नवीन प्रोटोकॉल के तहत हिंदी में 'माननीय राज्यपाल' या 'राज्यपाल महोदय' तथा अंग्रेजी में 'Honourable Governor' संबोधित किया जाता है। साथ ही नाम से पूर्व 'श्री/श्रीमती/सुश्री' का प्रयोग किया जाता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राज्यपाल की विधायी शक्तियों (Legislative Powers - अनुच्छेद 174, 175, 176) के संदर्भ में निम्नलिखित कथनों पर विचार कीजिए: A. अनुच्छेद 174 के तहत राज्यपाल विधानमंडल के सत्र को आहूत (Summon), सत्रावसान (Prorogation) एवं विधानसभा को विघटित (Dissolve) कर सकता है। B. दो उत्तरवर्ती सत्रों की बैठकों के मध्य 6 माह से अधिक का अंतर नहीं होना चाहिए। C. विधानमंडल की बैठक को अनिश्चितकाल के लिए स्थगित (Adjournment Sine Die) करने की शक्ति राज्यपाल में निहित है। D. अनुच्छेद 176 के तहत राज्यपाल आम चुनाव के बाद प्रथम सत्र तथा प्रत्येक वर्ष के प्रथम सत्र (बजट सत्र) में विशेष अभिभाषण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174 के तहत सत्र बुलाने, सत्रावसान करने तथा विधानसभा को भंग करने का अधिकार राज्यपाल को है। अनुच्छेद 176 के तहत नवीन विधानसभा के गठन के पश्चात प्रथम सत्र एवं प्रत्येक वर्ष के पहले सत्र के आरंभ में राज्यपाल का विशेष अभिभाषण होता है। कथन C असत्य है क्योंकि बैठक को स्थगित (Adjournment) या अनिश्चितकाल के लिए स्थगित (Adjournment Sine Die) करने का अधिकार विधानसभा के अध्यक्ष (Speaker) को होता है, न कि राज्यपाल को। सत्रावसान राज्यपाल करता है जिससे पूरा सत्र समाप्त हो जाता है। अतः केवल कथन A, B और D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104वें संविधान संशोधन अधिनियम, 2020 द्वारा राज्यपाल की किस मनोनीत करने की शक्ति को समाप्त कर दिया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विधान परिषद में 1/6 सदस्यों का मनोनयन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विधानसभा में 1 आंग्ल-भारतीय (Anglo-Indian) सदस्य का मनोनयन (अनुच्छेद 333)</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अध्यादेश जारी करने की शक्ति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विधेयक को पुनर्विचार हेतु लौटाने का अधिकार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 विधानसभा में 1 आंग्ल-भारतीय (Anglo-Indian) सदस्य का मनोनयन (अनुच्छेद 333)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विधान परिषद में 1/6 सदस्यों का मनोनयन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अध्यादेश जारी करने की शक्ति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विधेयक को पुनर्विचार हेतु लौटाने का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104वें संविधान संशोधन अधिनियम, 2020 द्वारा अनुच्छेद 333 के तहत राज्य विधानसभाओं में राज्यपाल द्वारा 1 आंग्ल-भारतीय (Anglo-Indian) सदस्य को मनोनीत करने के प्रावधान को समाप्त कर दिया गया है। (इसी संशोधन से अनुच्छेद 331 के तहत लोकसभा में राष्ट्रपति द्वारा 2 एंग्लो-इंडियन के मनोनयन को भी समाप्त किया गया है)। विकल्प A गलत है क्योंकि अनुच्छेद 171(3) के तहत विधान परिषद वाले राज्यों में साहित्य, विज्ञान, कला, सहकारिता आंदोलन व समाज सेवा से 1/6 सदस्यों का मनोनयन राज्यपाल द्वारा यथावत जारी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 विधानमंडल से संबंधित अनुच्छेदों का उनके प्रावधानों के साथ सही सुमेलन कीजिए: सूची-I: सूची-I: A. अनुच्छेद 174 B. अनुच्छेद 175 C. अनुच्छेद 176 D. अनुच्छेद 192 सूची-II: 1. सदस्यों की अयोग्यता का निर्वाचन आयोग की सलाह से निर्णय 2. सत्र आहूत करना, सत्रावसान व विधानसभा विघटन 3. सदन में अभिभाषण व संदेश भेजने का राज्यपाल का अधिकार 4. राज्यपाल का विशेष अभिभाषण (प्रथम व बजट सत्र)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174 के तहत राज्यपाल सत्र आहूत करता है, सत्रावसान करता है तथा विधानसभा विघटित करता है (A-2)। अनुच्छेद 175 राज्यपाल को सदन में अभिभाषण व संदेश भेजने का अधिकार देता है (B-3)। अनुच्छेद 176 के तहत आम चुनाव के बाद प्रथम सत्र व बजट सत्र के प्रारंभ में विशेष अभिभाषण दिया जाता है (C-4)। अनुच्छेद 192 के तहत दल-बदल को छोड़कर अन्य आधारों पर विधानमंडल सदस्यों की अयोग्यता का निर्णय राज्यपाल निर्वाचन आयोग की सलाह पर करता है (D-1)। अतः सही सुमेलन विकल्प A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अनुच्छेद 200 के तहत राज्यपाल की विधेयकों पर अनुमति (Veto Powers) के संबंध में निम्नलिखित कथनों पर विचार कीजिए: A. जब कोई विधेयक विधानमंडल से पारित होकर आता है, तो राज्यपाल उस पर स्वीकृति दे सकता है या स्वीकृति रोक सकता है। B. राज्यपाल धन विधेयक के अलावा किसी साधारण विधेयक को पुनर्विचार हेतु विधानमंडल को लौटा सकता है। C. यदि विधानमंडल विधेयक को पुनः बिना किसी संशोधन के पारित कर भेज दे, तो राज्यपाल अनुमति देने के लिए बाध्य होता है। D. भारतीय संविधान में राज्य के राज्यपाल को अनिश्चितकाल तक विधेयक रोकने हेतु पॉकेट वीटो (Pocket Veto) का स्पष्ट अधिकार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200 के तहत राज्यपाल के पास वीटो के तीन विकल्प तथा एक आरक्षण का अधिकार होता है। वह अनुमति दे सकता है (विधेयक कानून बन जाता है), अनुमति रोक सकता है (आत्यांतिक वीटो), या धन विधेयक के अतिरिक्त अन्य साधारण विधेयक को पुनर्विचार हेतु लौटा सकता है (निलंबनकारी वीटो)। यदि विधानमंडल पुनः संशोधन के साथ या बिना संशोधन के विधेयक पारित कर दे तो राज्यपाल को हस्ताक्षर करने ही पड़ते हैं। राष्ट्रपति के पास पॉकेट वीटो (अनुच्छेद 111) का अधिकार है, परंतु राज्यपाल को संविधान में अनिश्चितकाल तक विधेयक रोकने का पॉकेट वीटो अधिकार नहीं प्राप्त है। अतः दिए गए चारों कथन A, B, C व D सत्य हैं (विकल्प D)।</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अनुच्छेद 200 के अनुसार राज्यपाल किस परिस्थिति में राज्य विधानमंडल द्वारा पारित विधेयक को राष्ट्रपति के विचारार्थ आरक्षित रखने के लिए संवैधानिक रूप से बाध्य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विधेयक राज्य के कराधान से संबंधित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विधेयक उच्च न्यायालय (High Court) की संवैधानिक स्थिति या शक्तियों को कम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विधेयक किसी नए जिले के गठन से संबंधित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विधेयक राज्य विधानसभा के सदस्यों के वेतन संशोधन से जुड़ा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 विधेयक उच्च न्यायालय (High Court) की संवैधानिक स्थिति या शक्तियों को कम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विधेयक राज्य के कराधान से संबंधित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विधेयक किसी नए जिले के गठन से संबंधित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विधेयक राज्य विधानसभा के सदस्यों के वेतन संशोधन से जुड़ा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200 के दूसरे परंतुक के अनुसार, यदि राज्य विधानमंडल द्वारा पारित कोई विधेयक उच्च न्यायालय (High Court) की संवैधानिक स्थिति या उसकी शक्तियों में ऐसी कमी करता है जिससे उसकी स्वतंत्र भूमिका खतरे में पड़ती हो, तो राज्यपाल उस विधेयक को राष्ट्रपति के विचारार्थ आरक्षित रखने के लिए संवैधानिक रूप से बाध्य है। इसके अतिरिक्त नीति-निर्देशक तत्वों के विरुद्ध, राष्ट्रीय महत्त्व के, या संविधान के प्रावधानों के विपरीत विधेयकों को भी राष्ट्रपति के विचारार्थ आरक्षित रखा जा सकता है। विकल्प A, C और D में वर्णित विषयों पर आरक्षित रखना बाध्यकारी नहीं है। अतः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अनुच्छेद 213 के तहत राज्यपाल की अध्यादेश जारी करने की शक्ति (Ordinance Power) के संदर्भ में निम्नलिखित कथनों पर विचार कीजिए: A. अध्यादेश तब जारी किया जा सकता है जब राज्य विधानमंडल का सत्र न चल रहा हो (विश्रांतिकाल) और तत्काल कानून की आवश्यकता हो। B. अध्यादेश जारी करना राज्यपाल की स्वविवेकीय शक्ति नहीं है; इसके लिए मंत्रिपरिषद की सलाह अनिवार्य होती है। C. अध्यादेश का वही बल और प्रभाव होता है जो विधानमंडल द्वारा बनाए गए अधिनियम का होता है। D. विधानमंडल के पुनः समवेत होने की तारीख से 6 सप्ताह (42 दिन) के भीतर पारित होना अनिवार्य है, अन्यथा यह स्वतः समाप्त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213 के अंतर्गत राज्यपाल की अध्यादेश शक्ति एक सह-विस्तारी विधायी शक्ति है। राज्यपाल स्वविवेक से अध्यादेश जारी नहीं कर सकता; इसके लिए राज्य मंत्रिपरिषद की सलाह व सिफारिश अनिवार्य होती है। अध्यादेश का प्रभाव विधानमंडल के अधिनियम जैसा ही होता है। विधानमंडल का सत्र पुनः शुरू होने की तारीख से 6 सप्ताह (42 दिन) के भीतर यदि इसे पास नहीं किया जाता, तो यह स्वतः समाप्त हो जाता है। राज्यपाल मंत्रिपरिषद की सलाह पर अध्यादेश को किसी भी समय वापस भी ले सकता है। अतः चारों कथन A, B, C व D पूरी तरह सत्य हैं (विकल्प D)।</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राष्ट्रपति एवं राज्यपाल की वीटो व अध्यादेश शक्तियों के अनुच्छेदों का सही सुमेलन कीजिए: सूची-I: सूची-I: A. राष्ट्रपति की वीटो शक्ति B. राज्यपाल की वीटो शक्ति C. राष्ट्रपति की अध्यादेश शक्ति D. राज्यपाल की अध्यादेश शक्ति सूची-II: 1. अनुच्छेद 200 2. अनुच्छेद 111 3. अनुच्छेद 213 4. अनुच्छेद 123</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की वीटो शक्ति अनुच्छेद 111 में निहित है (A-2)। राज्यपाल की वीटो शक्ति अनुच्छेद 200 में वर्णित है (B-1)। राष्ट्रपति की अध्यादेश जारी करने की शक्ति अनुच्छेद 123 में है (C-4)। राज्यपाल की अध्यादेश जारी करने की शक्ति अनुच्छेद 213 में है (D-3)। अनुच्छेदों के इस परिवर्तन (123 -&gt; 213) को याद रखना बहुत आसान है। विकल्प B, C और D गलत उत्तर प्रस्तुत करते हैं। अतः सही सुमेलन विकल्प A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डी.सी. वाधवा बनाम बिहार राज्य वाद (1987) में सर्वोच्च न्यायालय ने अध्यादेश शक्ति के संबंध में क्या महत्त्वपूर्ण निर्णय दिया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अध्यादेश को केवल राष्ट्रपति ही रद्द कर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बिना विधायिका से पारित कराए बार-बार अध्यादेश को पुनरुपख्यापित (Re-promulgate) करना "अध्यादेश राज" तथा संविधान पर धोखाधड़ी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अध्यादेश जारी करने की राज्यपाल की शक्ति असीमित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अध्यादेश की न्यायिक समीक्षा नहीं की जा सकता।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बिना विधायिका से पारित कराए बार-बार अध्यादेश को पुनरुपख्यापित (Re-promulgate) करना "अध्यादेश राज" तथा संविधान पर धोखाधड़ी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अध्यादेश को केवल राष्ट्रपति ही रद्द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अध्यादेश जारी करने की राज्यपाल की शक्ति असीमित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अध्यादेश की न्यायिक समीक्षा नहीं की जा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डी.सी. वाधवा बनाम बिहार राज्य वाद (1987) में सर्वोच्च न्यायालय ने बिहार सरकार द्वारा वर्षों तक विधानमंडल का सामना किए बिना लगातार अध्यादेशों को पुनः प्रख्यापित करने की प्रथा को असंवैधानिक घोषित किया था। उच्चतम न्यायालय ने इसे "अध्यादेश राज" (Ordinance Raj) तथा संविधान के साथ धोखा करार देते हुए कहा कि अध्यादेश केवल असाधारण परिस्थितियों के लिए है, विधायिका के कानून बनाने के अधिकार का विकल्प नहीं हो सकता। अतः सही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राज्यपाल की वित्तीय शक्तियों (Financial Powers) के संदर्भ में निम्नलिखित कथनों पर विचार कीजिए: A. राज्य विधानसभा में धन विधेयक (Money Bill) केवल राज्यपाल की पूर्व अनुमति/सिफारिश पर ही प्रस्तुत किया जा सकता है। B. अनुच्छेद 202 के तहत राज्यपाल प्रतिवर्ष वार्षिक वित्तीय विवरण (बजट) विधानमंडल के सदनों में रखवाता है। C. अनुच्छेद 203(3) के अनुसार विधानसभा में कोई भी अनुदान की माँग (Demand for Grants) राज्यपाल की सिफारिश के बिना नहीं रखी जा सकती। D. राज्य की आकस्मिकता निधि (Contingency Fund of State) राज्यपाल के नियंत्रण में होती है, जिससे वह अप्रत्याशित व्यय हेतु अग्रिम धन दे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राज्यपाल की वित्तीय शक्तियाँ राज्य के बजट व वित्त प्रणाली का आधार हैं। धन विधेयक (अनुच्छेद 198/207) केवल राज्यपाल की अग्रिम सिफारिश पर लाया जाता है। अनुच्छेद 202 के तहत वह वित्त मंत्री के माध्यम से वार्षिक वित्तीय विवरण पेश करवाता है। अनुच्छेद 203(3) के तहत बिना उसकी सिफारिश के कोई अनुदान की माँग नहीं रखी जा सकती। अनुच्छेद 267(2) के तहत राज्य आकस्मिकता निधि पर राज्यपाल का नियंत्रण होता है और वह अप्रत्याशित खर्चों के लिए अग्रिम राशि दे सकता है। अतः प्रस्तुत चारों कथन A, B, C व D पूरी तरह सही हैं (विकल्प D)।</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अनुच्छेद 161 के तहत राज्यपाल की क्षमादान शक्ति (Pardoning Power) तथा राष्ट्रपति की क्षमादान शक्ति (अनुच्छेद 72) में मुख्य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मृत्युदंड को पूर्णतः माफ कर सकता है, जबकि राज्यपाल मृत्युदंड को माफ नहीं कर सकता (केवल निलंबित, लघुकृत या परिहार कर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सैन्य अदालत (Court Martial) के दंड को माफ कर सकता है, जबकि राज्यपाल को यह अधिकार नहीं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केवल राज्य सूची व समवर्ती सूची के विषयों के तहत किए गए अपराधों पर क्षमादान दे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मृत्युदंड को पूर्णतः माफ कर सकता है, जबकि राज्यपाल मृत्युदंड को माफ नहीं कर सकता (केवल निलंबित, लघुकृत या परिहार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सैन्य अदालत (Court Martial) के दंड को माफ कर सकता है, जबकि राज्यपाल को यह अधिकार नहीं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केवल राज्य सूची व समवर्ती सूची के विषयों के तहत किए गए अपराधों पर क्षमादान दे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72 के तहत राष्ट्रपति तथा अनुच्छेद 161 के तहत राज्यपाल की क्षमादान शक्तियों में तीन मुख्य अंतर हैं। पहला: राष्ट्रपति मृत्युदंड (Death Sentence) को पूरी तरह माफ (Pardon) कर सकता है, परंतु राज्यपाल मृत्युदंड को पूरी तरह माफ नहीं कर सकता; हालाँकि वह मृत्युदंड को लघुकृत (कम), निलंबित या परिहार कर सकता है। दूसरा: राष्ट्रपति सेना न्यायालय (Court Martial) के दंड को माफ कर सकता है, जबकि राज्यपाल के पास यह अधिकार नहीं है। तीसरा: राज्यपाल केवल राज्य की कार्यपालिका शक्ति के विस्तार वाले कानूनों तक सीमित है। अतः विकल्प D उपयुक्त सभी सत्य कथन प्रस्तुत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 उच्च न्यायालय (High Court) के न्यायाधीशों के संदर्भ में राज्यपाल की संवैधानिक भूमिका के संबंध में निम्नलिखित कथनों पर विचार कीजिए: A. अनुच्छेद 217 के अनुसार उच्च न्यायालय के न्यायाधीशों की नियुक्ति राष्ट्रपति द्वारा संबंधित राज्य के राज्यपाल से परामर्श के पश्चात की जाती है। B. अनुच्छेद 219 के तहत उच्च न्यायालय के न्यायाधीशों को उनके पद की शपथ संबंधित राज्य का राज्यपाल (या उसके द्वारा अधिकृत व्यक्ति) दिलाता है। C. राज्यपाल उच्च न्यायालय के न्यायाधीशों को उनके पद से बर्खास्त कर सकता है। D. जिला न्यायाधीशों (District Judges) की नियुक्ति अनुच्छेद 233 के तहत राज्यपाल द्वारा उच्च न्यायालय के परामर्श से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217 के तहत हाई कोर्ट के न्यायाधीशों की नियुक्ति राष्ट्रपति राज्यपाल से परामर्श के बाद करता है। अनुच्छेद 219 के तहत हाई कोर्ट न्यायाधीशों को उनके पद की शपथ राज्य का राज्यपाल दिलाता है। अनुच्छेद 233 के तहत जिला न्यायाधीशों की नियुक्ति भी राज्यपाल करता है। परंतु कथन C गलत है क्योंकि उच्च न्यायालय के न्यायाधीशों को हटाने की शक्ति केवल राष्ट्रपति के पास होती है (संसद में विशेष बहुमत से प्रस्ताव पारित होने पर), राज्यपाल उन्हें नहीं हटा सकता। अतः केवल कथन A, B और D सत्य हैं (विकल्प A)।</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अनुच्छेद 163 के तहत राज्यपाल को प्राप्त स्वविवेकीय शक्तियों (Discretionary Powers) के संदर्भ में कौन 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163(1) के अनुसार राज्यपाल को सहायता व सलाह देने के लिए मुख्यमंत्री की अध्यक्षता में मंत्रिपरिषद होगी।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163(2) के अनुसार यदि यह प्रश्न उठता है कि कोई विषय राज्यपाल के स्वविवेक का है या नहीं, तो राज्यपाल का निर्णय अंतिम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के स्वविवेकीय निर्णय को अदालत में इस आधार पर चुनौती दी जा सकती है कि उसे स्वविवेक से कार्य नहीं करना चाहिए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 मंत्रियों ने राज्यपाल को कोई सलाह दी और यदि दी तो क्या दी, इस प्रश्न की किसी न्यायालय में जाँच नहीं की जाएगी (अनुच्छेद 163(3))।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राज्यपाल के स्वविवेकीय निर्णय को अदालत में इस आधार पर चुनौती दी जा सकती है कि उसे स्वविवेक से कार्य नहीं करना चाहिए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163(1) के अनुसार राज्यपाल को सहायता व सलाह देने के लिए मुख्यमंत्री की अध्यक्षता में मंत्रिपरिषद होगी।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163(2) के अनुसार यदि यह प्रश्न उठता है कि कोई विषय राज्यपाल के स्वविवेक का है या नहीं, तो राज्यपाल का निर्णय अंतिम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 मंत्रियों ने राज्यपाल को कोई सलाह दी और यदि दी तो क्या दी, इस प्रश्न की किसी न्यायालय में जाँच नहीं की जाएगी (अनुच्छेद 163(3))।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163(2) में स्पष्ट लिखा है कि यदि यह प्रश्न उठता है कि कोई मामला राज्यपाल की स्वविवेकीय शक्ति के अंतर्गत आता है या नहीं, तो राज्यपाल का निर्णय अंतिम होगा और राज्यपाल द्वारा की गई किसी बात की विधिमान्यता (Validity) को इस आधार पर प्रश्नगत नहीं किया जाएगा कि उसे स्वविवेक से कार्य करना चाहिए था या नहीं। अतः विकल्प C असत्य कथन है क्योंकि स्वविवेकीय निर्णय की वैधता पर इस आधार पर अदालत में प्रश्न नहीं उठाया जा सकता। विकल्प A, B और D संविधान के अनुच्छेद 163 के सही प्रावधान हैं। अतः सही उत्तर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त्रिशंकु विधानसभा (Hung Assembly) की स्थिति में राज्यपाल की परिस्थितियों से उत्पन्न स्वविवेकीय शक्ति (Situational Discretion) के प्रयोग के संदर्भ में निम्नलिखित कथनों पर विचार कीजिए: A. जब विधानसभा चुनाव में किसी भी दल या पूर्व-चुनाव गठबंधन को स्पष्ट बहुमत प्राप्त न हो, तो राज्यपाल अपनी बुद्धि से मुख्यमंत्री का चयन करता है। B. राज्यपाल सामान्यतः सबसे बड़े दल या सबसे बड़े चुनाव-पूर्व गठबंधन के नेता को आमंत्रित करता है और उसे निश्चित समय में बहुमत सिद्ध करने को कहता है। C. मुख्यमंत्री की अचानक मृत्यु होने पर यदि सत्तारूढ़ दल का कोई स्पष्ट उत्तराधिकारी न हो, तो राज्यपाल स्वविवेक से कार्य करता है। D. अविश्वास प्रस्ताव पास होने या बहुमत खोने पर यदि मंत्रिपरिषद त्यागपत्र न दे, तो राज्यपाल मंत्रिपरिषद को बर्खास्त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राज्यपाल की स्वविवेकीय शक्तियों को दो भागों में बाँटा जाता है: संविधान प्रदत्त (जैसे अनुच्छेद 200, 356) तथा परिस्थिति-जनित (Situational Discretion)। त्रिशंकु विधानसभा की स्थिति में मुख्यमंत्री की नियुक्ति करना परिस्थिति-जनित स्वविवेक का सबसे प्रमुख उदाहरण है। इसके अतिरिक्त मुख्यमंत्री की अचानक मृत्यु होने पर कार्यवाहक या नए मुख्यमंत्री का चयन, विधानसभा में बहुमत खोने के बाद इस्तीफा न देने वाली सरकार को बर्खास्त करना तथा अल्पमत में आई सरकार द्वारा सिफारिश करने पर विधानसभा को भंग करना राज्यपाल की परिस्थितियों से उत्पन्न स्वविवेकीय शक्तियाँ हैं। अतः चारों कथन A, B, C व D सत्य हैं (विकल्प D)।</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राज्यपाल की स्वविवेकीय शक्तियों के प्रकार एवं उनके उदाहरणों का सही सुमेलन कीजिए: सूची-I: सूची-I: A. विधेयक को राष्ट्रपति हेतु आरक्षित रखना (अनुच्छेद 200) B. राज्य में राष्ट्रपति शासन की सिफारिश (अनुच्छेद 356) C. त्रिशंकु विधानसभा में मुख्यमंत्री का चयन D. बहुमत खोने पर मंत्रिपरिषद की बर्खास्तगी सूची-II: 1. परिस्थितिजन्य स्वविवेक 2. संविधान प्रदत्त स्वविवेक 3. परिस्थितिजन्य स्वविवेक 4. संविधान प्रदत्त स्वविवेक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राज्यपाल की स्वविवेकीय शक्तियों को दो भागों में विभाजित किया जाता है। पहला: संविधान प्रदत्त स्वविवेक- जैसे अनुच्छेद 200 के तहत विधेयक को राष्ट्रपति हेतु आरक्षित रखना (A-2) तथा अनुच्छेद 356 के तहत राज्य में राष्ट्रपति शासन की सिफारिश करना (B-4)। दूसरा: परिस्थितिजन्य स्वविवेक- जैसे चुनाव में त्रिशंकु विधानसभा बनने पर मुख्यमंत्री का चयन करना (C-1) तथा अविश्वास प्रस्ताव या बहुमत खोने के बाद पद पर बनी रहने वाली मंत्रिपरिषद को बर्खास्त करना (D-3)। अतः सही संयोजन विकल्प A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5वीं अनुसूची के अनुच्छेद 244(1) के तहत अनुसूचित क्षेत्रों में राज्य के राज्यपाल को निम्नलिखित में से कौन सी विशेष शक्ति प्राप्त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जनजाति सलाहकार परिषद (Tribal Advisory Council) के नियमों व अध्यक्ष की नियुक्ति का तरीका निर्धारित कर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संसद या राज्य विधानमंडल के किसी अधिनियम को अनुसूचित क्षेत्र में लागू न करने या संशोधनों के साथ लागू करने का निर्देश दे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राज्यपाल जनजातीय भूमि के हस्तांतरण को प्रतिबंधित करने हेतु नियम बना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जनजाति सलाहकार परिषद (Tribal Advisory Council) के नियमों व अध्यक्ष की नियुक्ति का तरीका निर्धारित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संसद या राज्य विधानमंडल के किसी अधिनियम को अनुसूचित क्षेत्र में लागू न करने या संशोधनों के साथ लागू करने का निर्देश दे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राज्यपाल जनजातीय भूमि के हस्तांतरण को प्रतिबंधित करने हेतु नियम बना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5वीं अनुसूची के तहत अनुसूचित क्षेत्रों वाले राज्यों के राज्यपाल को विशेष शक्तियां प्राप्त हैं। वह राष्ट्रपति को वार्षिक या माँगी गई रिपोर्ट सौंपता है। अनुच्छेद 244(1) के तहत वह जनजाति सलाहकार परिषद के संबंध में नियम बनाता है तथा अध्यक्ष की नियुक्ति तय करता है। वह यह विनिमय बना सकता है कि संसद या राज्य विधायिका का कोई कानून अनुसूचित क्षेत्र में लागू नहीं होगा या फेरबदल के साथ लागू होगा तथा एसटी सदस्यों की भूमि के हस्तांतरण पर रोक लगा सकता है। अतः विकल्प D सभी सत्य कथन प्रस्तुत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केंद्र-राज्य संबंधों तथा राज्यपाल की भूमिका पर गठित प्रमुख आयोगों/समितियों की सिफारिशों के संदर्भ में निम्नलिखित कथनों पर विचार कीजिए: A. प्रथम प्रशासनिक सुधार आयोग (ARC 1966) ने सिफारिश की कि राज्यपाल पद पर किसी व्यक्ति को एक ही बार नियुक्त किया जाए और पुनर्नियुक्ति न दी जाए। B. राजमन्नार समिति (1969, तमिलनाडु) ने राज्यपाल पद को ही समाप्त करने तथा अनुच्छेद 356 को हटाने की सिफारिश की थी। C. सरकारिया आयोग (1983) ने सिफारिश की कि राज्यपाल राज्य के बाहर का प्रतिष्ठित व्यक्ति हो, दलीय राजनीति में सक्रिय न हो व नियुक्ति में मुख्यमंत्री से परामर्श हो। D. पूंछी आयोग (2007) ने सिफारिश की कि राज्यपाल को हटाने के लिए राज्य विधानमंडल द्वारा महाभियोग (Impeachment) जैसी प्रक्रिया अपनाई जाए।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राज्यपाल पद के निष्पक्ष संचालन हेतु विभिन्न आयोगों ने महत्वपूर्ण संस्तुतियाँ दीं। 1966 के प्रथम ARC ने पुनर्नियुक्ति का विरोध किया। तमिलनाडु सरकार द्वारा गठित राजमन्नार समिति (1969) ने राज्यों की स्वायत्तता हेतु राज्यपाल पद तथा अनुच्छेद 356 को समाप्त करने की चरम सिफारिश की थी। न्यायमूर्ति रणजीत सिंह सरकारिया आयोग (1988 रिपोर्ट) ने कहा कि राज्यपाल राज्य के बाहर का प्रतिष्ठित व्यक्ति हो, दलीय राजनीति में सक्रिय न हो व मुख्यमंत्री से परामर्श किया जाए। न्यायमूर्ति मदन मोहन पूंछी आयोग (2010 रिपोर्ट) ने राज्यपाल का कार्यकाल निश्चित करने तथा उसे हटाने हेतु राज्य विधायिका द्वारा महाभियोग चलाने की सिफारिश की थी। अतः चारों कथन A, B, C व D पूरी तरह सत्य हैं (विकल्प D)।</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केंद्र-राज्य संबंधों व राज्यपाल पद से जुड़े प्रमुख आयोगों का उनके गठन वर्ष के साथ सही सुमेलन कीजिए: सूची-I: सूची-I: A. प्रथम प्रशासनिक सुधार आयोग B. राजमन्नार समिति C. सरकारिया आयोग D. पूंछी आयोग सूची-II: 1. 1983 2. 2007 3. 1966 4. 1969</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मोरारजी देसाई की अध्यक्षता में प्रथम प्रशासनिक सुधार आयोग (ARC) का गठन 1966 में हुआ (A-3)। तमिलनाडु सरकार द्वारा डॉ. पी.वी. राजमन्नार समिति का गठन 1969 में किया गया (B-4)। केंद्र सरकार द्वारा न्यायमूर्ति रणजीत सिंह सरकारिया आयोग का गठन 1983 में हुआ (C-1)। न्यायमूर्ति मदन मोहन पूंछी आयोग का गठन 2007 में किया गया (D-2)। (याद रखने का क्रम: राजमन्नार 1969 -&gt; सरकारिया 1983 -&gt; पूंछी 2007)। अतः सही संयोजन विकल्प A (A-3, B-4,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किस आयोग/समिति ने यह सिफारिश की थी कि राज्यपालों को राज्य के विश्वविद्यालयों का कुलाधिपति (Chancellor) न बनाया जाए?</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सरकारिया आयोग (1983)</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पूंछी आयोग (2007)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वेंकटचलैया आयोग (2000)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भगवान सहाय समिति (1970)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पूंछी आयोग (2007)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सरकारिया आयोग (1983)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वेंकटचलैया आयोग (2000)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भगवान सहाय समिति (1970)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मदन मोहन पूंछी की अध्यक्षता में वर्ष 2007 में गठित द्वितीय केंद्र-राज्य संबंध आयोग (पूंछी आयोग) ने अपनी 2010 की रिपोर्ट में सिफारिश की थी कि राज्यपालों को राज्य विश्वविद्यालयों के कुलाधिपति (Chancellor) का पदीय दायित्व नहीं सौंपा जाना चाहिए। आयोग का मानना था कि इससे राज्यपाल का पद प्रशासनिक व अकादमिक विवादों में घसीटा जाता है और उसकी संवैधानिक निष्पक्षता प्रभावित होती है। विकल्प A गलत है क्योंकि सरकारिया आयोग ने मुख्य रूप से नियुक्ति व परामर्श पर जोर दिया था।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अनुच्छेद 356 (राष्ट्रपति शासन) की प्रक्रियाओं तथा एस.आर. बोम्मई वाद (1994) के संदर्भ में निम्नलिखित कथनों पर विचार कीजिए: A. जब राज्य में संवैधानिक तंत्र विफल हो जाए तो राज्यपाल की लिखित रिपोर्ट या राष्ट्रपति के समाधान पर राष्ट्रपति शासन लगाया जा सकता है। B. राष्ट्रपति शासन की उद्घोषणा को संसद के दोनों सदनों द्वारा 2 माह के भीतर साधारण बहुमत से अनुमोदित होना आवश्यक है। C. एक बार संसदीय अनुमोदन प्राप्त होने पर यह 6 माह तक लागू रहता है और इसे 6-6 माह बढ़ाकर अधिकतम 3 वर्ष तक रखा जा सकता है। D. एस.आर. बोम्मई वाद (1994) में सर्वोच्च न्यायालय ने तय किया कि राष्ट्रपति शासन की न्यायिक समीक्षा (Judicial Review) संभव है और फ्लोर टेस्ट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356 के तहत राज्य में संवैधानिक आपातकाल लागू होता है। राष्ट्रपति उद्घोषणा जारी करता है जिसे 2 माह के भीतर संसद के दोनों सदनों द्वारा साधारण बहुमत से पास कराना अनिवार्य होता है। अनुमोदित होने पर यह 6 माह के लिए लागू होता है तथा अधिकतम 3 वर्ष तक बढ़ाया जा सकता है। एस.आर. बोम्मई वाद (1994) में 9 सदस्यीय पीठ ने स्पष्ट किया कि अनुच्छेद 356 का प्रयोग अंतिम विकल्प होना चाहिए, इसका दुर्भावनापूर्ण प्रयोग न्यायिक समीक्षा के अधीन है और विधानसभा का फ्लोर टेस्ट ही बहुमत परीक्षण का एकमात्र जरिया है। अतः चारों कथन A, B, C व D सत्य हैं (विकल्प D)।</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लागू हुए राष्ट्रपति शासन (अनुच्छेद 356) की अवधियों तथा तत्कालीन राज्यपालों का सही सुमेलन कीजिए: सूची-I: सूची-I: A. प्रथम राष्ट्रपति शासन (1967) B. द्वितीय राष्ट्रपति शासन (1977) C. तृतीय राष्ट्रपति शासन (1980) D. चतुर्थ राष्ट्रपति शासन (1992-93) सूची-II: 1. डॉ. एम. चेन्ना रेड्डी 2. रघुकुल तिलक 3. वेदपाल त्यागी 4. डॉ. सम्पूर्णानंद</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अब तक कुल 4 बार राष्ट्रपति शासन लगा है। पहली बार 13 मार्च से 26 अप्रैल 1967 (सबसे कम 45 दिन) को लगा, जब राज्यपाल डॉ. सम्पूर्णानंद थे (A-4)। दूसरी बार 30 अप्रैल से 21 जून 1977 (53 दिन) को लगा, जब राज्यपाल वेदपाल त्यागी थे (B-3)। तीसरी बार 17 फरवरी से 5 जून 1980 (109 दिन) को लगा, जब राज्यपाल रघुकुल तिलक थे (C-2)। चौथी बार 15 दिसंबर 1992 से 3 दिसंबर 1993 (सबसे लंबा 353 दिन) को लगा, जब राज्यपाल डॉ. एम. चेन्ना रेड्डी थे (D-1)। अतः सही संयोजन विकल्प A (A-4, B-3,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सबसे लंबी अवधि (353 दिन) तक लागू रहने वाला चतुर्थ राष्ट्रपति शासन (1992-1993) किस मुख्यमंत्री के कार्यकाल में लगाया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मोहनलाल सुखाड़िया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हरिदेव जोशी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भैरोंसिंह शेखावत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जगन्नाथ पहाड़िया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भैरोंसिंह शेखावत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मोहनलाल सुखाड़िया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हरिदेव जोशी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जगन्नाथ पहाड़िया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चतुर्थ राष्ट्रपति शासन 15 दिसंबर 1992 से 3 दिसंबर 1993 तक (कुल 353 दिन - सबसे लंबी अवधि) लागू रहा था। इस दौरान राज्य के मुख्यमंत्री भैरोंसिंह शेखावत थे और केंद्र में बाबरी मस्जिद विध्वंस घटनाक्रम के बाद तत्कालीन शेखावत सरकार को बर्खास्त कर राष्ट्रपति शासन लगाया गया था। उस समय राजस्थान के राज्यपाल डॉ. एम. चेन्ना रेड्डी थे। विकल्प A गलत है क्योंकि मोहनलाल सुखाड़िया के समय प्रथम राष्ट्रपति शासन (1967) लगा था। तृतीय (1980) व चतुर्थ (1992) दोनों के समय भैरोंसिंह शेखावत ही मुख्यमंत्री थे। अतः सही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राष्ट्रपति शासन (अनुच्छेद 356) के संदर्भ में निम्नलिखित कथनों पर विचार कीजिए: A. प्रथम राष्ट्रपति शासन (1967) विधानसभा चुनाव में किसी भी दल को स्पष्ट बहुमत न मिलने (त्रिशंकु विधानसभा) के कारण लगाया गया था। B. द्वितीय (1977) व तृतीय (1980) राष्ट्रपति शासन केंद्र में सत्ता परिवर्तन के बाद राज्य सरकारों को बर्खास्त करने के कारण लगे थे। C. चतुर्थ राष्ट्रपति शासन (1992-93) के दौरान राज्यपाल डॉ. एम. चेन्ना रेड्डी तथा अतिरिक्त प्रभार वाले राज्यपाल धनिक लाल मंडल थे। D. राजस्थान में सबसे कम अवधि (45 दिन) का प्रथम राष्ट्रपति शासन था तथा सबसे लंबा (353 दिन) चतुर्थ राष्ट्रपति शासन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चारों राष्ट्रपति शासन के कारण व अवधियाँ ऐतिहासिक हैं। 1967 का प्रथम राष्ट्रपति शासन चुनाव में अस्पष्ट बहुमत के कारण लगा था (45 दिन)। 1977 में जनता पार्टी सरकार तथा 1980 में कांग्रेस सरकार द्वारा राज्यों की विपक्षी सरकारों को बर्खास्त करने पर द्वितीय व तृतीय आपातकाल लगे थे। 1992-93 का चतुर्थ राष्ट्रपति शासन सबसे लंबा 353 दिन चला था, जिसमें डॉ. एम. चेन्ना रेड्डी तथा धनिक लाल मंडल (हरियाणा के राज्यपाल) राज्यपाल रहे थे। अतः प्रस्तुत चारों कथन A, B, C तथा D पूर्णतः सही हैं (विकल्प D)।</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किस राज्यपाल के समय प्राकृतिक आपदाओं में सहायता हेतु 'राज्यपाल राहत कोष' (Governor Relief Fund) की स्थापना 14 मार्च, 1978 को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 हुकुम सिंह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 जोगेन्द्र सिंह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रघुकुल तिलक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ओ.पी. मेहरा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सरदार जोगेन्द्र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हुकुम 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रघुकुल तिलक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ओ.पी. मेहरा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प्राकृतिक आपदाओं व आकस्मिक संकट के समय जनसहायता हेतु 'राज्यपाल राहत कोष' (Governor Relief Fund) का गठन 14 मार्च 1978 को राजस्थान के राज्यपाल सरदार जोगेन्द्र सिंह के कार्यकाल के दौरान किया गया था। इस कोष से व्यय राज्यपाल के निर्देशों व निर्धारित प्रक्रिया के अनुसार आपदा पीड़ितों को सहायता देने हेतु किया जाता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उन राज्यपालों के संदर्भ में निम्नलिखित कथनों पर विचार कीजिए जिनका पद पर रहते हुए आकस्मिक निधन हुआ: A. श्री दरबारा सिंह (1998) राजस्थान के प्रथम ऐसे राज्यपाल थे जिनका कार्यकाल के दौरान पद पर रहते हुए निधन हुआ। B. श्री निर्मल चंद जैन (2003) का निधन राजस्थान विधानसभा में विशेष अभिभाषण देने से ठीक पूर्व हुआ था। C. श्री शैलेंद्र कुमार सिंह (2009) का निधन पद पर रहते हुए हुआ; वे राज्यपाल बनने से पूर्व पाकिस्तान में भारत के सबसे लंबे समय तक राजदूत रहे थे। D. श्रीमती प्रभा राव (2010) राजस्थान की पहली महिला राज्यपाल थीं जिनका पद पर रहते हुए निधन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इतिहास में कुल 4 ऐसे राज्यपाल रहे हैं जिनका पद पर रहते हुए निधन हुआ: (1) श्री दरबारा सिंह (1998) - सबसे कम कार्यकाल वाले व प्रथम निधन वाले राज्यपाल। (2) श्री निर्मल चंद जैन (2003) - विशेष अभिभाषण से पूर्व निधन। (3) श्री शैलेंद्र कुमार सिंह (2009) - 2007 में राज्यपाल बनने से पूर्व पाकिस्तान में भारत के सबसे लंबे समय तक राजदूत। (4) श्रीमती प्रभा राव (2010) - पहली महिला राज्यपाल जिनका पद पर निधन हुआ। अतः दिए गए चारों कथन A, B, C व D ऐतिहासिक दृष्टि से शत-प्रतिशत सत्य हैं (विस्तृत व्याख्या सहित)। अतः सही विकल्प D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राज्यपालों एवं उनकी विशेष ऐतिहासिक उपलब्धियों का सही सुमेलन कीजिए: सूची-I: सूची-I: A. डॉ. सम्पूर्णानंद B. सरदार हुकुम सिंह C. ओ.पी. मेहरा D. रघुकुल तिलक सूची-II: 1. RPSC के सदस्य रहे तथा बाद में बर्खास्त किए जाने वाले राज्यपाल 2. वायुसेना के पूर्व एयर चीफ मार्शल, HAL के अध्यक्ष व 'Sweet and Sour' आत्मकथा के लेखक उत्तर प्रदेश के पूर्व मुख्यमंत्री एवं सांगानेर खुली जेल के निर्माता पूर्व लोकसभा अध्यक्ष (1962-67) एवं 'स्पोक्समैन' पत्रिका के संपादक</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सम्पूर्णानंद उत्तर प्रदेश के पूर्व मुख्यमंत्री रहे तथा राजस्थान में सांगानेर खुली जेल व्यवस्था के निर्माण में योगदान दिया (A-3)। सरदार हुकुम सिंह पूर्व लोकसभा अध्यक्ष (1962-67) रहे तथा 'स्पोक्समैन' पत्रिका से जुड़े थे (B-4)। ओ.पी. मेहरा भारतीय वायुसेना के पूर्व एयर चीफ मार्शल रहे जिनकी आत्मकथा का नाम 'Sweet and Sour' है (C-2)। रघुकुल तिलक पूर्व में 1958-60 तक RPSC के सदस्य रहे थे तथा 1981 में पद से बर्खास्त किए जाने वाले राज्यपाल थे (D-1)। अतः सही संयोजन विकल्प A (A-3, B-4,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के निम्नांकित राज्यपालों में से कौन भारत के लोक सभा अध्यक्ष (Speaker of Lok Sabha) भी रह चुके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बलिराम भगत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कल्याण सिंह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अंशुमान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मदन लाल खुराना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बलिराम भगत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कल्याण 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अंशुमान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मदन लाल खुराना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 बलिराम भगत (30 जून 1993 से 30 अप्रैल 1998 तक राजस्थान के राज्यपाल) भारत की 5वीं लोकसभा के दौरान (1976-77 में) लोकसभा अध्यक्ष (Speaker) के पद पर भी सुशोभित रह चुके थे। विकल्प B गलत है क्योंकि कल्याण सिंह उत्तर प्रदेश के मुख्यमंत्री रहे थे। विकल्प C गलत है क्योंकि अंशुमान सिंह उच्च न्यायालय के न्यायाधीश रहे थे। विकल्प D गलत है क्योंकि मदन लाल खुराना दिल्ली के मुख्यमंत्री रहे थे तथा राजस्थान के प्रथम राज्यपाल थे जिन्होंने पद से त्यागपत्र दिया था।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महिला राज्यपालों के संदर्भ में निम्नलिखित कथनों पर विचार कीजिए: A. श्रीमती प्रतिभा देवीसिंह पाटिल (2004-2007) राजस्थान की प्रथम महिला राज्यपाल थीं। B. श्रीमती प्रतिभा पाटिल बाद में भारत की प्रथम महिला राष्ट्रपति बनीं तथा उन्होंने कार्यकाल पूर्ण होने से पूर्व त्यागपत्र दिया था। C. श्रीमती प्रभा राव राजस्थान की दूसरी महिला राज्यपाल थीं, जिनका कार्यकाल के दौरान निधन हुआ। D. श्रीमती मार्गरेट अल्वा (2012-2014) राजस्थान की तीसरी महिला राज्यपाल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अब तक कुल 3 महिला राज्यपाल रही हैं: (1) श्रीमती प्रतिभा देवीसिंह पाटिल (2004-2007) - प्रथम महिला राज्यपाल, जिन्होंने राष्ट्रपति चुनाव लड़ने हेतु त्यागपत्र दिया व देश की प्रथम महिला राष्ट्रपति बनीं। (2) श्रीमती प्रभा राव (2009-2010) - दूसरी महिला राज्यपाल, जिनका पद पर निधन हुआ। (3) श्रीमती मार्गरेट अल्वा (2012-2014) - तीसरी महिला राज्यपाल, जिन्होंने अपना कार्यकाल पूरा किया। अतः प्रस्तुत चारों कथन A, B, C व D सत्य हैं (विकल्प D)।</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राज्यपालों (कार्यवाहक/अतिरिक्त प्रभार) तथा उनके मूल पदों/राज्यों का सही सुमेलन कीजिए: सूची-I: सूची-I: A. स्वरूप सिंह B. धनिक लाल मंडल C. न्यायमूर्ति जे.एस. वर्मा D. शिवराज पाटिल सूची-II: 1. पंजाब के राज्यपाल (अतिरिक्त प्रभार) 2. राजस्थान उच्च न्यायालय के मुख्य न्यायाधीश (कार्यवाहक राज्यपाल) 3. हरियाणा के राज्यपाल (अतिरिक्त प्रभार) 4. गुजरात के राज्यपाल (अतिरिक्त प्रभार)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B-3, C-2,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अन्य राज्यों के राज्यपालों को अतिरिक्त प्रभार दिया जाता रहा है। स्वरूप सिंह (गुजरात के राज्यपाल) को 1991 में अतिरिक्त प्रभार दिया गया (A-4)। धनिक लाल मंडल (हरियाणा के राज्यपाल) को 1993 में अतिरिक्त प्रभार मिला (B-3)। न्यायमूर्ति जे.एस. वर्मा (राजस्थान उच्च न्यायालय के मुख्य न्यायाधीश) 1987 व 1989 में कार्यवाहक राज्यपाल बने (C-2), जो बाद में भारत के मुख्य न्यायाधीश (CJI 1997) बने। शिवराज पाटिल (पंजाब के राज्यपाल) 2010-12 तक अतिरिक्त प्रभार पर रहे (D-1)। अतः सही संयोजन विकल्प A (A-4, B-3, C-2,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सर्वाधिक समय तक राज्यपाल रहने वाले तथा विधानसभा में सर्वाधिक (8 बार) अभिभाषण देने वाले राज्यपाल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सम्पूर्णानंद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सरदार गुरुमुख निहालसिंह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कल्याण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कलराज मिश्र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सरदार गुरुमुख निहालसिंह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सम्पूर्णानंद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कल्याण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कलराज मिश्र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सरदार गुरुमुख निहालसिंह 1 नवंबर 1956 से 15 अप्रैल 1962 तक (लगभग 5 वर्ष 5 माह) राजस्थान के प्रथम राज्यपाल रहे थे। वे राजस्थान के इतिहास में सर्वाधिक समय तक लगातार पद पर रहने वाले तथा राज्य विधानसभा में सबसे ज्यादा (8 बार) अभिभाषण/विशेष अभिभाषण देने वाले राज्यपाल रहे हैं। विकल्प A गलत है क्योंकि डॉ. सम्पूर्णानंद दूसरे राज्यपाल थे जिनके समय पहला राष्ट्रपति शासन लगा। विकल्प C गलत है क्योंकि कल्याण सिंह (2014-2019) ने भी 5 वर्ष का पूर्ण कार्यकाल किया था।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वर्तमान राज्यपाल श्री हरिभाऊ किसनराव बागड़े के संदर्भ में निम्नलिखित कथनों पर विचार कीजिए: A. उन्होंने 31 जुलाई, 2024 को राजस्थान के 45वें (व्यक्तिगत क्रम में 22वें) राज्यपाल के रूप में शपथ ग्रहण की। B. वे महाराष्ट्र विधानसभा के निर्विरोध अध्यक्ष (Speaker, 2014) रह चुके हैं। C. वे महाराष्ट्र की फुलंब्री विधानसभा सीट से 6 बार विधायक चुने जा चुके हैं तथा महाराष्ट्र सरकार में मंत्री रहे हैं। D. उन्हें राजस्थान के उच्च न्यायालय के मुख्य न्यायाधीश जॉर्ज मसीह/कार्यवाहक मुख्य न्यायाधीश द्वारा शपथ दिलाई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31 जुलाई 2024 को श्री हरिभाऊ किसनराव बागड़े ने राजस्थान के 45वें (व्यक्तिगत 22वें) राज्यपाल के रूप में पदभार संभाला। वे महाराष्ट्र के औरंगाबाद/छत्रपति संभाजीनगर जिले की फुलंब्री सीट से 6 बार विधायक चुने गए थे, महाराष्ट्र में कैबिनेट मंत्री रहे तथा 2014 में महाराष्ट्र विधानसभा के निर्विरोध अध्यक्ष (Speaker) चुने गए थे। संविधान के अनुच्छेद 159 के तहत उन्हें शपथ राजस्थान उच्च न्यायालय के मुख्य न्यायाधीश द्वारा दिलाई गई। अतः प्रस्तुत चारों कथन A, B, C तथा D पूर्णतः सही हैं (विकल्प D)।</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राज्यपाल पद की भूमिका पर प्रसिद्ध विद्वानों व नेताओं के कथनों का सही सुमेलन कीजिए: सूची-I: सूची-I: A. "राज्यपाल सोने के पिंजरे में बंद चिड़िया के समान है।" B. "राज्यपाल का कार्य अतिथियों का सत्कार करने के अलावा कुछ नहीं है।" C. "राज्यपाल पद केवल वेतन का आकर्षण है।" D. "राज्यपाल संवैधानिक औचित्य का प्रहरी व केंद्र-राज्य संबंधों की कड़ी है।" सूची-II: 1. डॉ. पट्टाभि सितारमैया 2. सरोजनी नायडू 3. के.एम. मुंशी 4. विजयलक्ष्मी पंडित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सरोजनी नायडू (भारत की प्रथम महिला राज्यपाल) ने राज्यपाल पद की तुलना सोने के पिंजरे में बंद चिड़िया से की थी (A-2)। डॉ. पट्टाभि सितारमैया ने चुटकी लेते हुए कहा था कि राज्यपाल का काम केवल मेहमानों को चाय-पानी/सत्कार कराना है (B-1)। विजयलक्ष्मी पंडित ने कहा था कि राज्यपाल का पद केवल मोटी तनख्वाह/वेतन का आकर्षण है (C-4)। के.एम. मुंशी ने कहा था कि राज्यपाल संवैधानिक औचित्य का प्रहरी तथा केंद्र व राज्य के मध्य संबंध प्रगाढ़ करने वाली कड़ी है (D-3)। अतः सही सुमेलन विकल्प A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विधानसभा की कार्य संचालन समितियों तथा राज्यपाल की शक्तियों के संदर्भ में निम्नलिखित कथनों पर विचार कीजिए: A. याचिका समिति, विशेषाधिकार समिति एवं सरकारी आश्वासनों संबंधी समिति में अधिकतम 15 सदस्य होते हैं। B. सामान्य प्रयोजनों संबंधी समिति (General Purposes Committee) में सदस्यों की संख्या पूर्व-निर्धारित नहीं होती है। C. राज्यपाल विधानसभा को भंग कर सकता है, सत्र बुला सकता है व सत्रावसान कर सकता है, परंतु RPSC सदस्यों को बर्खास्त नहीं कर सकता। D. राजस्थान लोक सेवा आयोग के सदस्यों को निलंबित (Suspend) करने का अधिकार राज्यपाल को है, परंतु बर्खास्त (Dismiss) केवल राष्ट्रपति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प्रस्तुत सभी कथन राजस्थान विधानसभा की प्रक्रिया तथा राज्यपाल के संवैधानिक अधिकारों के संदर्भ में पूर्णतः सत्य हैं। विधानसभा की याचिका, विशेषाधिकार व सरकारी आश्वासन समितियों में अधिकतम 15 सदस्य निश्चित होते हैं, जबकि सामान्य प्रयोजन समिति में संख्या नियत नहीं होती। अनुच्छेद 174 के तहत राज्यपाल सत्र बुलाता है, सत्रावसान करता है व भंग कर सकता है। अनुच्छेद 317 के तहत राज्यपाल RPSC सदस्यों की जाँच के दौरान केवल निलंबन (Suspension) कर सकता है, परंतु पद से हटाने/बर्खास्तगी का अधिकार केवल राष्ट्रपति के पास (उच्चतम न्यायालय की सिफारिश पर) होता है। अतः सही उत्तर विकल्प D (A, B, C एवं D सभी)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