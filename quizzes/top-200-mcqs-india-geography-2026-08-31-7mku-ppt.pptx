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भौतिक भू-आकृतिक प्रदेशों के संदर्भ में निम्नलिखित कथनों पर विचार कीजिए: A. भारत का प्रायद्वीपीय पठार प्राचीन गोंडवानालैंड का भाग है और भूगर्भीय दृष्टि से देश का सबसे स्थिर भूभाग माना जाता है। B. शिवालिक हिमालय की सबसे बाह्य और नवीनतम पर्वत श्रेणी है जो असंपीड़ित अवसादों से निर्मित है। C. उत्तरी मैदान का भाबर क्षेत्र महीन जलोढ़ मृदा से युक्त अत्यधिक उपजाऊ और सघन कृषि वाला क्षेत्र है। D. करेवा हिमनदीय चिकनी मिट्टी और हिमोढ़ के निक्षेप हैं जो मुख्यतः कश्मीर घाटी में जाफरान की खेती के लिए प्रसिद्ध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D सही हैं, जबकि कथन C गलत है। प्रायद्वीपीय पठार प्राचीन क्रिस्टलीय, आग्नेय और कायांतरित चट्टानों से बना है तथा यह भारत का सबसे प्राचीन व स्थिर भूभाग है। शिवालिक श्रेणी हिमालय की सबसे दक्षिणी और नवीनतम श्रृंखला है, जिसकी रचना नदियों द्वारा लाए गए असंगठित अवसादों से हुई है। लघु हिमालय और पीर पंजाल के मध्य स्थित कश्मीर घाटी में पाए जाने वाले 'करेवा' झील निक्षेप (Lacustrine deposits) हैं, जिनमें हिमोढ़ और चिकनी मिट्टी की मोटी परतें होती हैं तथा यह उच्च गुणवत्ता वाले जाफरान (केसर) की खेती के लिए अत्यंत उपयुक्त हैं। कथन C इसलिए गलत है क्योंकि भाबर क्षेत्र शिवालिक के गिरिपाद में 8 से 16 किमी चौड़ी कंकड़-पत्थरों और बजरी की एक पट्टी है, जहाँ नदियाँ भूमिगत होकर विलीन हो जाती हैं; यह क्षेत्र अत्यधिक छिद्रयुक्त (Porous) होने के कारण कृषि के लिए उपयुक्त नहीं होता, जबकि अत्यधिक उपजाऊ और महीन जलोढ़ वाला क्षेत्र 'खादर' कहलाता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अक्षांशीय और देशांतरीय विस्तार के संबंध में निम्नलिखित में से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मुख्य भूमि का अक्षांशीय विस्तार 8°4' दक्षिण से 37°6' उत्तर तक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देशांतरीय विस्तार लगभग 30 डिग्री है, जिसके कारण इसके पूर्वी और पश्चिमी छोर के स्थानीय समय में लगभग 2 घंटे का अंतर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मानक समय रेखा (82°30' पूर्व) केवल चार राज्यों से होकर गुजरती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उत्तर से दक्षिण तक की वास्तविक लंबाई पूर्व से पश्चिम तक की चौड़ाई से कम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भारत का देशांतरीय विस्तार लगभग 30 डिग्री है, जिसके कारण इसके पूर्वी और पश्चिमी छोर के स्थानीय समय में लगभग 2 घंटे का अंतर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मुख्य भूमि का अक्षांशीय विस्तार 8°4' दक्षिण से 37°6' उत्तर तक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मानक समय रेखा (82°30' पूर्व) केवल चार राज्यों से होकर गुजरती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उत्तर से दक्षिण तक की वास्तविक लंबाई पूर्व से पश्चिम तक की चौड़ाई से कम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B सही है। भारत का देशांतरीय विस्तार 68°7' पूर्व से 97°25' पूर्व तक लगभग 29°18' (लगभग 30°) है। पृथ्वी 1° देशांतर घूमने में 4 मिनट का समय लेती है, अतः 30° देशांतरीय विस्तार के कारण अरुणाचल प्रदेश (पूर्वी छोर) और गुजरात (पश्चिमी छोर) के स्थानीय समय में लगभग 120 मिनट (2 घंटे) का अंतर पाया जाता है। विकल्प A गलत है क्योंकि भारत की मुख्य भूमि 8°4' उत्तर (न कि दक्षिण) से 37°6' उत्तर अक्षांश के मध्य स्थित है। विकल्प C गलत है क्योंकि भारत की मानक समय रेखा 82°30' पूर्वी देशांतर देश के 5 राज्यों (उत्तर प्रदेश, मध्य प्रदेश, छत्तीसगढ़, ओडिशा और आंध्र प्रदेश) से होकर गुजरती है। विकल्प D गलत है क्योंकि भारत की उत्तर से दक्षिण वास्तविक दूरी (3,214 किमी) पूर्व से पश्चिम की चौड़ाई (2,933 किमी) से अधिक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चरम भौगोलिक बिंदुओं एवं उनके संबंधित राज्यों/केंद्रशासित प्रदेशों का सही मिलान कीजिए: सूची-I: सूची-I: A. इंदिरा कोल (Indira Col) B. किबिथू (Kibithu) C. गुहार मोती (Guhar Moti) D. इंदिरा पॉइंट (Indira Point) सूची-II: 1. गुजरात (कच्छ क्षेत्र) 2. ग्रेट निकोबार द्वीप 3. लद्दाख (सियाचिन ग्लेशियर क्षेत्र) 4. अरुणाचल प्रदेश (अंजॉ जिला)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B-4, C-1, D-2 है। भारत का सबसे उत्तरी बिंदु 'इंदिरा कोल' है, जो लद्दाख में सियाचिन ग्लेशियर के पास काराकोरम श्रेणी में स्थित है। भारत का सबसे पूर्वी बिंदु 'किबिथू' है, जो अरुणाचल प्रदेश के अंजॉ जिले में चीन सीमा पर स्थित है। भारत का सबसे पश्चिमी बिंदु 'गुहार मोती' (या गौर माता) है, जो गुजरात के कच्छ जिले में सर क्रीक के निकट स्थित है। भारत का सुदूर दक्षिणतम बिंदु 'इंदिरा पॉइंट' (जिसे पूर्व में पिग्मेलियन पॉइंट या पार्सन पॉइंट भी कहा जाता था) ग्रेट निकोबार द्वीप में 6°45' उत्तर अक्षांश पर स्थित है। ध्यान रहे कि मुख्य भूमि का दक्षिणतम बिंदु कन्याकुमारी (केप कोमोरिन, तमिलनाडु)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कर्क रेखा (23°30' N) के भारत से गुजरने के संबंध में निम्नलिखित कथनों पर विचार कीजिए: A. कर्क रेखा भारत के कुल आठ राज्यों से होकर गुजरती है। B. कर्क रेखा की सर्वाधिक लंबाई मध्य प्रदेश राज्य में तथा सबसे कम लंबाई राजस्थान राज्य में है। C. माही नदी भारत की एकमात्र ऐसी नदी है जो कर्क रेखा को दो बार पार करती है। D. रांची, झारखंड की राजधानी, कर्क रेखा पर सबसे निकट स्थित राज्य की राजधानी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पूर्णतः सही हैं। कर्क रेखा (23°30' N) भारत को लगभग दो बराबर जलवायु कटिबंधों (उष्णकटिबंधीय और उपोष्णकटिबंधीय) में विभाजित करती है। यह पश्चिम से पूर्व क्रम में 8 राज्यों: गुजरात, राजस्थान, मध्य प्रदेश, छत्तीसगढ़, झारखंड, पश्चिम बंगाल, त्रिपुरा और मिजोरम से होकर गुजरती है। कर्क रेखा की अधिकतम लंबाई मध्य प्रदेश में और न्यूनतम लंबाई राजस्थान (बांसवाड़ा व डूंगरपुर) में है। विंध्याचल पर्वत से निकलने वाली माही नदी पहले उत्तर की ओर मध्य प्रदेश व राजस्थान में बहती है और फिर दक्षिण की ओर मुड़कर गुजरात में प्रवेश करती है, जिससे यह कर्क रेखा को दो बार काटती है। झारखंड की राजधानी 'रांची' कर्क रेखा के सबसे निकटतम स्थित राजधानी शहर है (लगभग 23°21' N)।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हिमालय पर्वतमाला की उत्पत्ति एवं भूगर्भीय संरचना के संबंध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हिमालय की उत्पत्ति भारतीय प्लेट और यूरेशियन प्लेट के मध्य महाद्वीपीय-महाद्वीपीय अभिसरण (Continent-Continent Convergence) के कारण हुई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हिमालय पर्वतमाला का निर्माण टेथिस भूसन्नति (Tethys Geosyncline) में जमा अवसादों के वलन के परिणामस्वरूप हुआ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महान हिमालय (Himadri) का क्रोड मुख्य रूप से आग्नेय ग्रेनाइट चट्टानों से बना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हिमालय एक प्राचीन वलित पर्वत (Old Fold Mountain) का उदाहरण है जहाँ अब किसी प्रकार की विवर्तनिक हलचल नहीं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हिमालय एक प्राचीन वलित पर्वत (Old Fold Mountain) का उदाहरण है जहाँ अब किसी प्रकार की विवर्तनिक हलचल नहीं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हिमालय की उत्पत्ति भारतीय प्लेट और यूरेशियन प्लेट के मध्य महाद्वीपीय-महाद्वीपीय अभिसरण (Continent-Continent Convergence) के कारण हुई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हिमालय पर्वतमाला का निर्माण टेथिस भूसन्नति (Tethys Geosyncline) में जमा अवसादों के वलन के परिणामस्वरूप हुआ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महान हिमालय (Himadri) का क्रोड मुख्य रूप से आग्नेय ग्रेनाइट चट्टानों से बना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हिमालय एक 'नवीन वलित पर्वतमाला' (Young Fold Mountain) है, न कि प्राचीन वलित पर्वत। भारतीय प्लेट आज भी उत्तर दिशा में लगभग 4 से 5 सेमी प्रति वर्ष की दर से यूरेशियन प्लेट की ओर खिसक रही है, जिसके कारण हिमालय क्षेत्र में आज भी निरंतर विवर्तनिक हलचलें (Tectonic activity), उत्थान और तीव्र भूकंप आते रहते हैं। विकल्प A सही है क्योंकि हिमालय का निर्माण दो महाद्वीपीय प्लेटों के टकराव से हुआ है। विकल्प B सही है क्योंकि प्राचीन काल में गोंडवानालैंड और अंगारालैंड के मध्य स्थित टेथिस सागर के अवसादों में संपीड़न बल के कारण वलन पड़ा जिससे हिमालय बना। विकल्प C भी सही है क्योंकि महान हिमालय (ग्रेट हिमालय) का आंतरिक क्रोड मुख्य रूप से ग्रेनाइट और नीस चट्टानों से बना है जिसके ऊपर रूपांतरित अवसादी शैलें पाई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हिमालय के विभिन्न भागों एवं उनकी प्रमुख पर्वत श्रेणियों/विशेषताओं का सही मिलान कीजिए: सूची-I: सूची-I: A. ट्रांस हिमालय (Trans Himalaya) B. वृहद् हिमालय (Himadri) C. लघु हिमालय (Himachal) D. बाह्य हिमालय (Shiwalik) सूची-II: 1. पीर पंजाल, धौलाधर एवं महाभारत श्रेणी 2. काराकोरम, लद्दाख एवं जास्कर श्रेणी 3. दून और द्वार घाटियों की उपस्थिति 4. माउंट एवरेस्ट, कंचनजंगा एवं नंदा देवी चोटियाँ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B-4, C-1, D-3 है। ट्रांस हिमालय महान हिमालय के उत्तर में स्थित है, जिसमें काराकोरम, लद्दाख, जास्कर और कैलाश श्रेणियाँ शामिल हैं (के-2 या गॉडविन ऑस्टिन इसी काराकोरम में स्थित है)। वृहद् हिमालय (हिमाद्रि) सबसे उत्तरी व सर्वोच्च सतत श्रेणी है, जिसमें विश्व की उच्चतम चोटियाँ जैसे माउंट एवरेस्ट, कंचनजंगा, नंदा देवी और कामेट स्थित हैं। लघु हिमालय (हिमाचल) हिमाद्रि के दक्षिण में स्थित है, जिसमें पीर पंजाल (सबसे लंबी श्रेणी), धौलाधर, नागटिब्बा और महाभारत श्रेणियाँ आती हैं। बाह्य हिमालय (शिवालिक) सबसे दक्षिणी व नवीनतम श्रेणी है, जहाँ लघु हिमालय और शिवालिक के बीच अनुदैर्ध्य घाटियाँ पाई जाती हैं जिन्हें पश्चिम में 'दून' (जैसे देहरादून) और पूर्व में 'द्वार' (जैसे हरिद्वार) कहा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पर्वतीय दर्रों (Passes) के संबंध में निम्नलिखित कथनों पर विचार कीजिए: A. जोजिला दर्रा (Zoji La) कश्मीर घाटी को लेह (लद्दाख) से जोड़ता है। B. शिपकी ला (Shipki La) दर्रे से होकर सतलुज नदी तिब्बत से भारत के हिमाचल प्रदेश में प्रवेश करती है। C. नाथू ला (Nathu La) दर्रा अरुणाचल प्रदेश को तिब्बत की चुंबी घाटी से जोड़ता है। D. बनिहाल दर्रा (Banihal Pass) पीर पंजाल श्रेणी में स्थित है, जिसके नीचे प्रसिद्ध 'जवाहर सुरंग' स्थित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D सही हैं, जबकि कथन C गलत है। जोजिला दर्रा जास्कर श्रेणी में स्थित है और यह श्रीनगर को कारगिल व लेह से जोड़ने वाले राष्ट्रीय राजमार्ग-1 पर स्थित है। शिपकी ला हिमाचल प्रदेश के किन्नौर जिले में भारत-चीन सीमा पर स्थित है, जहाँ से सतलुज नदी भारत में प्रवेश करती है। बनिहाल दर्रा पीर पंजाल श्रेणी में स्थित है और यह जम्मू को श्रीनगर से जोड़ता है; इसी दर्रे के नीचे 1956 में निर्मित जवाहर सुरंग तथा हालिया काजीगुंड-बनिहाल टनल स्थित है। कथन C गलत है क्योंकि नाथू ला दर्रा सिक्किम राज्य (न कि अरुणाचल प्रदेश) के डोकिया श्रेणी में स्थित है, जो गंगटोक को तिब्बत की चुंबी घाटी से जोड़ता है और प्राचीन रेशम मार्ग (Silk Route) का हिस्सा रहा है। अरुणाचल प्रदेश में बोमडिला, बुमला और सेला दर्रे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उत्तर-पूर्वी भारत की 'पूर्वांचल पहाड़ियों' (Purvanchal Hills) के संदर्भ में उत्तर से दक्षिण की ओर सही भौगोलिक क्रम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पटकाई बुम → नागा पहाड़ियाँ → मणिपुर पहाड़ियाँ → मिजो पहाड़ियाँ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मिजो पहाड़ियाँ → मणिपुर पहाड़ियाँ → नागा पहाड़ियाँ → पटकाई बुम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नागा पहाड़ियाँ → पटकाई बुम → मिजो पहाड़ियाँ → मणिपुर पहाड़ियाँ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पटकाई बुम → मिजो पहाड़ियाँ → नागा पहाड़ियाँ → मणिपुर पहाड़ियाँ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पटकाई बुम → नागा पहाड़ियाँ → मणिपुर पहाड़ियाँ → मिजो पहाड़ियाँ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मिजो पहाड़ियाँ → मणिपुर पहाड़ियाँ → नागा पहाड़ियाँ → पटकाई बुम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 पहाड़ियाँ → पटकाई बुम → मिजो पहाड़ियाँ → मणिपुर पहाड़ियाँ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पटकाई बुम → मिजो पहाड़ियाँ → नागा पहाड़ियाँ → मणिपुर पहाड़ियाँ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दिहांग गॉर्ज (ब्रह्मपुत्र नदी) के बाद हिमालय दक्षिण की ओर एक तीव्र मोड़ (Syntaxial Bend) लेता है और भारत की पूर्वी सीमा के सहारे फैल जाता है, जिसे 'पूर्वांचल' या पूर्वी पहाड़ियाँ कहा जाता है। उत्तर से दक्षिण की ओर इनका सटीक भौगोलिक क्रम है: 1. पटकाई बुम (अरुणाचल प्रदेश एवं म्यांमार सीमा), 2. नागा पहाड़ियाँ (नागालैंड, सर्वोच्च चोटी सारामती), 3. मणिपुर पहाड़ियाँ (मणिपुर), और 4. मिजो पहाड़ियाँ या लुशाई हिल्स (मिजोरम, सर्वोच्च चोटी फावंगपुई या ब्लू माउंटेन)। मिजोरम को मृदु और असंगठित चट्टानों से निर्मित होने के कारण 'मोलासिस बेसिन' (Molassis Basin) भी कहा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प्रायद्वीपीय भारत के पठारी भाग के संदर्भ में निम्नलिखित कथनों पर विचार कीजिए: A. मेघालय का पठार (शिलांग पठार) और कार्बी आंगलोंग पठार वास्तव में मुख्य प्रायद्वीपीय पठार के ही उत्तर-पूर्वी विस्तार हैं। B. मेघालय का पठार मुख्य प्रायद्वीपीय ब्लॉक से 'मालदा गैप' (राजमहल-गारो गैप) द्वारा अलग हुआ है। C. नर्मदा और तापी नदियाँ विंध्याचल और सतपुड़ा श्रेणियों के मध्य भ्रंश घाटियों (Rift Valleys) से होकर पश्चिम की ओर बहती हैं। D. दक्कन का लावा पठार (Deccan Trap) क्रिटेशियस काल में हुए विदर ज्वालामुखीय उद्भेदन (Fissure Eruption) से निर्मित बेसाल्टिक चट्टानों से बना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भूगर्भीय रूप से मेघालय पठार और असम का कार्बी आंगलोंग पठार छोटानागपुर पठार का ही पूर्वी विस्तार हैं। हिमालय निर्माण के समय भारतीय प्लेट के उत्तर-पूर्व संचलन के कारण राजमहल पहाड़ियों और मेघालय पठार के बीच एक विशाल भ्रंश बना, जिसे 'मालदा गैप' कहा जाता है; बाद में गंगा-ब्रह्मपुत्र के अवसादों ने इसे पाट दिया। नर्मदा नदी विंध्य और सतपुड़ा के मध्य तथा तापी नदी सतपुड़ा और अजंता के मध्य रिफ्ट वैली (भ्रंश घाटी) में प्रवाहित होती हैं। दक्कन ट्रैप का निर्माण लगभग 6.5 करोड़ वर्ष पूर्व क्रिटेशियस काल में रीयूनियन हॉटस्पॉट के ऊपर से भारतीय प्लेट के गुजरने पर बेसाल्टिक लावा के शांत प्रवाह से हुआ था, जिससे यहाँ काली मृदा का विकास हुआ।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दक्षिण भारत की प्रमुख पर्वत चोटियों एवं उनकी अवस्थिति/श्रेणी का सही मिलान कीजिए: सूची-I: सूची-I: A. अनाईमुडी (Anaimudi) B. दोद्दाबेट्टा (Doddabetta) C. धूपगढ़ (Dhupgarh) D. गुरु शिखर (Guru Shikhar) सूची-II: 1. नीलगिरि पहाड़ियाँ (तमिलनाडु) 2. सतपुड़ा श्रेणी (मध्य प्रदेश) 3. अन्नामलाई पहाड़ियाँ (केरल) 4. अरावली श्रेणी (राजस्थान)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C-2, D-4 है। अनाईमुडी (2,695 मीटर) केरल के इडुक्की जिले में अन्नामलाई पहाड़ियों में स्थित है और यह पश्चिमी घाट तथा संपूर्ण दक्षिण भारत (प्रायद्वीपीय भारत) की सर्वोच्च चोटी है। दोद्दाबेट्टा (2,637 मीटर) तमिलनाडु में नीलगिरि पहाड़ियों की सबसे ऊँची चोटी है, जहाँ पूर्वी और पश्चिमी घाट का मिलन होता है। धूपगढ़ (1,350 मीटर) मध्य प्रदेश के पचमढ़ी में स्थित सतपुड़ा पर्वत श्रेणी (महादेव पहाड़ियों) की सर्वोच्च चोटी है। गुरु शिखर (1,722 मीटर) राजस्थान के सिरोही जिले में माउंट आबू पर स्थित प्राचीनतम अवशिष्ट पर्वत श्रृंखला 'अरावली' की सर्वोच्च चोटी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पश्चिमी घाट (सह्याद्रि) के प्रमुख दर्रों (Ghats/Passes) एवं उनके द्वारा जोड़े जाने वाले शहरों का सही मिलान कीजिए: सूची-I: सूची-I: A. थाल घाट (Thal Ghat) B. भोर घाट (Bhor Ghat) C. पाल घाट (Pal Ghat) D. शेनकोट्टा दर्रा (Shencottah Gap) सूची-II: 1. मुंबई को पुणे से जोड़ता है 2. तिरुवनंतपुरम को मदुरै से जोड़ता है 3. मुंबई को नासिक से जोड़ता है 4. कोयंबटूर को कोच्चि से जोड़ता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C-4, D-2 है। थाल घाट (कसारा घाट) महाराष्ट्र में स्थित है जो मुंबई को नासिक और उत्तरी भारत से जोड़ता है; यहाँ से राष्ट्रीय राजमार्ग 3 और मध्य रेलवे गुजरते हैं। भोर घाट मुंबई को पुणे तथा दक्षिण भारत से जोड़ता है, जिससे होकर मुंबई-पुणे एक्सप्रेसवे गुजरता है। पाल घाट (पालक्काड गैप) नीलगिरि पहाड़ियों के दक्षिण और अन्नामलाई के उत्तर में स्थित एक प्राकृतिक दर्रा है जो तमिलनाडु के कोयंबटूर को केरल के कोच्चि व पलक्कड़ से जोड़ता है। शेनकोट्टा दर्रा इलायची (कार्डमम) पहाड़ियों में स्थित है जो केरल के तिरुवनंतपुरम/कोल्लम को तमिलनाडु के मदुरै/तिरुनेलवेली से जोड़ता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पश्चिमी एवं पूर्वी तटीय मैदानों के तुलनात्मक अध्ययन के संबंध में निम्नलिखित कथनों पर विचार कीजिए: A. पश्चिमी तटीय मैदान संकरा है और यह मुख्य रूप से निमज्जित (Submerged) तट का उदाहरण प्रस्तुत करता है। B. पूर्वी तटीय मैदान चौड़ा है तथा यह उन्मज्जित (Emergent) तट का उदाहरण है जहाँ नदियों द्वारा विशाल डेल्टाओं का निर्माण किया जाता है। C. पश्चिमी तट पर नर्मदा और तापी जैसी नदियाँ डेल्टा न बनाकर ज्वारनदमुख (Estuary) का निर्माण करती हैं। D. पूर्वी तट पर स्थित प्राकृतिक बंदरगाहों की संख्या पश्चिमी तट की तुलना में अत्यधिक अधिक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पश्चिमी तटीय मैदान पश्चिमी घाट और अरब सागर के मध्य एक संकरी पट्टी के रूप में स्थित है, जिसका उत्तरी भाग भ्रंशन के कारण जलमग्न (Submerged) हो गया है। तीव्र ढाल और छोटे प्रवाह मार्ग के कारण पश्चिमी तटीय नदियाँ जैसे नर्मदा, तापी, मांडवी और जुआरी डेल्टा न बनाकर ज्वारनदमुख (Estuaries) बनाती हैं। पूर्वी तटीय मैदान का निर्माण महानदी, गोदावरी, कृष्णा और कावेरी के विशाल जलोढ़ निक्षेपों द्वारा हुआ है, जिससे यह चौड़ा और उन्मज्जित (Emergent) तट है। कथन D इसलिए गलत है क्योंकि पश्चिमी तट की दंतुरित (Indented) और गहरी संरचना प्राकृतिक बंदरगाहों (जैसे मुंबई, कांडला, कोच्चि, मारमुगाओ) के विकास के लिए अधिक अनुकूल है, जबकि पूर्वी तट उथला होने के कारण यहाँ प्राकृतिक बंदरगाह कम हैं और कृत्रिम बंदरगाह (जैसे चेन्नई) या लैगून/नदी बंदरगाह (विशाखापत्तनम, कोलकाता) विकसित किए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अंडमान और निकोबार द्वीप समूह के संदर्भ में निम्नलिखित कथनों पर विचार कीजिए: A. 10 डिग्री चैनल (10° Channel) लिटिल अंडमान को कार निकोबार से अलग करता है। B. डंकन पैसेज (Duncan Passage) दक्षिणी अंडमान और लिटिल अंडमान के मध्य स्थित है। C. बैरन द्वीप (Barren Island) भारत और दक्षिण एशिया का एकमात्र सक्रिय ज्वालामुखी द्वीप है। D. अंडमान एवं निकोबार द्वीप समूह की सर्वोच्च चोटी 'सैडल पीक' (Saddle Peak) ग्रेट निकोबार में स्थित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10° उत्तरी अक्षांश रेखा (10 Degree Channel) अंडमान द्वीप समूह (विशेष रूप से लिटिल अंडमान) को निकोबार समूह (कार निकोबार) से अलग करती है। डंकन पैसेज दक्षिण अंडमान और लिटिल अंडमान के बीच स्थित एक संकीर्ण जलमार्ग है। बैरन द्वीप अंडमान सागर में स्थित एक सक्रिय स्ट्रैटो-ज्वालामुखी है जो भारत का एकमात्र सक्रिय ज्वालामुखी है (नारकोंडम एक सुप्त ज्वालामुखी है)। कथन D गलत है क्योंकि अंडमान और निकोबार द्वीप समूह की सर्वोच्च चोटी 'सैडल पीक' (732 मीटर) उत्तरी अंडमान द्वीप (North Andaman) में स्थित है, न कि ग्रेट निकोबार में। ग्रेट निकोबार की सर्वोच्च चोटी माउंट थुलियर (642 मीटर)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लक्षद्वीप द्वीप समूह के भौगोलिक लक्षणों के संबंध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लक्षद्वीप द्वीप समूह पूर्ण रूप से प्रवाल भित्ति (Coral Reefs / Atolls) से निर्मित द्वीपों का समूह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9 डिग्री चैनल (9° Channel) मिनिकॉय द्वीप को मुख्य लक्षद्वीप समूह से अलग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8 डिग्री चैनल (8° Channel) मिनिकॉय (भारत) को मालदीव से अलग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लक्षद्वीप समूह का सबसे बड़ा द्वीप कवारत्ती है जो इस केंद्रशासित प्रदेश की प्रशासनिक राजधानी भी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लक्षद्वीप समूह का सबसे बड़ा द्वीप कवारत्ती है जो इस केंद्रशासित प्रदेश की प्रशासनिक राजधानी भी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लक्षद्वीप द्वीप समूह पूर्ण रूप से प्रवाल भित्ति (Coral Reefs / Atolls) से निर्मित द्वीपों का समूह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9 डिग्री चैनल (9° Channel) मिनिकॉय द्वीप को मुख्य लक्षद्वीप समूह से अलग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8 डिग्री चैनल (8° Channel) मिनिकॉय (भारत) को मालदीव से अलग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लक्षद्वीप की प्रशासनिक राजधानी कवारत्ती अवश्य है, परंतु क्षेत्रफल की दृष्टि से लक्षद्वीप का सबसे बड़ा द्वीप 'एन्ड्रोथ' (Andrott Island - 4.90 वर्ग किमी) है, जिसके बाद मिनिकॉय द्वीप (4.80 वर्ग किमी) का स्थान आता है। विकल्प A सही है क्योंकि लक्षद्वीप अरब सागर में स्थित 36 प्रवाल द्वीपों (Coral Atolls) का समूह है। विकल्प B सही है क्योंकि 9° चैनल मिनिकॉय द्वीप को कल्पेनी व सुहेली (लक्षद्वीप समूह) से अलग करता है। विकल्प C सही है क्योंकि 8° चैनल भारत के मिनिकॉय द्वीप और दक्षिण में स्थित पड़ोसी देश मालदीव के मध्य सीमा बनाता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उत्तर के विशाल मैदान के उप-विभागों एवं उनकी मुख्य विशेषताओं का सही मिलान कीजिए: सूची-I: सूची-I: A. भाबर (Bhabar) B. तराई (Terai) C. बांगर (Bhangar) D. खादर (Khadar) सूची-II: 1. दलदली एवं सघन वनों से युक्त क्षेत्र जहाँ लुप्त नदियाँ पुनः प्रकट होती हैं 2. प्राचीन जलोढ़ मृदा युक्त उच्च भूमि जिसमें कंकड़ (कैल्शियम ग्रंथियाँ) पाई जाती हैं 3. शिवालिक के गिरिपाद में कंकड़-पत्थरों से निर्मित पट्टी जहाँ नदियाँ विलीन हो जाती हैं 4. नवीन जलोढ़ मृदा से निर्मित बाढ़ का मैदान जो अत्यधिक उपजाऊ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C-2, D-4 है। भाबर शिवालिक के सहारे 8 से 16 किमी चौड़ी पट्टी है, जहाँ हिमालय से उतरती नदियाँ भारी शिलाखंड और कंकड़ जमा करती हैं, जिससे पारगम्यता अधिक होने के कारण सरिताएँ भूमिगत हो जाती हैं। तराई भाबर के दक्षिण में स्थित 15 से 30 किमी चौड़ा दलदली व नम क्षेत्र है, जहाँ नदियाँ पुनः धरातल पर प्रकट होती हैं; यह जैव विविधता व वनों से समृद्ध है (जैसे दुधवा नेशनल पार्क)। बांगर उत्तरी मैदान का पुराना जलोढ़ भूभाग है जो नदियों के बाढ़ स्तर से ऊपर स्थित है और इसमें कैल्शियम कार्बोनेट युक्त कंकड़ पाए जाते हैं। खादर बाढ़ के मैदानों की नवीन जलोढ़ पट्टी है, जहाँ प्रतिवर्ष बाढ़ का पानी नई उपजाऊ गाद बिछाता है, जिससे यह गहन कृषि के लिए देश का सबसे उपयुक्त क्षेत्र बनता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प्रमुख हिमनदों (Glaciers) और उनकी अवस्थिति के संदर्भ में निम्नलिखित कथनों पर विचार कीजिए: A. सियाचिन हिमनद (Siachen Glacier) पूर्वी काराकोरम श्रेणी में नुब्रा घाटी के उत्तर में स्थित है और यह ध्रुवीय क्षेत्रों के बाहर विश्व का दूसरा सबसे लंबा हिमनद है। B. बाल्टोरो, बियाफो और हिस्पर हिमनद भी काराकोरम पर्वत श्रृंखला में स्थित हैं। C. जेमू हिमनद (Zemu Glacier) सिक्किम हिमालय में स्थित है, जिससे तीस्ता नदी को जल प्राप्त होता है। D. गंगोत्री हिमनद कुमाऊँ-गढ़वाल हिमालय (उत्तराखंड) में स्थित है जहाँ से भागीरथी नदी निकलती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सियाचिन ग्लेशियर (लगभग 76 किमी लंबा) लद्दाख में काराकोरम श्रेणी के साल्तोरो कटक के पास स्थित है और नुब्रा नदी इसी के पिघलने से निकलती है। काराकोरम श्रेणी में बाल्टोरो (63 किमी), बियाफो (67 किमी) और हिस्पर (49 किमी) जैसे विशाल हिमनद स्थित हैं जो शिगर और हुंजा नदी तंत्र को जल प्रदान करते हैं। जेमू हिमनद पूर्वी हिमालय (सिक्किम) में कंचनजंगा के आधार पर स्थित है और यह तीस्ता नदी का मुख्य जल स्रोत है। गंगोत्री हिमनद उत्तराखंड के उत्तरकाशी जिले में स्थित है, जिसके गोमुख स्थान से गंगा की मूल धारा 'भागीरथी' का उद्गम होता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अरावली पर्वत श्रृंखला के भूगर्भीय और भौगोलिक लक्षणों के संबंध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अरावली पर्वतमाला विश्व की प्राचीनतम वलित पर्वत श्रृंखलाओं (Pre-Cambrian Fold Mountains) में से एक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उत्तर-पूर्व में दिल्ली कटक से लेकर दक्षिण-पश्चिम में गुजरात के पालनपुर तक लगभग 800 किमी में विस्तृत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अरावली पर्वतमाला भारत में अरब सागर अपवाह तंत्र और बंगाल की खाड़ी अपवाह तंत्र के मध्य मुख्य जल-विभाजक का कार्य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अरावली पर्वत श्रेणी का अधिकांश भाग अत्यधिक उपजाऊ काली लावा मृदा से ढका हुआ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अरावली पर्वत श्रेणी का अधिकांश भाग अत्यधिक उपजाऊ काली लावा मृदा से ढका हुआ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अरावली पर्वतमाला विश्व की प्राचीनतम वलित पर्वत श्रृंखलाओं (Pre-Cambrian Fold Mountains) में से एक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उत्तर-पूर्व में दिल्ली कटक से लेकर दक्षिण-पश्चिम में गुजरात के पालनपुर तक लगभग 800 किमी में विस्तृत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अरावली पर्वतमाला भारत में अरब सागर अपवाह तंत्र और बंगाल की खाड़ी अपवाह तंत्र के मध्य मुख्य जल-विभाजक का कार्य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अरावली पर्वतमाला एक अत्यंत प्राचीन अवशिष्ट (Relict) पर्वतमाला है जो मुख्य रूप से प्री-कैम्ब्रियन युग की क्वार्टजाइट, नीस और शिस्ट चट्टानों से निर्मित है, न कि काली लावा मृदा से (काली लावा मृदा मालवा और दक्कन के पठार की विशेषता है)। विकल्प A सही है क्योंकि अरावली की उत्पत्ति प्री-कैम्ब्रियन काल (लगभग 60-70 करोड़ वर्ष पूर्व) में हुई थी। विकल्प B सही है क्योंकि यह गुजरात के पालनपुर से राजस्थान, हरियाणा होते हुए दिल्ली (रायसीना हिल्स) तक लगभग 800 किमी तक फैली है। विकल्प C सही है क्योंकि अरावली सिंधु/लूनी/साबरमती (अरब सागर तंत्र) तथा गंगा/यमुना/बनास (बंगाल की खाड़ी तंत्र) के मध्य एक प्रमुख महान जल विभाजक (Great Water Divide) का कार्य करती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पर्वत श्रेणियों एवं उनकी सबसे ऊँची चोटियों (Highest Peaks) का सही मिलान कीजिए: सूची-I: सूची-I: A. अरावली श्रेणी (Aravalli Range) B. सतपुड़ा श्रेणी (Satpura Range) C. पश्चिमी घाट (Western Ghats) D. पूर्वी घाट (Eastern Ghats) सूची-II: 1. धूपगढ़ (Dhupgarh) 2. अनाईमुडी (Anaimudi) 3. महेंद्रगिरि / जिंदागड़ा (Mahendragiri / Jindhagada) 4. गुरु शिखर (Guru Shikhar)</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A-4, B-1, C-2, D-3 है। अरावली श्रेणी की सर्वोच्च चोटी 'गुरु शिखर' (1,722 मीटर, माउंट आबू, राजस्थान) है। सतपुड़ा पर्वत श्रेणी की सर्वोच्च चोटी 'धूपगढ़' (1,350 मीटर, महादेव पहाड़ी, पचमढ़ी, मध्य प्रदेश) है। पश्चिमी घाट की सर्वोच्च चोटी 'अनाईमुडी' (2,695 मीटर, केरल) है, जो पूरे दक्षिण भारत की भी सबसे ऊँची चोटी है। पूर्वी घाट की प्रमुख चोटी 'जिंदागड़ा' (1,690 मीटर, आंध्र प्रदेश) एवं 'महेंद्रगिरि' (1,501 मीटर, ओडिशा)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पूर्वी घाट (Eastern Ghats) के संबंध में निम्नलिखित कथनों पर विचार कीजिए: A. पूर्वी घाट पश्चिमी घाट की तुलना में एक विच्छिन्न (Discontinuous) और कम ऊँचाई वाली पर्वत श्रृंखला है। B. महानदी, गोदावरी, कृष्णा और कावेरी जैसी बड़ी नदियों ने पूर्वी घाट को काटकर चौड़ी घाटियों का निर्माण किया है। C. नल्लामलाई, पालकोंडा, जावादी और शेवरॉय पहाड़ियाँ पूर्वी घाट के ही प्रमुख भाग हैं। D. पूर्वी घाट और पश्चिमी घाट आपस में नीलगिरि की पहाड़ियों में मिलते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पूर्वी घाट की औसत ऊँचाई लगभग 600 मीटर है, जबकि पश्चिमी घाट की औसत ऊँचाई 900 से 1600 मीटर है। प्रायद्वीपीय भारत का ढाल पश्चिम से पूर्व की ओर होने के कारण प्रायद्वीप की अधिकांश प्रमुख नदियाँ (महानदी, गोदावरी, कृष्णा, कावेरी) पश्चिमी घाट से निकलकर पूर्व की ओर बहती हैं और बंगाल की खाड़ी में गिरने से पहले पूर्वी घाट को गहरे काटकर विच्छिन्न कर देती हैं। आंध्र प्रदेश में स्थित नल्लामलाई, वेलीकोंडा, पालकोंडा तथा तमिलनाडु में स्थित जावादी, शेवरॉय, पंचमलाई और सिरुमलाई पहाड़ियाँ पूर्वी घाट के ही हिस्से हैं। तमिलनाडु, कर्नाटक और केरल की सीमा पर नीलगिरि की पहाड़ियाँ स्थित हैं, जो पश्चिमी और पूर्वी घाट की मिलन स्थली (Confluence)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हिमालय क्षेत्र में पाए जाने वाले 'दून' (Duns) और 'द्वार' (Duars) के संबंध में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और द्वार वृहद् हिमालय और ट्रांस हिमालय के मध्य स्थित हिमनदीय झीलें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लघु हिमालय और शिवालिक के मध्य स्थित अनुदैर्ध्य घाटियाँ हैं, जबकि द्वार पूर्वी हिमालय के गिरिपाद में स्थित जलोढ़ बाढ़ के मैदान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केवल राजस्थान के मरुस्थल में बनने वाली रेत की घाटियों को कहा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द्वार पश्चिमी घाट में स्थित प्रमुख दर्रों के स्थानीय नाम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20/200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दून लघु हिमालय और शिवालिक के मध्य स्थित अनुदैर्ध्य घाटियाँ हैं, जबकि द्वार पूर्वी हिमालय के गिरिपाद में स्थित जलोढ़ बाढ़ के मैदान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और द्वार वृहद् हिमालय और ट्रांस हिमालय के मध्य स्थित हिमनदीय झीलें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केवल राजस्थान के मरुस्थल में बनने वाली रेत की घाटियों को कहा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द्वार पश्चिमी घाट में स्थित प्रमुख दर्रों के स्थानीय नाम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B सत्य है। लघु हिमालय (हिमाचल) और बाह्य हिमालय (शिवालिक) के मध्य कई चपटी तलहटी वाली अनुदैर्ध्य घाटियाँ (Longitudinal Structural Valleys) पाई जाती हैं, जिन्हें पश्चिमी व मध्य हिमालय में 'दून' कहा जाता है (जैसे देहरादून, कोटली दून, पाटली दून)। पूर्वी हिमालय (सिक्किम, पश्चिम बंगाल और असम) तथा भूटान के गिरिपाद क्षेत्र में स्थित जलोढ़ बाढ़ के मैदानों को 'द्वार' या 'डूआर्स' (Duars) कहा जाता है। यह द्वार क्षेत्र उच्च आर्द्रता, समृद्ध कार्बनिक मृदा और वर्ष भर होने वाली वर्षा के कारण चाय बागानों (Tea Gardens) के लिए विश्व प्रसिद्ध है (जैसे दार्जिलिंग और असम के चाय बागान)।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20/200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हिमालयी चारागाहों 'बुग्याल' (Bugyals) एवं 'मर्ग' (Margs) के संबंध में निम्नलिखित कथनों पर विचार कीजिए: A. बुग्याल उत्तराखंड के उच्च हिमालयी क्षेत्रों (10,000 फीट से अधिक) में पाए जाने वाले अल्पाइन घास के मैदान हैं। B. कश्मीर घाटी में स्थित गुलमर्ग और सोनमर्ग शीतोष्ण कटिबंधीय अल्पाइन घास के मैदानों के उदाहरण हैं। C. भोटिया, गद्दी और बकरवाल जैसी खानाबदोश जनजातियाँ इन घास के मैदानों में ऋतु-प्रवास (Transhumance) करती हैं। D. बुग्याल केवल शीत ऋतु में हरी घास से भर जाते हैं और ग्रीष्मकाल में बर्फ से ढके रहते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625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21/200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उत्तराखंड के गढ़वाल व कुमाऊँ उच्च हिमालयी क्षेत्रों में 3,000 से 4,000 मीटर की ऊँचाई पर स्थित शीतोष्ण व अल्पाइन चारागाहों को स्थानीय भाषा में 'बुग्याल' (जैसे दयारा बुग्याल, बेदनी बुग्याल) कहा जाता है। कश्मीर में ऐसे घास के मैदानों को 'मर्ग' (जैसे गुलमर्ग, सोनमर्ग, तनमर्ग) कहा जाता है। इन क्षेत्रों में चरवाहा जनजातियाँ जैसे भोटिया, गद्दी और बकरवाल ग्रीष्म ऋतु में अपने पशुओं के साथ पहाड़ों के ऊपर चढ़ती हैं तथा शीत ऋतु में पुनः नीचे घाटियों में लौट आती हैं, जिसे ऋतु-प्रवास (Transhumance) कहा जाता है। कथन D गलत है क्योंकि शीत ऋतु में यह बुग्याल भारी बर्फ से ढके रहते हैं और ग्रीष्म ऋतु में (मई से सितंबर) जब बर्फ पिघलती है, तब यहाँ अत्यंत पोषक हरी घास और रंग-बिरंगे अल्पाइन फूल खिलते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625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21/200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पड़ोसी देशों के साथ लगने वाली सीमाओं की लंबाई के घटते क्रम (Descending Order) का सही मिलान कीजिए: सूची-I: सूची-I: A. बांग्लादेश (Bangladesh) B. चीन (China) C. पाकिस्तान (Pakistan) D. नेपाल (Nepal) सूची-II: 1. लगभग 3,488 किमी 2. लगभग 1,751 किमी 3. लगभग 4,096 किमी 4. लगभग 3,323 किमी</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22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22/200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C-4, D-2 है। भारत की कुल स्थलीय सीमा रेखा लगभग 15,106.7 किमी है। पड़ोसी देशों के साथ सीमा रेखा की लंबाई का घटता क्रम इस प्रकार है: 1. बांग्लादेश (4,096.7 किमी - सबसे लंबी सीमा), 2. चीन (3,488 किमी - मैकमोहन रेखा व LAC), 3. पाकिस्तान (3,323 किमी - रेडक्लिफ रेखा व LOC), 4. नेपाल (1,751 किमी), 5. म्यांमार (1,643 किमी), 6. भूटान (699 किमी), और 7. अफगानिस्तान (106 किमी - डूरंड रेखा, सबसे छोटी सीमा)।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22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22/200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'भारतीय मानक समय' (Indian Standard Time - IST) के संदर्भ में निम्नलिखित कथनों पर विचार कीजिए: A. भारत का मानक समय 82°30' पूर्वी देशांतर रेखा से निर्धारित किया जाता है जो ग्रीनविच मानक समय (GMT) से 5 घंटे 30 मिनट आगे है। B. यह मानक समय रेखा उत्तर प्रदेश के प्रयागराज (नैनी/मिर्जापुर) से होकर गुजरती है। C. भारतीय मानक समय रेखा देश के पाँच राज्यों- उत्तर प्रदेश, मध्य प्रदेश, छत्तीसगढ़, ओडिशा और आंध्र प्रदेश से होकर गुजरती है। D. कर्क रेखा और भारतीय मानक समय रेखा एक दूसरे को छत्तीसगढ़ राज्य के कोरिया/सूरजपुर जिले में काटती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828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23/200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भारत का देशांतरीय विस्तार 68°7' E से 97°25' E तक है। पूरे देश में समय की एकरूपता बनाए रखने के लिए 82°30' पूर्वी देशांतर को भारत की मानक मध्याह्न रेखा (Standard Meridian) चुना गया है, जो GMT (0° देशांतर) से +5:30 घंटे आगे है। यह रेखा 5 राज्यों (उत्तर प्रदेश, मध्य प्रदेश, छत्तीसगढ़, ओडिशा और आंध्र प्रदेश) से गुजरती है। कर्क रेखा (23°30' N) और भारतीय मानक समय रेखा (82°30' E) का प्रतिच्छेदन बिंदु (Intersection Point) छत्तीसगढ़ के उत्तरी भाग (सूरजपुर/कोरिया जिले) में स्थित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828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23/200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तटीय राज्यों के संदर्भ में तटरेखा की लंबाई के आधार पर सही अवरोही क्रम (Descending Order)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गुजरात &gt; आंध्र प्रदेश &gt; तमिलनाडु &gt; महाराष्ट्र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आंध्र प्रदेश &gt; गुजरात &gt; तमिलनाडु &gt; महाराष्ट्र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गुजरात &gt; तमिलनाडु &gt; आंध्र प्रदेश &gt; महाराष्ट्र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महाराष्ट्र &gt; गुजरात &gt; आंध्र प्रदेश &gt; तमिलनाडु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24/200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गुजरात &gt; आंध्र प्रदेश &gt; तमिलनाडु &gt; महाराष्ट्र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आंध्र प्रदेश &gt; गुजरात &gt; तमिलनाडु &gt; महाराष्ट्र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गुजरात &gt; तमिलनाडु &gt; आंध्र प्रदेश &gt; महाराष्ट्र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महाराष्ट्र &gt; गुजरात &gt; आंध्र प्रदेश &gt; तमिलनाडु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भारत की मुख्य भूमि और द्वीपों सहित कुल तटरेखा 7,516.6 किमी है, जिसमें मुख्य भूमि की तटरेखा लगभग 6,100 किमी है। भारत के कुल 9 राज्य और 4 केंद्रशासित प्रदेश समुद्र तट पर स्थित हैं। राज्यों में मुख्य भूमि की तटरेखा का सही अवरोही क्रम है: 1. गुजरात (लगभग 1,214.7 किमी - सबसे लंबी तटरेखा), 2. आंध्र प्रदेश (लगभग 973.7 किमी), 3. तमिलनाडु (लगभग 906.9 किमी), 4. महाराष्ट्र (लगभग 652.6 किमी), इसके बाद केरल, ओडिशा, कर्नाटक, पश्चिम बंगाल और सबसे छोटी तटरेखा गोवा (101 किमी) की है। (यदि केंद्रशासित प्रदेशों को शामिल करें तो अंडमान और निकोबार की तटरेखा 1,962 किमी के साथ देश में सर्वाधिक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24/200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छोटानागपुर पठार के भू-आकृतिक एवं आर्थिक महत्व के संदर्भ में निम्नलिखित कथनों पर विचार कीजिए: A. छोटानागपुर पठार को खनिजों की प्रचुरता के कारण 'भारत का रूर' (Ruhr of India) कहा जाता है। B. दामोदर नदी इस पठार के मध्य से एक भ्रंश घाटी (Rift Valley) में बहती है, जिसके बेसिन में भारत के 80% से अधिक गोंडवाना कोयला भंडार स्थित हैं। C. पाट भूमि (Pat Lands) छोटानागपुर पठार के पश्चिमी भाग में पाई जाने वाली सपाट शीर्ष वाली लैटेराइट युक्त उच्च भूमियाँ हैं। D. पारसनाथ पहाड़ी (1,365 मीटर) इस पठार की सबसे ऊँची चोटी है जो जैन धर्म का एक प्रसिद्ध तीर्थ स्थल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030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25/200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छोटानागपुर पठार (मुख्यतः झारखंड, ओडिशा, प. बंगाल, छत्तीसगढ़) खनिज संसाधनों जैसे कोयला, लौह अयस्क, अभ्रक, बॉक्साइट, ताँबा और यूरेनियम से अत्यधिक समृद्ध है, इसीलिए इसे 'भारत का रूर प्रदेश' कहा जाता है। दामोदर नदी घाटी एक प्राचीन विवर्तनिक भ्रंश घाटी है जिसमें रानीगंज, झरिया, बोकारो, गिरिडीह और कर्णपुरा जैसे समृद्ध गोंडवाना कोयला क्षेत्र स्थित हैं। इस पठार के पश्चिमी भाग (राँची-पलामू क्षेत्र) में ऊँची समतल पहाड़ियों को 'पाट भूमि' (जैसे नेतरहाट पाट) कहा जाता है जो बॉक्साइट निक्षेपों से युक्त हैं। गिरिडीह जिले में स्थित पारसनाथ चोटी (सम्मेद शिखरजी) छोटानागपुर पठार का सर्वोच्च बिंदु है और प्रमुख जैन तीर्थ स्थल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030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25/200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मालवा पठार एवं मध्य उच्चभूमि (Central Highlands) के संबंध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मालवा का पठार उत्तर में अरावली और दक्षिण में विंध्याचल श्रेणी के मध्य स्थित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मालवा पठार का सामान्य ढाल उत्तर एवं उत्तर-पूर्व की ओर है, जिस कारण चंबल, सिंध, बेतवा और केन नदियाँ यमुना तंत्र में मिलती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चंबल नदी ने इस क्षेत्र में अत्यधिक अवनालिका अपरदन (Gully Erosion) करके उत्खात भूमि (Badland Topography / बीहड़) का निर्माण किया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मालवा का पठार पूर्ण रूप से प्राचीन बालुका पत्थर (Sandstone) से निर्मित एक मरुस्थलीय मैदान है जहाँ कृषि असंभव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631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26/200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मालवा का पठार पूर्ण रूप से प्राचीन बालुका पत्थर (Sandstone) से निर्मित एक मरुस्थलीय मैदान है जहाँ कृषि असंभव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मालवा का पठार उत्तर में अरावली और दक्षिण में विंध्याचल श्रेणी के मध्य स्थित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मालवा पठार का सामान्य ढाल उत्तर एवं उत्तर-पूर्व की ओर है, जिस कारण चंबल, सिंध, बेतवा और केन नदियाँ यमुना तंत्र में मिलती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चंबल नदी ने इस क्षेत्र में अत्यधिक अवनालिका अपरदन (Gully Erosion) करके उत्खात भूमि (Badland Topography / बीहड़) का निर्माण किया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मालवा का पठार बेसाल्टिक लावा के विखंडन से निर्मित उपजाऊ काली मृदा (Black Soil) से ढका हुआ है और यह कपास, सोयाबीन, गेहूँ और गन्ने की कृषि के लिए मध्य भारत का एक अत्यंत समृद्ध कृषि क्षेत्र है, न कि कृषि-विहीन मरुस्थलीय मैदान। विकल्प A सही है क्योंकि मालवा पठार अरावली और विंध्य पर्वत के मध्य स्थित है। विकल्प B सही है क्योंकि पठार का उत्तरी ढाल होने से यहाँ की नदियाँ (चंबल, सिंध, बेतवा, केन) उत्तर की ओर बहकर यमुना में मिलती हैं। विकल्प C सही है क्योंकि चंबल और उसकी सहायक नदियों ने तीव्र कटाव करके गहरे खड्डों और बीहड़ों (Ravines) का निर्माण किया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631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26/200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पश्चिमी घाट (सह्याद्रि) के पारिस्थितिकीय एवं भौगोलिक लक्षणों के संदर्भ में निम्नलिखित कथनों पर विचार कीजिए: A. पश्चिमी घाट उत्तर में तापी नदी के मुहाने से लेकर दक्षिण में कन्याकुमारी तक लगभग 1,600 किमी की लंबाई में एक सतत (Continuous) पर्वत दीवार के रूप में विस्तृत है। B. पश्चिमी घाट की ऊँचाई उत्तर से दक्षिण की ओर क्रमशः बढ़ती जाती है। C. यह यूनेस्को (UNESCO) द्वारा घोषित विश्व के आठ 'सर्वाधिक जैव विविधता वाले हॉटस्पॉट' (Hottest Hotspots) में से एक है। D. पश्चिमी घाट के पश्चिमी ढलानों पर कंटीले वन पाए जाते हैं जबकि पूर्वी ढलानों पर सघन सदाबहार वर्षावन पाए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232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27/200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पश्चिमी घाट एक सतत पर्वत श्रृंखला है जिसे केवल थाल, भोर और पाल घाट जैसे दर्रों से ही पार किया जा सकता है। उत्तर (महाराष्ट्र) में इसकी औसत ऊँचाई 900-1000 मीटर है, जो दक्षिण (केरल-तमिलनाडु) की ओर बढ़कर 2,000 मीटर से अधिक (अनाईमुडी 2,695 मी, दोद्दाबेट्टा 2,637 मी) हो जाती है। यह अत्यधिक स्थानिक प्रजातियों (Endemic species) के कारण वैश्विक जैव विविधता हॉटस्पॉट है। कथन D गलत है क्योंकि दक्षिण-पश्चिम मानसून की अरब सागर शाखा पश्चिमी ढलानों से सीधे टकराकर 250 से 400 सेमी से अधिक भारी वर्षा करती है, जिससे पश्चिमी ढलानों पर सघन 'उष्णकटिबंधीय आर्द्र सदाबहार वन' पाए जाते हैं; जबकि पूर्वी ढलान वृष्टि-छाया क्षेत्र (Rain-shadow area) में आने के कारण शुष्क रहते हैं और वहाँ पर्णपाती व शुष्क झाड़ीदार वनस्पति पाई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232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27/200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पठारों एवं उनकी मुख्य भौगोलिक/खनिज विशेषताओं का सही मिलान कीजिए: सूची-I: सूची-I: A. बस्तर का पठार (Bastar Plateau) B. दक्कन ट्रैप (Deccan Trap) C. मेघालय पठार (Meghalaya Plateau) D. लद्दाख का पठार (Ladakh Plateau) सूची-II: 1. भारत का सबसे ऊँचा शीत मरुस्थलीय पठार 2. उच्च कोटि का टिन अयस्क (कैसिटराइट) भंडार 3. कपास उत्पादन हेतु आदर्श बेसाल्टिक काली मृदा 4. अत्यधिक वर्षा से अपरदित चट्टानी भूभाग एवं यूरेनियम भंडार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28/200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B-3, C-4, D-1 है। छत्तीसगढ़ का बस्तर पठार (दंडकारण्य क्षेत्र) भारत में टिन अयस्क (कैसिटराइट) का एकमात्र प्रमुख उत्पादक क्षेत्र है। दक्कन का लावा पठार बेसाल्टिक चट्टानों के अपक्षय से बनी 'रेगुर' (काली मृदा) के लिए प्रसिद्ध है, जो कपास और गन्ने के लिए सर्वोत्तम है। मेघालय का पठार (चेरापूंजी/मासिनराम) विश्व की सर्वाधिक वर्षा प्राप्त करता है और यहाँ डोमियासियाट में यूरेनियम तथा चूना पत्थर-कोयला के समृद्ध भंडार हैं। लद्दाख का पठार भारत का सबसे ऊँचा अंतरपर्वतीय (Intermontane) पठार है जो वृहद् हिमालय और काराकोरम के मध्य स्थित एक उच्च तुंगता वाला शीत मरुस्थल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28/200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काठियावाड़ और कच्छ प्रायद्वीप (गुजरात) के संदर्भ में निम्नलिखित कथनों पर विचार कीजिए: A. कच्छ का महान रण (Great Rann of Kutch) एक विशाल लवणीय दलदली मैदान है जो समुद्र के निमज्जन और गाद जमाव से बना है। B. गिर पहाड़ियाँ (Gir Hills) काठियावाड़ प्रायद्वीप में स्थित हैं और यह एशियाई शेरों (Asiatic Lions) का विश्व में एकमात्र प्राकृतिक आवास हैं। C. बन्नी घास का मैदान (Banni Grasslands) कच्छ के रण के दक्षिणी किनारे पर स्थित एशिया के सबसे बड़े घास के मैदानों में से एक है। D. कच्छ की खाड़ी और खंभात की खाड़ी दोनों ही भारत में ज्वारीय ऊर्जा (Tidal Energy) उत्पादन की विशाल संभावनाएँ रखती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435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29/200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कच्छ का रण थार मरुस्थल का दक्षिणी विस्तार है, जो मानसून में उथले खारे पानी से भर जाता है और शीतकाल में सफेद नमक की चादर बन जाता है। काठियावाड़ प्रायद्वीप में स्थित गिर राष्ट्रीय उद्यान एशियाई बब्बर शेर (Panthera leo persica) का अंतिम प्राकृतिक शरणस्थल है। बन्नी चारागाह कच्छ में लगभग 2,618 वर्ग किमी में फैला अद्वितीय लवणीय घास का मैदान है जो मालधारी चरवाहों और समृद्ध वन्यजीवों का आधार है। खंभात की खाड़ी और कच्छ की खाड़ी अपनी फ़नल जैसी संरचना के कारण 8 से 11 मीटर तक के उच्च ज्वार अनुभव करती हैं, जिससे ये भारत में ज्वारीय ऊर्जा के प्रमुख संभावित केंद्र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435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29/200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उत्तर-पूर्वी भारत के प्रमुख पर्वतीय दर्रों एवं संबंधित राज्यों का सही मिलान कीजिए: सूची-I: सूची-I: A. सेला दर्रा (Sela Pass) B. जेलेप ला (Jelep La) C. दीफू दर्रा (Diphu Pass) D. पांगसाऊ दर्रा (Pangsau Pass) सूची-II: 1. सिक्किम (ल्हासा को कलिम्पोंग से जोड़ने वाला) 2. अरुणाचल प्रदेश (तवांग को जोड़ने वाला) 3. अरुणाचल प्रदेश-म्यांमार सीमा (पटकाई श्रेणी) 4. भारत-चीन-म्यांमार त्रि-जंक्शन (अरुणाचल प्रदेश)</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30/200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B-1, C-4, D-3 है। सेला दर्रा अरुणाचल प्रदेश के तवांग और पश्चिम कामेंग जिलों के बीच 13,700 फीट की ऊँचाई पर स्थित है, जहाँ हाल ही में रणनीतिक सेला सुरंग का निर्माण किया गया है। जेलेप ला दर्रा सिक्किम में स्थित है जो चुंबी घाटी होते हुए तिब्बत की राजधानी ल्हासा को भारत से जोड़ता है। दीफू दर्रा भारत, चीन और म्यांमार की सीमाओं के त्रि-जंक्शन (Tri-junction) पर मैकमोहन रेखा के पूर्वी छोर पर स्थित है। पांगसाऊ दर्रा अरुणाचल प्रदेश में पटकाई बुम श्रेणी पर स्थित है जो भारत को म्यांमार (बर्मा) से जोड़ता है; द्वितीय विश्व युद्ध के दौरान प्रसिद्ध 'लेडो रोड' इसी दर्रे से बनाई गई थी।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30/200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लद्दाख एवं जम्मू-कश्मीर के प्रमुख दर्रों के संदर्भ में निम्नलिखित में से कौन-सा युग्म सही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खारदुंग ला (Khardung La) - लेह को नुब्रा घाटी और श्योक घाटी से जोड़ता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चांग ला (Chang La) - लेह को प्रसिद्ध पैंगोंग त्सो झील से जोड़ता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पेंसी ला (Pensi La) - कश्मीर घाटी को कारगिल और जास्कर घाटी का प्रवेश द्वार कहा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रोहतांग दर्रा (Rohtang Pass) - श्रीनगर को गिलगित से जोड़ने वाला ट्रांस-हिमालयी दर्रा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637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31/200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रोहतांग दर्रा (Rohtang Pass) - श्रीनगर को गिलगित से जोड़ने वाला ट्रांस-हिमालयी दर्रा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खारदुंग ला (Khardung La) - लेह को नुब्रा घाटी और श्योक घाटी से जोड़ता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चांग ला (Chang La) - लेह को प्रसिद्ध पैंगोंग त्सो झील से जोड़ता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पेंसी ला (Pensi La) - कश्मीर घाटी को कारगिल और जास्कर घाटी का प्रवेश द्वार कहा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सही सुमेलित नहीं है। रोहतांग दर्रा हिमाचल प्रदेश के कुल्लू जिले में पीर पंजाल श्रेणी में स्थित है, जो कुल्लू घाटी को लाहौल-स्पीति घाटी से जोड़ता है (जिसके नीचे 9.02 किमी लंबी अटल सुरंग बनाई गई है)। श्रीनगर को गिलगित से जोड़ने वाला ऐतिहासिक दर्रा 'बुर्जिल दर्रा' (Burzil Pass) है, जो कश्मीर में स्थित है। विकल्प A सही है क्योंकि खारदुंग ला विश्व के सबसे ऊँचे मोटरेबल दर्रों में से एक है जो लेह को नुब्रा से जोड़ता है। विकल्प B सही है क्योंकि चांग ला दर्रा लद्दाख में पैंगोंग त्सो जाने के मार्ग पर स्थित है। विकल्प C सही है क्योंकि पेंसी ला जास्कर श्रेणी में स्थित है जो सुरु घाटी को जास्कर से जोड़ता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637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31/200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हिमालय पर्वतमाला की प्रमुख चोटियों की ऊँचाई के संदर्भ में निम्नलिखित कथनों पर विचार कीजिए: A. के-2 (गॉडविन ऑस्टिन - 8,611 मीटर) भारत की सर्वोच्च पर्वत चोटी है जो काराकोरम श्रेणी में स्थित है। B. कंचनजंगा (8,598 मीटर) भारत में स्थित हिमालय की सबसे ऊँची चोटी है जो सिक्किम और नेपाल की सीमा पर स्थित है। C. नंदा देवी (7,816 मीटर) पूरी तरह से भारत की निर्विवाद सीमा (उत्तराखंड) के भीतर स्थित देश की सर्वोच्च चोटी है। D. नामचा बरवा (7,756 मीटर) हिमालय के धुर पश्चिमी छोर पर नंगा पर्वत के पास स्थित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32/200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भारत की सबसे ऊँची चोटी K2 (8,611 मी) काराकोरम में पाक अधिकृत कश्मीर (POK) में स्थित है। वर्तमान में भारत के पूर्ण प्रशासनिक नियंत्रण वाले क्षेत्र में हिमालय की सर्वोच्च चोटी 'कंचनजंगा' (8,598 मी, सिक्किम) है। नंदा देवी (7,816 मी, चमोली, उत्तराखंड) पूरी तरह भारतीय भूभाग के भीतर स्थित भारत की दूसरी सबसे ऊँची तथा पूर्णतः भारतीय सीमा की सर्वोच्च चोटी है। कथन D गलत है क्योंकि नामचा बरवा (7,756 मी) हिमालय के धुर 'पूर्वी छोर' पर अरुणाचल प्रदेश-तिब्बत सीमा पर स्थित है, जहाँ से ब्रह्मपुत्र नदी यू-टर्न (U-Turn) लेकर भारत में प्रवेश करती है; जबकि नंगा पर्वत (8,126 मी) हिमालय के धुर 'पश्चिमी छोर' (सिंधु मोड़) पर स्थित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32/200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हिमालय की निम्नलिखित पर्वत चोटियों को पश्चिम से पूर्व दिशा (West to East) के सही भौगोलिक क्रम में व्यवस्थित कीजिए:</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नंदा देवी → धौलागिरि → माउंट एवरेस्ट → कंचनजंगा → नामचा बरवा</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नामचा बरवा → कंचनजंगा → माउंट एवरेस्ट → धौलागिरि → नंदा देवी</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धौलागिरि → नंदा देवी → माउंट एवरेस्ट → नामचा बरवा → कंचनजंगा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नंदा देवी → माउंट एवरेस्ट → धौलागिरि → कंचनजंगा → नामचा बरवा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840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33/200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नंदा देवी → धौलागिरि → माउंट एवरेस्ट → कंचनजंगा → नामचा बरवा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नामचा बरवा → कंचनजंगा → माउंट एवरेस्ट → धौलागिरि → नंदा देवी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धौलागिरि → नंदा देवी → माउंट एवरेस्ट → नामचा बरवा → कंचनजंगा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नंदा देवी → माउंट एवरेस्ट → धौलागिरि → कंचनजंगा → नामचा बरवा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पश्चिम से पूर्व की ओर हिमालय की चोटियों का सटीक भौगोलिक क्रम है: 1. नंगा पर्वत (जम्मू-कश्मीर), 2. कामेट एवं नंदा देवी (उत्तराखंड), 3. धौलागिरि (मध्य नेपाल - 8,167 मी), 4. अन्नपूर्णा एवं मनास्लू (नेपाल), 5. माउंट एवरेस्ट (नेपाल-तिब्बत सीमा - 8,848.86 मी), 6. मकालू (नेपाल), 7. कंचनजंगा (सिक्किम-नेपाल सीमा - 8,598 मी), और 8. नामचा बरवा (अरुणाचल-तिब्बत सीमा - 7,756 मी)।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840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33/200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प्रवाल भित्तियों (Coral Reefs) के वितरण के संदर्भ में निम्नलिखित कथनों पर विचार कीजिए: A. मन्नार की खाड़ी (तमिलनाडु) और लक्षद्वीप भारत के प्रमुख प्रवाल भित्ति क्षेत्र हैं। B. अंडमान और निकोबार द्वीप समूह में तटीय (Fringing) और अवरोधक (Barrier) दोनों प्रकार की प्रवाल भित्तियाँ पाई जाती हैं। C. कच्छ की खाड़ी (गुजरात) भारत का एकमात्र उत्तरी अक्षांशीय प्रवाल क्षेत्र है जहाँ अत्यधिक तापमान उतार-चढ़ाव में भी प्रवाल पाए जाते हैं। D. सुंदरबन के डेल्टाई क्षेत्र में नदियों द्वारा लाए गए मीठे जल और अत्यधिक गाद के कारण प्रवाल भित्तियों का सघन विकास हुआ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441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34/200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भारत में प्रमुख प्रवाल क्षेत्र लक्षद्वीप (Atolls), मन्नार की खाड़ी (Fringing Reefs), अंडमान-निकोबार (Fringing &amp; Barrier) तथा कच्छ की खाड़ी (Fringing Reefs) और महाराष्ट्र का मालवन तट हैं। प्रवाल भित्तियों के विकास के लिए स्वच्छ, गर्म (20°C-27°C), मध्यम लवणीय और अवसाद-मुक्त (Sediment-free) समुद्री जल की आवश्यकता होती है। कथन D गलत है क्योंकि सुंदरबन डेल्टा में गंगा और ब्रह्मपुत्र नदियाँ भारी मात्रा में मीठा जल और सिल्ट/गाद (Silt) लाती हैं, जिससे जल गदला हो जाता है और सूर्य का प्रकाश नीचे नहीं पहुँच पाता; इसके कारण सुंदरबन में प्रवाल भित्तियाँ बिल्कुल नहीं पाई जाती हैं बल्कि वहाँ मैंग्रोव वनस्पति विकसित 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441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34/200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तटीय मैदानों के प्रादेशिक नामों एवं उनकी भौगोलिक स्थिति का सही मिलान कीजिए: सूची-I: सूची-I: A. कोंकण तट (Konkan Coast) B. मालाबार तट (Malabar Coast) C. कोरोमंडल तट (Coromandel Coast) D. उत्तरी सरकार तट (Northern Circars) सूची-II: 1. तमिलनाडु का तटीय मैदान (कृष्णा डेल्टा से कन्याकुमारी) 2. ओडिशा और आंध्र प्रदेश का तटीय मैदान (महानदी से कृष्णा डेल्टा) 3. महाराष्ट्र एवं गोवा का तटीय मैदान (दमन से गोवा) 4. केरल का तटीय मैदान (कयाल/लैगून झीलों से युक्त)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042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35/200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B-4, C-1, D-2 है। कोंकण तट पश्चिमी तटीय मैदान का उत्तरी भाग है जो दमन/महाराष्ट्र से गोवा तक फैला है। मालाबार तट पश्चिमी तटीय मैदान का दक्षिणी भाग है जो मुख्य रूप से केरल में स्थित है और यह बैकवाटर/कयाल (जैसे वेम्बनाड और अष्टमुडी) के लिए प्रसिद्ध है। कोरोमंडल तट पूर्वी तटीय मैदान का दक्षिणी भाग है जो तमिलनाडु में कृष्णा डेल्टा से कन्याकुमारी तक विस्तृत है और लौटते मानसून से वर्षा प्राप्त करता है। उत्तरी सरकार तट पूर्वी तटीय मैदान का उत्तरी भाग है जो ओडिशा और आंध्र प्रदेश में महानदी से कृष्णा नदी के डेल्टा तक फैला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042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35/200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भू-आकृतिक इतिहास एवं प्रायद्वीपीय भारत के क्रेटन (Cratons) के संदर्भ में निम्नलिखित कथनों पर विचार कीजिए: A. धारवाड़ शैल तंत्र (Dharwar System) भारत का सबसे प्राचीन रूपांतरित अवसादी शैल तंत्र है जो धात्विक खनिजों में सबसे धनी है। B. कुडप्पा और विंध्य शैल तंत्र मुख्य रूप से चूना पत्थर, बलुआ पत्थर और भवन निर्माण पत्थरों के लिए जाने जाते हैं। C. गोंडवाना शैल तंत्र भारत के 98% से अधिक कोयला भंडारों का प्रमुख स्रोत है। D. दक्कन ट्रैप का निर्माण बेसाल्टिक लावा के जमने से हुआ है जो आग्नेय शैल संरचना का उदाहरण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36/200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धारवाड़ क्रम की चट्टानें आर्कियन चट्टानों के अपरदन व निक्षेपण से बनी पहली कायांतरित अवसादी चट्टानें हैं जिनमें लोहा, सोना, मैंगनीज और ताँबा प्रचुर मात्रा में पाए जाते हैं (जैसे कर्नाटक का धारवाड़ क्षेत्र)। कुडप्पा और विंध्य क्रम की चट्टानें गैर-जीवाश्मीय तलछटी चट्टानें हैं जो सीमेंट उद्योग के चूना पत्थर, लाल बलुआ पत्थर (जिससे लाल किला बना) और संगमरमर के लिए प्रसिद्ध हैं। गोंडवाना क्रम (कार्बोनिफेरस से जुरासिक काल) की चट्टानों में भारत के प्रमुख कोयला क्षेत्र (दामोदर, सोन, महानदी, गोदावरी बेसिन) स्थित हैं। दक्कन ट्रैप लगभग 6.5 करोड़ वर्ष पूर्व विदर उद्भेदन से बनी क्षारीय बेसाल्टिक आग्नेय चट्टानों का विशाल लावा पठार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36/200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थार मरुस्थल में स्थित प्लाया (Playa) और खारे पानी की झीलों के संदर्भ में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सांभर झील भारत की सबसे बड़ी अंतःस्थलीय खारे पानी की झील (Inland Salt Lake)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डीडवाना, पचपदरा और लूनकरणसर थार मरुस्थल की अन्य प्रमुख खारी झीलें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प्लाया झीलें मरुस्थलीय अंतःप्रवाही जल निकासी (Inland Drainage) बेसिन में बनने वाली उथली मौसमी झीलें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थार मरुस्थल की सभी खारी झीलों का पानी हिमालय की हिमनदीय नदियों द्वारा ताज़ा पोषित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245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37/200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थार मरुस्थल की सभी खारी झीलों का पानी हिमालय की हिमनदीय नदियों द्वारा ताज़ा पोषित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सांभर झील भारत की सबसे बड़ी अंतःस्थलीय खारे पानी की झील (Inland Salt Lake)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डीडवाना, पचपदरा और लूनकरणसर थार मरुस्थल की अन्य प्रमुख खारी झीलें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प्लाया झीलें मरुस्थलीय अंतःप्रवाही जल निकासी (Inland Drainage) बेसिन में बनने वाली उथली मौसमी झीलें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थार मरुस्थल की खारी झीलें अंतःस्थलीय अपवाह (Inland Drainage) का उदाहरण हैं, जहाँ स्थानीय मौसमी नदियाँ (जैसे मेंथा, रूपनगढ़, खारी, खंडेला) आंतरिक बेसिनों में गिरती हैं; इनका हिमालयी नदियों से कोई संबंध नहीं है। ग्रीष्म ऋतु में तीव्र वाष्पीकरण के कारण इन झीलों में लवणों (Sodium Chloride, Sodium Sulphate) का सांद्रण बढ़ जाता है जिससे नमक बनाया जाता है। विकल्प A सही है क्योंकि सांभर झील (जयपुर-नागौर-अजमेर) भारत की सबसे बड़ी अंतर्देशीय खारे पानी की झील है जो देश के कुल नमक उत्पादन का लगभग 8-9% उत्पादित करती है। विकल्प B और C सही हैं क्योंकि मरुस्थलीय बेसिनों में बनने वाली चपटी और उथली झीलों को 'प्लाया' या स्थानीय भाषा में 'ढांढ' कहा जाता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245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37/200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तटीय प्रबंधन और सुरक्षात्मक संरचना 'ग्रोयन्स' (Groynes) के संदर्भ में निम्नलिखित कथनों पर विचार कीजिए: A. ग्रोयन (Groyne) समुद्र तट के लंबवत (Perpendicular) बनाई जाने वाली एक कठोर संरचना है जो तटीय अपरदन को रोकती है। B. यह संरचना तटीय बालू के तटीय-अनुदैर्ध्य प्रवाह (Longshore Drift) को अवरुद्ध कर रेत को तट पर जमा करने में मदद करती है। C. मैंग्रोव वनस्पति प्राकृतिक तटीय रक्षक (Bio-shield) के रूप में सुनामी और समुद्री तूफानों की तीव्रता को कम करती है। D. भारत में पश्चिमी तट पर पूर्वी तट की तुलना में प्राकृतिक निक्षेपण अधिक और अपरदन कम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846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38/200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ग्रोयन्स (Groynes) तटरेखा के लंबवत समुद्र में आगे तक बनाई जाने वाली पत्थर, कंक्रीट या लकड़ी की दीवारें होती हैं जो समुद्री तरंगों द्वारा बहाकर ले जाई जाने वाली रेत (Longshore transport) को रोकती हैं, जिससे समुद्र तट का कटाव रुकता है। मैंग्रोव वनस्पति अपनी जटाओं जैसी मजबूत जड़ों से तटीय तलछट को बांधे रखती है और चक्रवात तथा सुनामी की लहरों की ऊर्जा को सोखकर प्राकृतिक सुरक्षा कवच (Bio-shield) बनाती है। कथन D गलत है क्योंकि पश्चिमी तट एक उच्च, चट्टानी और निमज्जित तट है जहाँ समुद्री तरंगों द्वारा तीव्र अपरदन (Wave erosion) प्रभावी है; जबकि पूर्वी तट एक मंद ढाल वाला उन्मज्जित तट है जहाँ नदियों द्वारा भारी मात्रा में तलछट का निक्षेपण (Deposition) किया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846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38/200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जलवायु को सामान्यतः 'उष्णकटिबंधीय मानसूनी जलवायु' (Tropical Monsoon Climate) कहे जाने का मुख्य भौगोलिक कारण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पूरा क्षेत्रफल पूर्णतः उष्णकटिबंध (0° से 23°30' N) के भीतर स्थित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कर्क रेखा के उत्तर में स्थित होने के बावजूद हिमालय पर्वतमाला मध्य एशिया की ठंडी पवनों को रोककर उपमहाद्वीप को एक विशिष्ट उष्णकटिबंधीय स्वरूप प्रदान करती है तथा मौसमी पवनें ऋतुवत दिशा बदलती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चारों ओर से केवल प्रशांत महासागर के गर्म जल से घिरा हुआ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में वर्ष भर प्रत्येक महीने एक समान दैनिक तापमान और दैनिक वर्षा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447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39/200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कर्क रेखा के उत्तर में स्थित होने के बावजूद हिमालय पर्वतमाला मध्य एशिया की ठंडी पवनों को रोककर उपमहाद्वीप को एक विशिष्ट उष्णकटिबंधीय स्वरूप प्रदान करती है तथा मौसमी पवनें ऋतुवत दिशा बदलती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पूरा क्षेत्रफल पूर्णतः उष्णकटिबंध (0° से 23°30' N) के भीतर स्थित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चारों ओर से केवल प्रशांत महासागर के गर्म जल से घिरा हुआ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में वर्ष भर प्रत्येक महीने एक समान दैनिक तापमान और दैनिक वर्षा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B सही है। यद्यपि कर्क रेखा भारत के मध्य से गुजरती है और इसका उत्तरी आधा भाग उपोष्ण/शीतोष्ण कटिबंध में आता है, फिर भी उत्तर में स्थित अभेद्य हिमालय पर्वत श्रेणी साइबेरिया और मध्य एशिया से आने वाली अत्यंत ठंडी ध्रुवीय पवनों के लिए एक प्रभावी जलवायु विभाजक (Climatic Divide) का कार्य करती है। इसके परिणामस्वरूप संपूर्ण भारतीय उपमहाद्वीप में अपेक्षाकृत गर्म सर्दियाँ और विशिष्ट उष्णकटिबंधीय तापीय विशेषताएँ बनी रहती हैं। इसके साथ ही ग्रीष्मकाल में दक्षिण-पश्चिम से और शीतकाल में उत्तर-पूर्व से चलने वाली मौसमी पवनों के उत्क्रमण (Seasonal Reversal of Winds) के कारण भारत की जलवायु को 'उष्णकटिबंधीय मानसूनी' कहा जाता है। विकल्प A गलत है क्योंकि भारत का उत्तरी भाग उपोष्ण कटिबंध में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447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39/200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दक्षिण-पश्चिम मानसून की उत्पत्ति के तापीय सिद्धांत (Thermal Concept) के संबंध में निम्नलिखित कथनों पर विचार कीजिए: A. ग्रीष्म ऋतु में सूर्य के उत्तरायण होने से उत्तर-पश्चिम भारत और तिब्बत का भूभाग अत्यधिक गर्म होकर निम्न वायुदाब केंद्र का निर्माण करता है। B. इस समय दक्षिण हिंद महासागर में अपेक्षाकृत उच्च वायुदाब (High Pressure) का क्षेत्र बना रहता है। C. वायुदाब प्रवणता के कारण दक्षिणी गोलार्द्ध की व्यापारिक पवनें भूमध्य रेखा पार करके कोरिओलिस बल के प्रभाव से दाहिनी ओर मुड़कर दक्षिण-पश्चिम मानसून के रूप में भारत में प्रवेश करती हैं। D. मानसून पवनें स्थल से समुद्र की ओर बहने वाली पूर्णतः शुष्क पवनें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40/200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ग्रीष्मकाल (मई-जून) में उत्तरी गोलार्द्ध में सूर्य की सीधी किरणें पड़ने से उत्तर-पश्चिमी भारत (थार मरुस्थल व पंजाब-हरियाणा) में तीव्र तापीय निम्न दाब (Thermal Low) विकसित होता है। इसके विपरीत, दक्षिणी हिंद महासागर में उच्च दाब रहता है। उच्च दाब से निम्न दाब की ओर आकर्षित होने वाली दक्षिणी गोलार्द्ध की दक्षिण-पूर्वी व्यापारिक पवनें (SE Trades) जैसे ही भूमध्य रेखा पार करती हैं, फेरेल के नियम/कोरिओलिस बल के कारण दायीं ओर मुड़कर 'दक्षिण-पश्चिम मानसून' बन जाती हैं। कथन D गलत है क्योंकि दक्षिण-पश्चिम मानसूनी पवनें हजारों किलोमीटर चौड़े हिंद महासागर व अरब सागर के ऊपर से गुजरकर अत्यधिक मात्रा में जलवाष्प (आर्द्रता) ग्रहण करती हैं और समुद्र से स्थल की ओर (Sea-to-Land) बहकर भारत में भारी मानसूनी वर्षा करती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40/200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'अंतः उष्णकटिबंधीय अभिसरण क्षेत्र' (ITCZ / Monsoon Trough) के संबंध में निम्नलिखित कथनों पर विचार कीजिए: A. ITCZ भूमध्य रेखा के निकट स्थित एक निम्न वायुदाब का गर्त (Low Pressure Trough) है जहाँ उत्तर-पूर्वी और दक्षिण-पूर्वी व्यापारिक पवनें आपस में मिलती हैं। B. ग्रीष्म ऋतु में जुलाई के महीने में ITCZ उत्तर की ओर खिसककर 20°N से 25°N अक्षांशों पर गंगा के मैदान में स्थित हो जाता है, जिसे 'मानसून गर्त' (Monsoon Trough) कहते हैं। C. ITCZ का उत्तर की ओर विस्थापन दक्षिण-पश्चिम मानसूनी पवनों के भारत की मुख्य भूमि पर तेजी से आगे बढ़ने के लिए उत्तरदायी है। D. शीत ऋतु में ITCZ पुनः दक्षिण की ओर खिसक जाता है जिससे भारत में उत्तर-पूर्वी मानसूनी पवनें चलने लगती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649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41/200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ITCZ (Inter-Tropical Convergence Zone) विषुवतीय निम्न दाब की पेटी है जहाँ दोनों गोलार्द्धों की व्यापारिक पवनें अभिसरित होकर ऊपर उठती हैं। ग्रीष्मकाल में सूर्य के उत्तरायण होने के साथ ही यह निम्न दाब गर्त उत्तर की ओर खिसककर गंगा के मैदान के ऊपर आ जाता है। इसे 'मानसून ट्रफ' कहा जाता है। यह शक्तिशाली निम्न दाब केंद्र हिंद महासागर से नम मानसूनी हवाओं को अपनी ओर आकर्षित करता है। शीतकाल में सूर्य के दक्षिणायन होने पर ITCZ दक्षिणी गोलार्द्ध में खिसक जाता है, जिसके परिणामस्वरूप भारत के ऊपर उच्च दाब बनता है और स्थल से समुद्र की ओर शुष्क उत्तर-पूर्वी मानसून चलने लगता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649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41/200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मानसून के आगमन पर 'उपोष्णकटिबंधीय पश्चिमी जेट स्ट्रीम' (Subtropical Westerly Jet Stream) के प्रभाव के संबंध में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शीत ऋतु में यह जेट स्ट्रीम तिब्बत के पठार द्वारा दो शाखाओं में विभाजित हो जाती है, जिसकी दक्षिणी शाखा हिमालय के दक्षिण में बहती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ग्रीष्म ऋतु में जब तक पश्चिमी जेट स्ट्रीम की दक्षिणी शाखा उत्तर भारत के मैदान से पूरी तरह हट नहीं जाती, तब तक दक्षिण-पश्चिम मानसून का स्थायी आगमन नहीं होता।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पश्चिमी जेट स्ट्रीम के उत्तर की ओर हटने के बाद प्रायद्वीपीय भारत के ऊपर 15°N अक्षांश पर 'उष्णकटिबंधीय पूर्वी जेट स्ट्रीम' स्थापित होती है जो मानसून प्रस्फोट लाती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25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42/200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शीत ऋतु में यह जेट स्ट्रीम तिब्बत के पठार द्वारा दो शाखाओं में विभाजित हो जाती है, जिसकी दक्षिणी शाखा हिमालय के दक्षिण में बहती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ग्रीष्म ऋतु में जब तक पश्चिमी जेट स्ट्रीम की दक्षिणी शाखा उत्तर भारत के मैदान से पूरी तरह हट नहीं जाती, तब तक दक्षिण-पश्चिम मानसून का स्थायी आगमन नहीं होता।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पश्चिमी जेट स्ट्रीम के उत्तर की ओर हटने के बाद प्रायद्वीपीय भारत के ऊपर 15°N अक्षांश पर 'उष्णकटिबंधीय पूर्वी जेट स्ट्रीम' स्थापित होती है जो मानसून प्रस्फोट लाती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सही है। ऊपरी क्षोभमंडल में चलने वाली जेट धाराओं की मानसून तंत्र में निर्णायक भूमिका होती है। शीतकाल में उपोष्णकटिबंधीय पश्चिमी जेट स्ट्रीम तिब्बती पठार के अवरोध के कारण दो शाखाओं में बँट जाती है; इसकी दक्षिणी शाखा हिमालय के दक्षिण में गंगा के मैदान के ऊपर 200-300 मिलीबार स्तर पर बहती है और भारतीय क्षेत्र में प्रतिचक्रवाती दशाएँ व उच्च वायुदाब बनाए रखती है। जून के प्रारंभ में सूर्य के उत्तरायण होने और तिब्बत के गर्म होने से यह पश्चिमी जेट स्ट्रीम अचानक हिमालय के उत्तर में विस्थापित हो जाती है। इसके हटते ही प्रायद्वीप पर 15°N अक्षांश के सहारे 'उष्णकटिबंधीय पूर्वी जेट स्ट्रीम' (TEJ) स्थापित होती है, जो सतह पर निम्न दाब को तीव्र कर मानसून का अचानक प्रस्फोट (Monsoon Burst) कराती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25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42/200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'सोमाली जेट स्ट्रीम' (Somali Jet Stream / Findlater Jet) के संबंध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एक उच्च-तुंगता वाली शीतकालीन जेट स्ट्रीम है जो साइबेरिया से भारत की ओर बहती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ग्रीष्म ऋतु में हिंद महासागर के ऊपर निचले क्षोभमंडल (लगभग 1.5 किमी ऊँचाई) में मेडागास्कर से सोमालिया तट होते हुए अरब सागर की ओर बहने वाली एक तीव्र निम्न-स्तरीय पवन धारा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जेट स्ट्रीम भारतीय मानसून को कमजोर करती है और भारत में सूखे की स्थिति उत्पन्न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धारा प्रशांत महासागर में उत्पन्न होती है और इसका भारतीय उपमहाद्वीप से कोई संबंध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852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43/200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ग्रीष्म ऋतु में हिंद महासागर के ऊपर निचले क्षोभमंडल (लगभग 1.5 किमी ऊँचाई) में मेडागास्कर से सोमालिया तट होते हुए अरब सागर की ओर बहने वाली एक तीव्र निम्न-स्तरीय पवन धारा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एक उच्च-तुंगता वाली शीतकालीन जेट स्ट्रीम है जो साइबेरिया से भारत की ओर बहती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जेट स्ट्रीम भारतीय मानसून को कमजोर करती है और भारत में सूखे की स्थिति उत्पन्न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धारा प्रशांत महासागर में उत्पन्न होती है और इसका भारतीय उपमहाद्वीप से कोई संबंध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B सत्य है। सोमाली जेट (या फिंडलेटर जेट) एक मौसमी 'निम्न-स्तरीय जेट स्ट्रीम' (Low Level Jet - LLJ) है जो ग्रीष्मकाल (जून से सितंबर) में निचले क्षोभमंडल में सक्रिय होती है। यह दक्षिणी हिंद महासागर में मेडागास्कर के उच्च दाब (मास्करीन हाई) से प्रारंभ होकर पूर्वी अफ्रीका (सोमालिया तट) के समानांतर उत्तर की ओर बहती है और भूमध्य रेखा पार कर अरब सागर के ऊपर से भारत के पश्चिमी तट की ओर मुड़ती है। यह जेट धारा अरब सागर से भारी मात्रा में नमी को भारतीय मुख्य भूमि की ओर धकेलने में एक अत्यंत शक्तिशाली 'इंजन' का कार्य करती है, जिससे दक्षिण-पश्चिम मानसून तीव्र और सुदृढ़ होता है। विकल्प A, C और D असत्य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852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43/200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मानसून तंत्र में 'तिब्बत के पठार' (Tibetan Plateau) की भूमिका के संदर्भ में निम्नलिखित कथनों पर विचार कीजिए: A. तिब्बत का पठार समुद्र तल से 4,500 मीटर से अधिक ऊँचा होने के कारण ग्रीष्मकाल में सौर विकिरण को सीधे अवशोषित कर एक विशाल ऊष्मीय स्रोत (Thermal Engine) बन जाता है। B. तिब्बत के पठार के ऊपर की वायु अत्यधिक गर्म होकर लंबवत ऊपर उठती है और ऊपरी क्षोभमंडल में एक प्रतिचक्रवाती उच्च दाब (Tibetan High) बनाती है। C. तिब्बत से बाहर निकलने वाली यह ऊपरी वायु दक्षिण की ओर मुड़कर अरब सागर और मेडागास्कर के पास नीचे बैठती है, जिससे सतह पर मानसून पवनें मजबूत होती हैं। D. तिब्बत का पठार यदि न होता तो भारत में मानसूनी वर्षा की तीव्रता और विस्तार काफी कम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44/200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प्रसिद्ध मौसम विज्ञानी पी. कोटेश्वरम और फ्लोह्न के शोधों के अनुसार तिब्बत का पठार अपनी विशाल ऊँचाई और क्षेत्रफल के कारण सीधे सौर विकिरण से आसपास के वायुमंडल की तुलना में 2°C से 3°C अधिक गर्म हो जाता है। यह ऊष्मा एक शक्तिशाली 'चिमनी' (Thermal Engine) की तरह कार्य करती है, जिससे निम्न वायुदाब बनता है और वायु ऊपर उठकर ऊपरी क्षोभमंडल में 'तिब्बती उच्च' (Tibetan Anticyclone) बनाती है। यहाँ से हवाएं दक्षिण की ओर बहकर हिंद महासागर के मास्करीन उच्च दाब पर अवतलित होती हैं, जिससे एक पूर्ण परिसंचरण कोशिका (Circulation Cell) बनती है जो मानसूनी हवाओं को तीव्र वेग से भारत की ओर खींचती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44/200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'अल-नीनो' (El-Niño) एवं भारतीय मानसून के अंतर्संबंध के संबंध में निम्नलिखित कथनों पर विचार कीजिए: A. अल-नीनो एक ऐसी मौसमी घटना है जिसमें पूर्वी प्रशांत महासागर (पेरू तट) का सतही जल असामान्य रूप से गर्म हो जाता है। B. अल-नीनो के सक्रिय होने पर सामान्य वाकर परिसंचरण (Walker Circulation) उलट जाता है और पश्चिमी प्रशांत व इंडोनेशियाई क्षेत्र में उच्च दाब बन जाता है। C. भारत में घटित होने वाले अधिकांश प्रमुख सूखे और मानसूनी वर्षा में कमी का संबंध अल-नीनो वर्षों से देखा गया है। D. अल-नीनो हमेशा अनिवार्य रूप से भारत के उत्तर-पूर्वी शीतकालीन मानसून को भी पूरी तरह नष्ट कर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054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45/200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सामान्य वर्षों में पेरू तट पर ठंडी धारा (हम्बोल्ट) और उच्च दाब होता है तथा इंडोनेशिया व भारत के निकट गर्म जल व निम्न दाब होता है। अल-नीनो वर्ष में पेरू तट पर गर्म जल की उपस्थिति से वहाँ निम्न दाब बन जाता है और पश्चिमी प्रशांत/हिंद महासागर में वायुदाब बढ़ जाता है, जिससे भारतीय उपमहाद्वीप की ओर चलने वाली मानसूनी पवनें कमजोर हो जाती हैं और भारत में ग्रीष्मकालीन मानसून में सूखा पड़ता है। कथन D गलत है क्योंकि ऐतिहासिक रूप से अल-नीनो का प्रभाव दक्षिण-पश्चिम मानसून (ग्रीष्मकालीन) पर नकारात्मक होता है, परंतु इसका तमिलनाडु के उत्तर-पूर्वी मानसून (शीतकालीन) पर कई बार सकारात्मक प्रभाव (अधिशेष वर्षा) देखा गया है (उदा. 2015 में ग्रीष्म मानसून में 14% कमी थी जबकि उत्तर-पूर्वी मानसून में 32% अधिशेष वर्षा दर्ज की गई थी)।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054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45/200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'ला-नीना' (La-Niña) परिघटना के संदर्भ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ला-नीना अल-नीनो का विपरीत रूप है, जिसमें मध्य और पूर्वी प्रशांत महासागर का जल सामान्य से अधिक ठंडा हो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ला-नीना की स्थिति में पश्चिमी प्रशांत और हिंद महासागर बेसिन में निम्न दाब अधिक मजबूत होता है, जिससे भारत में सामान्य से अधिक मानसूनी वर्षा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ला-नीना वर्षों में भारत में कृषि उत्पादन और खरीफ फसलों की पैदावार में प्रायः वृद्धि देखी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656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46/200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ला-नीना अल-नीनो का विपरीत रूप है, जिसमें मध्य और पूर्वी प्रशांत महासागर का जल सामान्य से अधिक ठंडा हो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ला-नीना की स्थिति में पश्चिमी प्रशांत और हिंद महासागर बेसिन में निम्न दाब अधिक मजबूत होता है, जिससे भारत में सामान्य से अधिक मानसूनी वर्षा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ला-नीना वर्षों में भारत में कृषि उत्पादन और खरीफ फसलों की पैदावार में प्रायः वृद्धि देखी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सही है। ला-नीना (स्पेनिश में 'छोटी बच्ची') ENSO चक्र का शीत चरण है। इस दौरान प्रशांत महासागर में व्यापारिक पवनें अत्यधिक शक्तिशाली हो जाती हैं और पेरू तट पर गहरा ठंडा जल ऊपर उठता है (Upwelling), जबकि पश्चिमी प्रशांत व हिंद महासागर क्षेत्र में समुद्र की सतह का तापमान बढ़ जाता है। इस प्रबल तापीय प्रवणता के कारण वाकर परिसंचरण बहुत मजबूत हो जाता है, जिससे भारतीय उपमहाद्वीप पर मानसूनी निम्न दाब प्रणाली को अतिरिक्त ऊर्जा और नमी मिलती है। इसके परिणामस्वरूप भारत में दक्षिण-पश्चिम मानसून के दौरान प्रचुर व समय पर वर्षा होती है जो भारतीय कृषि व जलाशयों के लिए अत्यंत लाभकारी सिद्ध होती है। अतः उपर्युक्त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656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46/200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'हिंद महासागर द्विध्रुव' (Indian Ocean Dipole - IOD) के संदर्भ में निम्नलिखित कथनों पर विचार कीजिए: A. IOD हिंद महासागर के पश्चिमी भाग (अरब सागर/सोमालिया तट) और पूर्वी भाग (इंडोनेशिया के दक्षिण) के समुद्री सतही तापमान के अंतर को दर्शाता है। B. 'सकारात्मक IOD' (Positive IOD) के दौरान पश्चिमी हिंद महासागर का जल सामान्य से अधिक गर्म होता है, जिससे भारत में अतिरिक्त मानसूनी वर्षा होती है। C. सकारात्मक IOD अल-नीनो के नकारात्मक प्रभाव को निष्प्रभावी (Neutralize) करने की क्षमता रखता है। D. 'नकारात्मक IOD' के दौरान भारत में मानसूनी वर्षा में भारी वृद्धि होती है और ऑस्ट्रेलिया में सूखा पड़ता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257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47/200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IOD को 'भारतीय नीनो' (Indian Nino) भी कहा जाता है। पॉजिटिव IOD में पश्चिमी हिंद महासागर (अफ्रीका तट) सामान्य से अधिक गर्म होता है जबकि पूर्वी हिंद महासागर (इंडोनेशिया तट) ठंडा होता है; इसके कारण पश्चिमी हिंद महासागर से उठने वाली आर्द्र हवाएँ भारत में प्रवेश कर वर्षा बढ़ाती हैं और अल-नीनो के प्रतिकूल प्रभाव को कम या समाप्त कर देती हैं (उदा. 1997 और 2019 में अल-नीनो के बावजूद पॉजिटिव IOD के कारण भारत में अच्छी वर्षा हुई थी)। कथन D गलत है क्योंकि नेगेटिव IOD में स्थिति उलट होती है-इंडोनेशिया के पास का जल गर्म होता है (जिससे ऑस्ट्रेलिया व इंडोनेशिया में भारी वर्षा व बाढ़ आती है) और पश्चिमी हिंद महासागर ठंडा होता है, जिससे भारत में मानसूनी वर्षा कम हो जाती है और सूखा पड़ने का खतरा बढ़ जाता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257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47/200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दक्षिण-पश्चिम मानसून की 'अरब सागर शाखा' की तीन उप-शाखाओं एवं उनके वर्षा क्षेत्रों का सही मिलान कीजिए: सूची-I: सूची-I: A. प्रथम शाखा (पश्चिमी घाट शाखा) B. द्वितीय शाखा (नर्मदा-तापी घाटी शाखा) C. तृतीय शाखा (काठियावाड़-राजस्थान शाखा) D. पश्चिमी विक्षोभ (शीतकालीन तंत्र) सूची-II: 1. मध्य भारत, छोटानागपुर पठार और गंगा मैदान में वर्षा 2. पंजाब, हरियाणा और पश्चिमी हिमालय में शीतकालीन वर्षा (मावठ) 3. पश्चिमी घाट के पश्चिमी ढलानों पर 250 सेमी से अधिक मूसलाधार वर्षा 4. अरावली के समानांतर बहते हुए सीधे हिमाचल प्रदेश व कश्मीर में वर्षा</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48/200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C-4, D-2 है। अरब सागर मानसून की पहली शाखा पश्चिमी घाट के पश्चिमी ढलानों से टकराकर भारी पर्वतीय वर्षा (Orographic Rainfall, 250-400 सेमी) कराती है। दूसरी शाखा मुंबई के उत्तर में नर्मदा और तापी नदी घाटियों के रास्ते मध्य भारत में प्रवेश करती है और छोटानागपुर पठार व मध्य प्रदेश में वर्षा कराते हुए गंगा मैदान में बंगाल की खाड़ी शाखा से मिल जाती है। तीसरी शाखा गुजरात के सौराष्ट्र-कच्छ तट से टकराकर अरावली पर्वत के समानांतर बिना किसी अवरोध के सीधे उत्तर की ओर निकल जाती है (जिससे राजस्थान सूखा रह जाता है) और पंजाब, हरियाणा व हिमाचल के पहाड़ों से टकराकर वर्षा कराती है। पश्चिमी विक्षोभ भूमध्य सागर से आने वाला शीतोष्ण चक्रवात है जो शीतकाल में उत्तर-पश्चिम भारत में 'मावठ' वर्षा करता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48/200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दक्षिण-पश्चिम मानसून की 'बंगाल की खाड़ी शाखा'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म्यांमार की अराकान योमा पर्वत श्रेणी बंगाल की खाड़ी शाखा के एक बड़े भाग को विक्षेपित कर भारतीय उपमहाद्वीप की ओर मोड़ देती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शाखा पश्चिम बंगाल और बांग्लादेश में दक्षिण और दक्षिण-पूर्व दिशा से प्रवेश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मेघालय की खासी पहाड़ियों के शिखर पर स्थित 'मासिनराम' फनल जैसी पहाड़ियों की बनावट के कारण विश्व की सर्वाधिक औसत वार्षिक वर्षा प्राप्त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गंगा के मैदान में पश्चिम से पूर्व की ओर बढ़ने पर इस शाखा द्वारा होने वाली वर्षा की मात्रा में निरंतर वृद्धि होती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459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49/200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गंगा के मैदान में पश्चिम से पूर्व की ओर बढ़ने पर इस शाखा द्वारा होने वाली वर्षा की मात्रा में निरंतर वृद्धि होती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म्यांमार की अराकान योमा पर्वत श्रेणी बंगाल की खाड़ी शाखा के एक बड़े भाग को विक्षेपित कर भारतीय उपमहाद्वीप की ओर मोड़ देती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शाखा पश्चिम बंगाल और बांग्लादेश में दक्षिण और दक्षिण-पूर्व दिशा से प्रवेश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मेघालय की खासी पहाड़ियों के शिखर पर स्थित 'मासिनराम' फनल जैसी पहाड़ियों की बनावट के कारण विश्व की सर्वाधिक औसत वार्षिक वर्षा प्राप्त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बंगाल की खाड़ी शाखा जब गंगा के मैदान में पूर्व से पश्चिम (East to West) की ओर बढ़ती है, तो समुद्र से दूरी बढ़ने और नमी के धीरे-धीरे समाप्त होने के कारण वर्षा की मात्रा निरंतर 'घटती' जाती है (उदा. कोलकाता में लगभग 150 सेमी, पटना में 100 सेमी, प्रयागराज में 90 सेमी, और दिल्ली में 55 सेमी वर्षा होती है)। विकल्प A सही है क्योंकि अराकान पहाड़ियों के अवरोध से यह शाखा भारत की ओर मुड़ती है। विकल्प B सही है क्योंकि यह शाखा दक्षिण-पूर्व दिशा से गंगा घाटी में प्रवेश करती है। विकल्प C सही है क्योंकि मेघालय की गारो, खासी और जयंतिया पहाड़ियाँ कीप (Funnel) के आकार में स्थित हैं, जहाँ बादलों के फँसने से मासिनराम और चेरापूंजी में 1,000 सेमी से अधिक भारी वर्षा होती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459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49/200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दक्षिण-पश्चिम मानसून के दौरान तमिलनाडु का कोरोमंडल तट शुष्क रहने के मुख्य कारणों के संबंध में निम्नलिखित कथनों पर विचार कीजिए: A. तमिलनाडु तट दक्षिण-पश्चिम मानसून की 'बंगाल की खाड़ी शाखा' के प्रवाह मार्ग के समानांतर स्थित है। B. यह तट दक्षिण-पश्चिम मानसून की 'अरब सागर शाखा' के लिए पश्चिमी घाट के वृष्टि-छाया क्षेत्र (Rain-shadow Area) में पड़ता है। C. इस मौसम में यहाँ की सापेक्षिक आर्द्रता शून्य हो जाती है और तापमान हिमांक से नीचे चला जाता है। D. तमिलनाडु का अधिकांश भाग अपनी वार्षिक वर्षा का 50% से अधिक भाग अक्टूबर-नवंबर में लौटते मानसून (उत्तर-पूर्वी मानसून) से प्राप्त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50/200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D सही हैं, जबकि कथन C गलत है। जून से सितंबर के दौरान जब पूरे भारत में दक्षिण-पश्चिम मानसून से वर्षा होती है, तब तमिलनाडु तट दो मुख्य भौगोलिक कारणों से सूखा रहता है: 1. बंगाल की खाड़ी शाखा की पवनें तमिलनाडु तट के बिल्कुल समानांतर निकल जाती हैं, जिससे कोई पर्वतीय अवरोध नहीं मिलता, और 2. अरब सागर शाखा पश्चिमी घाट के पश्चिमी ढलानों पर वर्षा कर देती है तथा पूर्वी ढलानों (तमिलनाडु) पर नीचे उतरते समय शुष्क और गर्म हो जाती है (वृष्टि-छाया प्रभाव)। कथन D सही है क्योंकि अक्टूबर-दिसंबर में जब मानसून लौटता है तो उत्तर-पूर्वी पवनें बंगाल की खाड़ी से नमी ग्रहण कर कोरोमंडल तट पर भारी वर्षा करती हैं। कथन C गलत है क्योंकि ग्रीष्मकाल में यहाँ का तापमान गर्म रहता है, हिमांक से नीचे नहीं जाता।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50/200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मानसून में 'मानसून विच्छेद' (Monsoon Break) के संदर्भ में निम्नलिखित कथनों पर विचार कीजिए: A. दक्षिण-पश्चिम मानसून के दौरान जब वर्षा कुछ दिनों तक होने के बाद एक या कई सप्ताह के लिए रुक जाती है, तो इसे मानसून विच्छेद कहते हैं। B. उत्तरी भारत के मैदान में मानसून विच्छेद तब होता है जब मानसूनी गर्त (Monsoon Trough) हिमालय के गिरिपाद की ओर खिसक जाता है। C. पश्चिमी तट पर मानसून विच्छेद की स्थिति तब बनती है जब पवनें तट के लंबवत टकराने के बजाय तट के समानांतर बहने लगती हैं। D. मानसून विच्छेद की अवधि में हिमालय की नदियों में जलप्रवाह अचानक पूरी तरह सूख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662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51/200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दक्षिण-पश्चिम मानसून काल में शुष्क दौर (Dry Spells) का आना एक सामान्य परिघटना है जिसे 'मानसून ब्रेक' कहा जाता है। उत्तर भारत में यह तब घटित होता है जब मानसूनी गर्त (Monsoon Trough) उत्तर की ओर खिसककर शिवालिक पहाड़ियों के सहारे अवस्थित हो जाता है; इससे मैदानी भाग सूखा रह जाता है किंतु हिमालयी जल-ग्रहण क्षेत्रों में भारी मूसलाधार वर्षा होती है। पश्चिमी तट पर जब पवनें तट के समानांतर चलती हैं तो पर्वतीय आरोहण न होने से वर्षा रुक जाती है। कथन D इसलिए गलत है क्योंकि मानसून ब्रेक के दौरान हिमालय की तलहटी और पहाड़ी जलग्रहण क्षेत्रों में भारी वर्षा होने के कारण मैदानों में बहने वाली हिमालयी नदियों (जैसे गंगा, कोसी, ब्रह्मपुत्र) में अचानक भयंकर बाढ़ आ जाती है, न कि उनका जल सूखता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662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51/200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'लौटते मानसून' (Retreating Monsoon / उत्तर-पूर्वी मानसून) की ऋतु के संबंध में निम्नलिखित कथनों पर विचार कीजिए: A. लौटते मानसून की अवधि अक्टूबर और नवंबर माह के दौरान होती है जब सूर्य के दक्षिणायन होने से मानसूनी गर्त दक्षिण की ओर खिसकता है। B. इस ऋतु में स्वच्छ आकाश और उच्च तापमान के साथ उच्च आर्द्रता की स्थिति बनती है, जिसे 'अक्टूबर हीट' (October Heat / क्वार की धूप) कहा जाता है। C. अंडमान सागर में उत्पन्न होने वाले उष्णकटिबंधीय चक्रवाती अवदाब पूर्वी तट (गोदावरी, कृष्णा, कावेरी डेल्टा) पर भारी तबाही मचाते हैं। D. लौटते मानसून से देश के उत्तर-पश्चिमी राज्यों (पंजाब, हरियाणा और राजस्थान) में सर्वाधिक वार्षिक वर्षा दर्ज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52/200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सितंबर के अंत से सूर्य के दक्षिणायन होने पर उत्तर भारत में तापमान घटने और वायुदाब बढ़ने से दक्षिण-पश्चिम मानसून पीछे हटने लगता है। अक्टूबर में दिन का तापमान उच्च रहता है और भूमि में नमी होने से असहनीय उमस भरा मौसम बनता है जिसे 'अक्टूबर की गर्मी' कहते हैं। अंडमान सागर में बनने वाले चक्रवाती तूफान बंगाल की खाड़ी पार कर आंध्र प्रदेश, ओडिशा, पश्चिम बंगाल और तमिलनाडु के डेल्टाई क्षेत्रों में भारी वर्षा और जन-धन की क्षति करते हैं। कथन D गलत है क्योंकि लौटते मानसून के समय उत्तर-पश्चिम भारत (पंजाब, हरियाणा, राजस्थान) में मौसम पूर्णतः शुष्क रहता है; लौटते मानसून और उत्तर-पूर्वी पवनों से मुख्य वर्षा तमिलनाडु के कोरोमंडल तट पर 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52/200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बंगाल की खाड़ी और अरब सागर में उत्पन्न होने वाले उष्णकटिबंधीय चक्रवातों के संबंध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में अरब सागर की तुलना में बंगाल की खाड़ी में चक्रवातों की आवृत्ति (Frequency) और तीव्रता अधिक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उष्णकटिबंधीय चक्रवात 27°C से अधिक सतही समुद्री तापमान वाले गर्म जल क्षेत्रों में ही विकसित और तीव्र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जब चक्रवात का केंद्र (Eye) समुद्र से तट को पार कर स्थल पर प्रवेश करता है, तो इस घटना को 'लैंडफॉल' (Landfall) कहा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स्थल पर प्रवेश करने के बाद चक्रवातों को अत्यधिक नमी मिलने के कारण उनकी शक्ति और विनाशकारी क्षमता कई गुना बढ़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864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53/200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स्थल पर प्रवेश करने के बाद चक्रवातों को अत्यधिक नमी मिलने के कारण उनकी शक्ति और विनाशकारी क्षमता कई गुना बढ़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में अरब सागर की तुलना में बंगाल की खाड़ी में चक्रवातों की आवृत्ति (Frequency) और तीव्रता अधिक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उष्णकटिबंधीय चक्रवात 27°C से अधिक सतही समुद्री तापमान वाले गर्म जल क्षेत्रों में ही विकसित और तीव्र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जब चक्रवात का केंद्र (Eye) समुद्र से तट को पार कर स्थल पर प्रवेश करता है, तो इस घटना को 'लैंडफॉल' (Landfall) कहा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उष्णकटिबंधीय चक्रवात एक विशाल ऊष्मा इंजन (Heat Engine) की तरह कार्य करते हैं, जिसकी ऊर्जा का मुख्य स्रोत गर्म समुद्री जल से वाष्पीकृत होने वाली जलवाष्प की 'संघनन की गुप्त ऊष्मा' (Latent Heat of Condensation) है। जब चक्रवात स्थल पर प्रवेश करता है (Landfall), तो समुद्र से नमी की आपूर्ति तत्काल कट (Cut-off) हो जाती है और सतह के घर्षण के कारण चक्रवात तेजी से कमजोर होकर समाप्त (Dissipate) हो जाता है। विकल्प A सही है क्योंकि बंगाल की खाड़ी का तापमान अधिक रहता है और प्रशांत महासागर के टाइफून के अवशेष भी यहाँ पुनर्जीवित हो जाते हैं (अनुपात लगभग 4:1 है)। विकल्प B और C पूर्णतः सत्य वैज्ञानिक तथ्य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864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53/200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'पश्चिमी विक्षोभ' (Western Disturbances) के संदर्भ में निम्नलिखित कथनों पर विचार कीजिए: A. पश्चिमी विक्षोभ भूमध्य सागर और कैस्पियन सागर क्षेत्र में उत्पन्न होने वाले शीतोष्ण कटिबंधीय चक्रवात (Extra-Tropical Cyclones) हैं। B. ये चक्रवात उपोष्णकटिबंधीय पश्चिमी जेट स्ट्रीम की सहायता से भारत के उत्तर-पश्चिम भाग में पहुँचते हैं। C. इनके आगमन से ठीक पहले रात के तापमान में अचानक असामान्य वृद्धि दर्ज की जाती है। D. इनके द्वारा उत्तर भारत के मैदानी भागों में होने वाली हल्की शीतकालीन वर्षा को 'मावठ' कहते हैं, जो रबी की फसल (विशेषकर गेहूँ) के लिए अत्यंत लाभकारी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465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54/200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पश्चिमी विक्षोभ गैर-मानसूनी शीतोष्ण चक्रवाती प्रणालियाँ हैं जो भूमध्य सागर में उत्पन्न होकर ईरान, अफगानिस्तान और पाकिस्तान के ऊपर से गुजरते हुए पश्चिमी जेट धारा द्वारा भारत में लाई जाती हैं। मौसम विज्ञान के अनुसार इनके आगमन का सबसे पहला संकेत रात के न्यूनतम तापमान में अचानक वृद्धि होना है। इनके प्रभाव से जम्मू-कश्मीर, हिमाचल और उत्तराखंड में भारी बर्फबारी होती है (जिससे गर्मियों में नदियों को जल मिलता है) तथा पंजाब, हरियाणा, राजस्थान और पश्चिमी उत्तर प्रदेश में हल्की वर्षा होती है जिसे राजस्थान व उत्तर भारत में 'मावठ' कहा जाता है। यह वर्षा रबी फसलों (गेहूँ, जौ, चना, सरसों) के लिए अमृत तुल्य मानी जाती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465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54/200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ग्रीष्म ऋतु में चलने वाली स्थानीय पवनों एवं तूफानों (Local Storms) का सही मिलान कीजिए: सूची-I: सूची-I: A. काल बैसाखी / नॉर्वेस्टर (Kalbaisakhi) B. आम्र वर्षा (Mango Showers) C. चेरी ब्लॉसम / फूलों की बौछार (Cherry Blossom) D. लू (Loo) सूची-II: 1. केरल और तटीय कर्नाटक में कॉफी के फूलों को खिलाने वाली वर्षा 2. पश्चिम बंगाल और असम (बारदोली छीड़ा) में सायंकालीन तीव्र गरज-चमक वाले तूफान 3. उत्तर भारत के मैदान में (दिल्ली से बिहार तक) चलने वाली अत्यधिक गर्म व शुष्क पवनें 4. केरल और दक्षिण भारत में आम की फसल को जल्दी पकाने वाली प्री-मानसून वर्षा</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066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55/200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B-4, C-1, D-3 है। काल बैसाखी (बैसाख माह की विभीषिका) पश्चिम बंगाल और असम में आने वाले विनाशकारी स्थानीय तूफान हैं जो शाम के समय तीव्र हवाओं और मूसलाधार वर्षा के साथ आते हैं; असम में इन्हें 'बारदोली छीड़ा' या 'बोर्दोईचिला' कहा जाता है और यह चाय, जूट व चावल के लिए उपयोगी होते हैं। आम्र वर्षा (Mango Shower) केरल और कर्नाटक के तटीय क्षेत्रों में ग्रीष्म ऋतु के अंत में होने वाली प्री-मानसून वर्षा है जो आमों को जल्दी पकाने में मदद करती है। चेरी ब्लॉसम (Blossom Shower) केरल व कर्नाटक में होने वाली वर्षा है जिससे कॉफी के फूल खिलते हैं। लू (Loo) मई-जून में पंजाब से लेकर बिहार तक चलने वाली अत्यंत शुष्क, गर्म और धूल भरी पश्चिमी पवनें हैं जो तापमान को 45°C-48°C तक पहुँचा देती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066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55/200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कोपेन (Koeppen) के जलवायु वर्गीकरण के अनुसार भारत के प्रमुख जलवायु प्रकारों एवं उनके क्षेत्रों का सही मिलान कीजिए: सूची-I: सूची-I: A. Amw (लघु शुष्क ऋतु वाला मानसूनी प्रकार) B. As (शुष्क ग्रीष्म ऋतु वाला मानसूनी प्रकार) C. Aw (उष्णकटिबंधीय सवाना प्रकार) D. Cwg (शुष्क शीत ऋतु वाला मानसूनी प्रकार) सूची-II: 1. गंगा का विशाल उत्तरी मैदान 2. गोवा के दक्षिण में भारत का पश्चिमी तटीय मैदान (मालाबार तट) 3. तमिलनाडु का कोरोमंडल तटीय क्षेत्र 4. कर्क रेखा के दक्षिण में स्थित अधिकांश प्रायद्वीपीय पठार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56/200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B-3, C-4, D-1 है। व्लादिमीर कोपेन के जलवायु वर्गीकरण में: 1. Amw (Monsoon with dry winter) पश्चिमी घाट के पश्चिमी ढलान, मालाबार तट और अंडमान-निकोबार में पाया जाता है जहाँ 250-300 सेमी से अधिक वर्षा होती है। 2. As (Monsoon with dry summer) तमिलनाडु के कोरोमंडल तट पर पाया जाता है जहाँ वर्षा मुख्य रूप से शीतकाल (उत्तर-पूर्वी मानसून) में होती है और ग्रीष्मकाल शुष्क रहता है। 3. Aw (Tropical Savanna) कर्क रेखा के दक्षिण में स्थित प्रायद्वीपीय पठार के अधिकांश आंतरिक भागों में पाया जाता है जहाँ 75-150 सेमी वर्षा होती है। 4. Cwg (Monsoon with dry winter and hot summer) उत्तरी भारत के गंगा-ब्रह्मपुत्र मैदान में पाया जाता है जहाँ शीतकाल शुष्क और ग्रीष्मकाल अत्यंत गर्म होता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56/200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कोपेन के जलवायु वर्गीकरण के शुष्क एवं शीतोष्ण जलवायु संकेतों के संबंध में निम्नलिखित कथनों पर विचार कीजिए: A. BWhw प्रकार की उष्ण मरुस्थलीय जलवायु पश्चिमी राजस्थान के थार मरुस्थल में पाई जाती है। B. BShw प्रकार की अर्ध-शुष्क स्टेपी जलवायु राजस्थान के मध्य भाग, पश्चिमी हरियाणा और पश्चिमी घाट के वृष्टि-छाया क्षेत्र में पाई जाती है। C. Dfc प्रकार की लघु ग्रीष्म ऋतु वाली ठंडी आर्द्र जलवायु अरुणाचल प्रदेश के उच्च पर्वतीय भागों में पाई जाती है। D. E / ET प्रकार की ध्रुवीय एवं टुंड्रा जलवायु केवल तमिलनाडु के नीलगिरि पर्वत के निचले ढलानों पर पाई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269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57/200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कोपेन के अनुसार: BWhw (Hot Desert) पश्चिमी राजस्थान में 30 सेमी से कम वर्षा वाले अत्यधिक शुष्क मरुस्थलीय क्षेत्रों का प्रतिनिधित्व करता है। BShw (Semi-Arid Steppe) 30 से 60 सेमी वर्षा वाले स्टेपी क्षेत्रों (अरावली के पश्चिम का अर्ध-शुष्क भाग और दक्षिण भारत का वृष्टि-छाया क्षेत्र) को दर्शाता है। Dfc (Cold Humid Winter with short cool summer) अरुणाचल प्रदेश और सिक्किम के उच्च हिमालयी क्षेत्रों में पाया जाता है। कथन D गलत है क्योंकि E (Polar) और ET (Tundra) प्रकार की हिमाच्छादित जलवायु जम्मू-कश्मीर, लद्दाख, हिमाचल प्रदेश और उत्तराखंड के उच्च शिखरों पर पाई जाती है, न कि तमिलनाडु के नीलगिरि में (नीलगिरि में उपोष्णकटिबंधीय पहाड़ी/Cwb प्रकार पाया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269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57/200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वर्षा के स्थानिक वितरण के संदर्भ में निम्नलिखित में से कौन-सा क्षेत्र 'अति-न्यून वर्षा' (50 सेमी से कम वार्षिक वर्षा) वाले क्षेत्र के अंतर्गत आता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लद्दाख का शीत मरुस्थलीय क्षेत्र और पश्चिमी राजस्थान का थार मरुस्थल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पश्चिमी घाट के पश्चिमी ढलान और असम की घाटी</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पश्चिम बंगाल का डेल्टाई भाग और ओडिशा का तटीय मैदान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मध्य प्रदेश का मालवा पठार और उत्तर प्रदेश का तराई क्षेत्र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870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58/200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लद्दाख का शीत मरुस्थलीय क्षेत्र और पश्चिमी राजस्थान का थार मरुस्थल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पश्चिमी घाट के पश्चिमी ढलान और असम की घाटी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पश्चिम बंगाल का डेल्टाई भाग और ओडिशा का तटीय मैदान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 प्रदेश का मालवा पठार और उत्तर प्रदेश का तराई क्षेत्र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भारत में 50 सेमी से कम वर्षा प्राप्त करने वाले प्रमुख क्षेत्र हैं: 1. लद्दाख का उच्च तुंगता वाला शीत मरुस्थल (जो वृहद् हिमालय की वृष्टि-छाया में स्थित है और जहाँ मात्र 10-15 सेमी वार्षिक वर्षा होती है), 2. पश्चिमी राजस्थान (जैसलमेर, बाड़मेर, बीकानेर का थार मरुस्थल जहाँ वर्षा 10 से 30 सेमी के मध्य होती है), तथा 3. पश्चिमी घाट के पूर्व में स्थित आंतरिक वृष्टि-छाया क्षेत्र (महाराष्ट्र का विदर्भ, कर्नाटक का आंतरिक भाग और आंध्र प्रदेश का रायलसीमा)। विकल्प B, C और D के क्षेत्र मध्यम से उच्च (100 सेमी से 250 सेमी+) वर्षा वाले क्षेत्रों के अंतर्गत आते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870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58/200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तापमान के वितरण और दैनिक/वार्षिक तापांतर (Range of Temperature) के संदर्भ में निम्नलिखित कथनों पर विचार कीजिए: A. उत्तर भारत के आंतरिक भागों (जैसे दिल्ली, चुरू) में समुद्र से अत्यधिक दूरी (महाद्वीपीयता) के कारण दैनिक और वार्षिक तापांतर बहुत अधिक होता है। B. दक्षिण भारत के तटीय नगरों (जैसे मुंबई, कोच्चि, चेन्नई) में समुद्री प्रभाव के कारण समकारी जलवायु (Equable Climate) पाई जाती है और तापांतर बहुत कम रहता है। C. ऊंचाई बढ़ने के साथ सामान्य ह्रास दर (Normal Lapse Rate - 6.5°C प्रति किमी) के कारण आगरा और दार्जिलिंग के एक ही अक्षांश पर होने के बावजूद दार्जिलिंग का तापमान काफी कम रहता है। D. भारत में सबसे अधिक दैनिक तापांतर थार मरुस्थल (जैसलमेर) में दर्ज किया जाता है जहाँ दिन में तापमान 50°C और रात में 15°C तक गिर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471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59/200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महाद्वीपीयता (Continentality) के कारण उत्तर भारत में ग्रीष्म ऋतु में भीषण गर्मी और शीत ऋतु में कड़ाके की ठंड पड़ती है जिससे वार्षिक तापांतर 20°C से 30°C तक पहुँच जाता है। इसके विपरीत, तीनों ओर से समुद्र से घिरे प्रायद्वीपीय भारत में जल की उच्च विशिष्ट ऊष्मा के कारण समुद्री समीर दिन-रात के तापमान को संतुलित रखती है जिससे मुंबई और चेन्नई में वार्षिक तापांतर मात्र 3°C से 5°C रहता है। आगरा और दार्जिलिंग दोनों लगभग 27°N अक्षांश पर स्थित हैं, किंतु दार्जिलिंग समुद्र तल से 2,000+ मीटर ऊँचाई पर होने से जनवरी में 4°C तापमान रखता है जबकि आगरा 16°C रहता है। थार मरुस्थल में रेत की तेजी से गर्म होने और रात में तेजी से ठंडी होने की प्रकृति के कारण देश का सर्वाधिक दैनिक तापांतर पाया जाता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471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59/200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मौसम विज्ञान विभाग (IMD) के अनुसार मैदानी क्षेत्रों में 'शीत लहर' (Cold Wave) घोषित करने का मानक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जब किसी मैदानी स्टेशन का न्यूनतम तापमान 10°C या उससे कम हो और सामान्य तापमान से ऋणात्मक विचलन (Departure) 4.5°C से 6.4°C तक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जब मैदानी स्टेशन का तापमान 20°C से अधिक हो और भारी वर्षा हो रही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जब केवल हवा की गति 100 किमी/घंटा से अधिक हो चाहे तापमान कुछ भी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जब ग्रीष्मकाल में तापमान 40°C से नीचे गिर जाए।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60/200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जब किसी मैदानी स्टेशन का न्यूनतम तापमान 10°C या उससे कम हो और सामान्य तापमान से ऋणात्मक विचलन (Departure) 4.5°C से 6.4°C तक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जब मैदानी स्टेशन का तापमान 20°C से अधिक हो और भारी वर्षा हो रही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जब केवल हवा की गति 100 किमी/घंटा से अधिक हो चाहे तापमान कुछ भी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जब ग्रीष्मकाल में तापमान 40°C से नीचे गिर जाए।</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भारतीय मौसम विज्ञान विभाग (IMD) के अनुसार मैदानी इलाकों में शीत लहर (Cold Wave) की स्थिति तब मानी जाती है जब किसी स्टेशन का वास्तविक न्यूनतम तापमान 10°C या उससे कम हो और यह सामान्य न्यूनतम तापमान से 4.5°C से 6.4°C तक कम हो। यदि यह ऋणात्मक विचलन 6.4°C से भी अधिक हो तो इसे 'गंभीर शीत लहर' (Severe Cold Wave) कहा जाता है। इसके अतिरिक्त, यदि मैदानी इलाकों में वास्तविक न्यूनतम तापमान 4°C या उससे कम हो जाए तो भी शीत लहर घोषित कर दी जाती है। पहाड़ी क्षेत्रों के लिए न्यूनतम तापमान 0°C या उससे कम होना आवश्यक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60/200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मौसम विभाग (IMD) द्वारा 'ग्रीष्म लहर / लू' (Heat Wave) घोषित करने के मानदंडों के संबंध में निम्नलिखित कथनों पर विचार कीजिए: A. मैदानी क्षेत्रों के लिए किसी स्टेशन का अधिकतम तापमान कम से कम 40°C तक पहुँचना अनिवार्य है। B. तटीय क्षेत्रों के लिए अधिकतम तापमान कम से कम 37°C तथा पहाड़ी क्षेत्रों के लिए कम से कम 30°C होना आवश्यक है। C. यदि सामान्य तापमान से विचलन 4.5°C से 6.4°C तक हो तो इसे 'हीट वेव' और 6.4°C से अधिक हो तो 'गंभीर हीट वेव' कहा जाता है। D. यदि मैदानी क्षेत्रों में वास्तविक अधिकतम तापमान 45°C या उससे अधिक हो जाए, तो सामान्य विचलन की परवाह किए बिना सीधे हीट वेव घोषित कर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674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61/200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IMD के दिशा-निर्देशों के अनुसार हीट वेव (Heat Wave) की घोषणा के लिए निर्धारित न्यूनतम थ्रेशोल्ड है: मैदानी क्षेत्र ≥ 40°C, तटीय क्षेत्र ≥ 37°C, और पहाड़ी क्षेत्र ≥ 30°C। जब तापमान सामान्य से 4.5°C से 6.4°C अधिक हो तो यह 'हीट वेव' तथा 6.4°C से अधिक होने पर 'सीवियर हीट वेव' कहलाती है। इसके अलावा, यदि वास्तविक तापमान 45°C को पार कर जाए तो हीट वेव और 47°C को पार कर जाए तो गंभीर हीट वेव घोषित की जाती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674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61/200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शीतकाल (दिसंबर से फरवरी) में होने वाली वर्षा के मुख्य स्रोतों के संदर्भ में कौन-सा युग्म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उत्तर-पश्चिम भारत : पश्चिमी विक्षोभ (Western Disturbances) तथा तमिलनाडु तट : उत्तर-पूर्वी लौटता मानसून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उत्तर-पश्चिम भारत : दक्षिण-पश्चिम मानसून तथा तमिलनाडु तट : पश्चिमी विक्षोभ</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उत्तर-पश्चिम भारत : केवल लू पवनें तथा तमिलनाडु तट : अरब सागर शाखा</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संपूर्ण भारत में शीतकाल में केवल टाइफून चक्रवातों से वर्षा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275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62/200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उत्तर-पश्चिम भारत : पश्चिमी विक्षोभ (Western Disturbances) तथा तमिलनाडु तट : उत्तर-पूर्वी लौटता मानसून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उत्तर-पश्चिम भारत : दक्षिण-पश्चिम मानसून तथा तमिलनाडु तट : पश्चिमी विक्षोभ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उत्तर-पश्चिम भारत : केवल लू पवनें तथा तमिलनाडु तट : अरब सागर शाखा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संपूर्ण भारत में शीतकाल में केवल टाइफून चक्रवातों से वर्षा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भारत में शीत ऋतु में दो प्रमुख क्षेत्रों में विशिष्ट स्रोतों से वर्षा होती है: 1. उत्तर-पश्चिम भारत (जम्मू-कश्मीर, लद्दाख, हिमाचल, पंजाब, हरियाणा, राजस्थान व पश्चिमी यूपी), जहाँ भूमध्य सागर से आने वाले शीतोष्ण चक्रवात (पश्चिमी विक्षोभ) वर्षा और बर्फबारी लाते हैं; 2. दक्षिण-पूर्वी भारत (तमिलनाडु का कोरोमंडल तट व आंध्र प्रदेश का दक्षिणी भाग), जहाँ बंगाल की खाड़ी के ऊपर से गुजरते समय नमी ग्रहण करने वाली शुष्क उत्तर-पूर्वी व्यापारिक पवनें (उत्तर-पूर्वी मानसून) भारी वर्षा कराती हैं। शेष भारत में शीतकाल प्रायः शुष्क रहता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275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62/200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कृषि पर जलवायु एवं वर्षा की अनिश्चितता के प्रभाव के संबंध में निम्नलिखित कथनों पर विचार कीजिए: A. भारतीय कृषि को प्रायः 'मानसून का जुआ' (Gamble of the Monsoon) कहा जाता है क्योंकि देश का 50% से अधिक कृषि क्षेत्र अभी भी वर्षा पर निर्भर है। B. वर्षा की स्थानिक और कालिक परिवर्तनशीलता (Spatial and Temporal Variability) के कारण एक ही समय में देश के एक हिस्से में बाढ़ और दूसरे में सूखा देखा जाता है। C. मानसूनी वर्षा में होने वाली देरी खरीफ फसलों (विशेषकर धान) की बुवाई को गंभीर रूप से प्रभावित करती है। D. भारत में जल संरक्षण और सिंचाई प्रबंधन के लिए 'प्रधानमंत्री कृषि सिंचाई योजना' (PMKSY) चलाई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876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63/200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भारतीय अर्थव्यवस्था और कृषि का मूल आधार मानसून है। भारत के सकल बोए गए क्षेत्र का एक बड़ा हिस्सा आज भी मानसूनी वर्षा पर निर्भर है। यदि मानसून समय पर और पर्याप्त होता है तो कृषि उत्पादन बढ़ता है, जबकि मानसून की विफलता या देरी से सूखा और खाद्यान्न संकट उत्पन्न होता है। इसके साथ ही, जहाँ पूर्वोत्तर और गंगा-असम घाटी में अत्यधिक वर्षा से बाढ़ आती है, वहीं रायलसीमा और पश्चिमी राजस्थान में जल संकट रहता है। कृषि में जल उपयोग दक्षता बढ़ाने और 'हर खेत को पानी' व 'पर ड्रॉप मोर क्रॉप' के लक्ष्य को प्राप्त करने के लिए PMKSY जैसी योजनाएं लागू की गई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876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63/200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विभिन्न भागों में ग्रीष्मकालीन प्री-मानसून वर्षा और उनकी आर्थिक महत्ता का सही मिलान कीजिए: सूची-I: सूची-I: A. चेरी ब्लॉसम (Cherry Blossom) B. आम्र वर्षा (Mango Shower) C. बारदोली छीड़ा (Bardoli Chheerha) D. मावठ (Mawat) सूची-II: 1. असम में चाय और धान की खेती हेतु उपयोगी 2. कर्नाटक एवं केरल में कॉफी उत्पादन हेतु लाभकारी 3. उत्तर-पश्चिम भारत में गेहूँ एवं सरसों की फसल हेतु वरदान 4. केरल और तटीय कर्नाटक में आम की फसल हेतु गुणकारी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64/200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B-4, C-1, D-3 है। चेरी ब्लॉसम या ब्लॉसम शावर कर्नाटक और केरल में कॉफी उत्पादक किसानों के लिए अत्यंत महत्वपूर्ण है क्योंकि यह कॉफी के फूलों को खिलाने में मदद करती है। आम्र वर्षा केरल व कर्नाटक के तटीय भागों में आम के फलों को जल्दी पकाने और झड़ने से बचाने के लिए प्रसिद्ध है। बारदोली छीड़ा असम में काल बैसाखी तूफानों का स्थानीय नाम है जो चाय के बागानों और धान की रोपाई के लिए बहुत उपयोगी जल प्रदान करती है। मावठ उत्तर भारत में शीतकाल में पश्चिमी विक्षोभों से होने वाली वर्षा है जो रबी फसलों (गेहूँ, चना, सरसों) की पैदावार कई गुना बढ़ा देती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64/200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हिमालयी नदी तंत्र और प्रायद्वीपीय नदी तंत्र के तुलनात्मक लक्षणों के संदर्भ में निम्नलिखित कथनों पर विचार कीजिए: A. हिमालयी नदियाँ सदा नीरा (Perennial) हैं क्योंकि वे वर्षा के साथ-साथ ग्लेशियरों के पिघलने से भी जल प्राप्त करती हैं। B. प्रायद्वीपीय नदियाँ मौसमी (Seasonal) हैं और उनका जलप्रवाह मुख्य रूप से मानसूनी वर्षा पर निर्भर करता है। C. हिमालयी नदियाँ विसर्प (Meanders) बनाती हैं और अपना मार्ग बदलने के लिए जानी जाती हैं, जबकि प्रायद्वीपीय नदियाँ कठोर चट्टानों पर एक निश्चित और स्थिर मार्ग में बहती हैं। D. हिमालयी नदियाँ भूगर्भीय रूप से प्रायद्वीपीय नदियों की तुलना में अत्यधिक प्राचीन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079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65/200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हिमालयी नदियाँ (सिंधु, गंगा, ब्रह्मपुत्र) युवावस्था में हैं, जो गहरे गॉर्ज, वी-आकार की घाटियाँ, जलप्रपात और मैदानी भागों में बड़े-बड़े विसर्प (Meanders) व गोखुर झीलें बनाती हैं तथा ग्लेशियरों के कारण वर्ष भर बहती हैं। प्रायद्वीपीय नदियाँ (गोदावरी, कृष्णा, कावेरी आदि) भूगर्भीय रूप से हिमालय की उत्पत्ति से करोड़ों वर्ष पूर्व से विद्यमान हैं और अपनी प्रौढ़ावस्था में पहुँच चुकी हैं; उनकी घाटियाँ उथली, चौड़ी और ढाल प्रवणता बहुत कम है। कथन D गलत है क्योंकि प्रायद्वीपीय नदी तंत्र हिमालयी नदी तंत्र की तुलना में बहुत अधिक 'प्राचीन' (Older)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079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65/200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प्रमुख अपवाह प्रतिरूपों (Drainage Patterns) एवं उनके उदाहरणों का सही मिलान कीजिए: सूची-I: सूची-I: A. वृक्षाकार अपवाह (Dendritic Pattern) B. अरीय / रेडियल अपवाह (Radial Pattern) C. समानांतर अपवाह (Parallel Pattern) D. जालीनुमा / ट्रेलिस अपवाह (Trellis Pattern) सूची-II: 1. अमरकंटक पर्वत से निकलने वाली नर्मदा, सोन और जोहिला नदियाँ 2. उत्तरी मैदान में गंगा और उसकी सहायक नदियों का अपवाह जाल 3. पुराने वलित पर्वतों में मुख्य नदी से समकोण पर मिलने वाली सहायक नदियाँ (जैसे सिंहभूम क्षेत्र) 4. पश्चिमी घाट के पश्चिमी ढलानों से तीव्र गति से अरब सागर में गिरने वाली नदियाँ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680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66/200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B-1, C-4, D-3 है। वृक्षाकार प्रतिरूप पेड़ की शाखाओं की तरह दिखाई देता है, जो गंगा, यमुना आदि मैदानी नदियों में पाया जाता है। अरीय (Radial) प्रतिरूप तब बनता है जब नदियाँ किसी केंद्रीय पहाड़ी या गुंबद से निकलकर सभी दिशाओं में प्रवाहित होती हैं; अमरकंटक पठार इसका सर्वोत्तम उदाहरण है जहाँ से नर्मदा (पश्चिम), सोन (उत्तर) और महानदी/जोहिला अलग-अलग दिशाओं में निकलती हैं। समानांतर प्रतिरूप पश्चिमी घाट के पश्चिमी ढाल पर पाया जाता है जहाँ नदियाँ तीव्र ढाल पर एक दूसरे के समानांतर बहकर सीधे अरब सागर में गिरती हैं। जालीनुमा प्रतिरूप में प्राथमिक सहायक नदियाँ एक दूसरे के समानांतर और द्वितीयक नदियाँ उनसे समकोण (90°) पर मिलती हैं, जैसा छोटानागपुर के वलित क्षेत्रों में देखा जाता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680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66/200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'सिंधु नदी तंत्र' (Indus River System) के संबंध में निम्नलिखित कथनों पर विचार कीजिए: A. सिंधु नदी का उद्गम तिब्बत में मानसरोवर के निकट 'बोखार चू' ग्लेशियर से होता है, जहाँ इसे 'सिंगी खंबान' कहा जाता है। B. भारत में सिंधु नदी लद्दाख और जास्कर पर्वत श्रेणियों के मध्य उत्तर-पश्चिम दिशा में प्रवाहित होती है। C. श्योक, गिलगित, हुंजा, नुब्रा और काबुल नदियाँ सिंधु की प्रमुख दाहिने तट की सहायक नदियाँ हैं। D. पाकिस्तान में मिथानकोट के निकट सिंधु नदी में 'पंजनाद' (झेलम, चेनाब, रावी, ब्यास, सतलुज का संयुक्त जल) मिलता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281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67/200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सिंधु नदी कुल 2,880 किमी लंबी है (भारत में लगभग 1,114 किमी)। यह लद्दाख के डेमचोक के पास भारत में प्रवेश करती है और लद्दाख व जास्कर श्रेणियों के बीच से बहती हुई लेह से गुजरती है। गिलगित के पास यह 5,188 मीटर गहरा विश्व प्रसिद्ध गॉर्ज बनाती है और नंगा पर्वत के उत्तर से मुड़कर पाकिस्तान के दरदिस्तान में प्रवेश करती है। काराकोरम और हिंदूकुश से आने वाली श्योक, गिलगित, काबुल, गोमल, कुर्रम आदि इसके दाहिने किनारे पर मिलती हैं। अंत में पाकिस्तान के मिथानकोट के पास पंजाब की पाँचों नदियों (पंजनाद) का संयुक्त जल सिंधु में समाहित होकर कराची के पूर्व में अरब सागर में डेल्टा बनाता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281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67/200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'झेलम नदी' (Jhelum River)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झेलम नदी का उद्गम जम्मू-कश्मीर में पीर पंजाल के गिरिपाद में स्थित वेरीनाग झरने से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नदी श्रीनगर से होकर बहती है और कश्मीर घाटी में प्रसिद्ध 'वूलर झील' में प्रवेश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झेलम नदी कश्मीर घाटी के चपटे मैदान में अत्यधिक विसर्पण (Meandering) करती है और फिर पीर पंजाल में गहरा गॉर्ज बनाती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झेलम नदी सीधे अरब सागर में गिरती है और किसी अन्य नदी में नहीं मिलती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68/200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झेलम नदी सीधे अरब सागर में गिरती है और किसी अन्य नदी में नहीं मिलती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झेलम नदी का उद्गम जम्मू-कश्मीर में पीर पंजाल के गिरिपाद में स्थित वेरीनाग झरने से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नदी श्रीनगर से होकर बहती है और कश्मीर घाटी में प्रसिद्ध 'वूलर झील' में प्रवेश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झेलम नदी कश्मीर घाटी के चपटे मैदान में अत्यधिक विसर्पण (Meandering) करती है और फिर पीर पंजाल में गहरा गॉर्ज बनाती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झेलम नदी सीधे अरब सागर में नहीं गिरती, बल्कि यह पाकिस्तान के झांग जिले में त्रिम्मू के निकट 'चेनाब नदी' में मिल जाती है। विकल्प A, B और C पूर्णतः सत्य हैं। झेलम नदी कश्मीर घाटी में अपनी युवावस्था में भी मंद ढाल के कारण मैदानी नदियों की तरह विसर्प (Meanders) बनाती है, जो हिमालयी नदियों में एक अनूठी विशेषता है। मुजफ्फराबाद के बाद यह भारत और पाकिस्तान की नियंत्रण रेखा के समानांतर बहती है। किशनगंगा (नीलम नदी) इसकी प्रमुख सहायक नदी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68/200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'चेनाब नदी' (Chenab River) के संबंध में निम्नलिखित कथनों पर विचार कीजिए: A. चेनाब सिंधु नदी की सबसे बड़ी सहायक नदी है जो हिमाचल प्रदेश में 'चंद्रभागा' के नाम से जानी जाती है। B. यह हिमाचल प्रदेश के लाहौल-स्पीति जिले में 'बारालाचा ला' दर्रे के दोनों ओर से निकलने वाली चंद्रा और भागा नामक दो धाराओं के तांडी में मिलने से बनती है। C. सलाल (Salal), बगलिहार (Baglihar) और दुलहस्ती (Dulhasti) जलविद्युत परियोजनाएँ चेनाब नदी पर ही निर्मित हैं। D. चेनाब नदी भारत में बहने के बाद सीधे बंगाल की खाड़ी में विलीन 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484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69/200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चेनाब (असिकनी) सिंधु की सबसे बड़ी सहायक नदी है। हिमाचल प्रदेश में बारालाचा ला दर्रे के पास से निकलने वाली 'चंद्रा' और 'भागा' सरिताएँ तांडी (केलांग के पास) में मिलकर चंद्रभागा बनाती हैं। यह जम्मू-कश्मीर के किश्तवाड़, डोडा और रियासी जिलों से होकर बहती है। भारत सरकार ने जम्मू-कश्मीर में चेनाब पर महत्वपूर्ण रन-ऑफ-द-रिवर हाइड्रोइलेक्ट्रिक प्रोजेक्ट्स जैसे सलाल, बगलिहार, दुलहस्ती, रतले और पाकल डुल बनाए हैं। कथन D गलत है क्योंकि चेनाब सिंधु नदी तंत्र का भाग है और इसका जल अंततः अरब सागर में गिरता है, बंगाल की खाड़ी में नहीं।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484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69/200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सिंधु नदी तंत्र की प्रमुख सहायक नदियों एवं उनके उद्गम स्थलों का सही मिलान कीजिए: सूची-I: सूची-I: A. रावी नदी (Ravi) B. ब्यास नदी (Beas) C. सतलुज नदी (Sutlej) D. श्योक नदी (Shyok) सूची-II: 1. ब्यास कुंड (रोहतांग दर्रा, हिमाचल प्रदेश) 2. राक्षस ताल (मानसरोवर के निकट, तिब्बत) 3. रीमो हिमनद (काराकोरम) 4. कुल्लू पहाड़ियाँ (रोहतांग दर्रे के पश्चिम में, हिमाचल)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70/200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A-4, B-1, C-2, D-3 है। रावी नदी (परुष्णी) हिमाचल प्रदेश के कांगड़ा जिले में रोहतांग दर्रे के समीप से निकलती है और चंबा घाटी से बहती है। ब्यास नदी (विपाशा) रोहतांग दर्रे के पास समुद्र तल से 4,000 मीटर ऊँचाई पर स्थित 'ब्यास कुंड' से निकलती है और पंजाब के हरिके में सतलुज से मिल जाती है। सतलुज नदी (शुतुद्री) तिब्बत में 4,555 मीटर की ऊँचाई पर स्थित राक्षस ताल से निकलती है जहाँ इसे लांगचेन खंबाब कहा जाता है। श्योक नदी (मृत्यु की नदी) काराकोरम के रीमो ग्लेशियर से निकलती है और सिंधु की दाहिने किनारे की मुख्य सहायक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70/200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'सतलुज नदी' (Sutlej River)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सतलुज एक पूर्ववर्ती नदी (Antecedent River) है जो हिमालय की तीनों श्रेणियों को काटकर गॉर्ज बनाती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भारत में हिमाचल प्रदेश के शिपकी ला (Shipki La) दर्रे से होकर प्रवेश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प्रसिद्ध 'भाखड़ा-नांगल बाँध' सतलुज नदी पर ही निर्मित है, जिसके जलाशय को गोविंद सागर कहते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सतलुज नदी का उद्गम भारत के उत्तराखंड राज्य में स्थित गंगोत्री हिमनद से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686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71/200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सतलुज नदी का उद्गम भारत के उत्तराखंड राज्य में स्थित गंगोत्री हिमनद से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सतलुज एक पूर्ववर्ती नदी (Antecedent River) है जो हिमालय की तीनों श्रेणियों को काटकर गॉर्ज बनाती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भारत में हिमाचल प्रदेश के शिपकी ला (Shipki La) दर्रे से होकर प्रवेश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प्रसिद्ध 'भाखड़ा-नांगल बाँध' सतलुज नदी पर ही निर्मित है, जिसके जलाशय को गोविंद सागर कहते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सतलुज नदी का उद्गम भारत में नहीं होता, बल्कि यह तिब्बत में मानसरोवर झील के समीप स्थित 'राक्षस ताल' (Rakas Tal) से निकलती है। विकल्प A सही है क्योंकि सतलुज हिमालय निर्माण से पहले से बह रही है और इसने हिमालय की श्रेणियों को काटकर गहरा गॉर्ज बनाया है। विकल्प B सही है क्योंकि यह किन्नौर जिले में शिपकी ला दर्रे से भारत में आती है। विकल्प C सही है क्योंकि हिमाचल प्रदेश के बिलासपुर में भाखड़ा बाँध और पंजाब के रोपड़ में नांगल बाँध सतलुज पर ही स्थित हैं तथा इसका जलाशय 'गोविंद सागर' कहलाता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686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71/200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गंगा नदी के उद्गम क्षेत्र में स्थित 'पंचप्रयाग' (Panchprayag) एवं संबंधित नदियों के संगम का सही मिलान कीजिए: सूची-I: सूची-I: A. विष्णुप्रयाग (Vishnuprayag) B. कर्णप्रयाग (Karnaprayag) C. रुद्रप्रयाग (Rudraprayag) D. देवप्रयाग (Devprayag) सूची-II: 1. अलकनंदा और मंदाकिनी 2. अलकनंदा और भागीरथी 3. अलकनंदा और धौलीगंगा 4. अलकनंदा और पिंडर नदी</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72/200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B-4, C-1, D-2 है। उत्तराखंड के गढ़वाल हिमालय में अलकनंदा नदी (सतोपंथ हिमनद से उद्गमित) के साथ पाँच पवित्र संगम बनते हैं: 1. विष्णुप्रयाग में धौलीगंगा और अलकनंदा का संगम होता है। 2. नंदप्रयाग में नंदाकिनी और अलकनंदा का संगम होता है। 3. कर्णप्रयाग में पिंडर नदी और अलकनंदा का संगम होता है। 4. रुद्रप्रयाग में केदारनाथ से आने वाली मंदाकिनी (काली गंगा) और अलकनंदा का संगम होता है। 5. देवप्रयाग में गंगोत्री से आने वाली भागीरथी और अलकनंदा आपस में मिलती हैं, और यहीं से इस संयुक्त धारा का नाम आधिकारिक रूप से 'गंगा' (Ganga) पड़ता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72/200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'गंगा नदी तंत्र' (Ganga River System) के भौगोलिक विस्तार के संबंध में निम्नलिखित कथनों पर विचार कीजिए: A. गंगा भारत की सबसे लंबी नदी है, जिसकी कुल लंबाई 2,525 किमी है। B. गंगा नदी का बेसिन भारत के चार राज्यों- उत्तराखंड, उत्तर प्रदेश, बिहार और पश्चिम बंगाल में मुख्य रूप से विस्तृत है। C. हरिद्वार में गंगा नदी पहली बार पर्वतीय भाग को छोड़कर मैदान में प्रवेश करती है। D. पश्चिम बंगाल के फरक्का के बाद गंगा दो वितरिकाओं- हुगली (भारत) और पद्मा (बांग्लादेश) में विभाजित हो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888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73/200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गंगा नदी भारत का सबसे बड़ा और सबसे महत्वपूर्ण नदी बेसिन बनाती है (देश के कुल क्षेत्रफल का लगभग 26.3%)। इसकी लंबाई 2,525 किमी (उत्तराखंड में 110 किमी, यूपी में 1,450 किमी, बिहार में 445 किमी और प. बंगाल में 520 किमी) है। हरिद्वार के निकट यह शिवालिक को पार कर मैदान में उतरती है। पश्चिम बंगाल के मुर्शिदाबाद जिले में फरक्का बैराज पर यह दो शाखाओं में बँट जाती है; पश्चिमी शाखा 'भागीरथी-हुगली' कोलकाता होते हुए बंगाल की खाड़ी में गिरती है, जबकि मुख्य पूर्वी शाखा 'पद्मा' के नाम से बांग्लादेश में प्रवेश करती है जहाँ ब्रह्मपुत्र (जमुना) से मिलकर अंततः 'मेघना' के रूप में विश्व के सबसे बड़े सुंदरबन डेल्टा का निर्माण करती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888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73/200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गंगा नदी के 'बाएँ किनारे' (Left Bank) पर मिलने वाली सहायक नदियों का पश्चिम से पूर्व (West to East) सही क्रम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रामगंगा → गोमती → घाघरा → गंडक → कोसी → महानंदा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महानंदा → कोसी → गंडक → घाघरा → गोमती → रामगंगा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गोमती → रामगंगा → घाघरा → कोसी → गंडक → महानंदा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रामगंगा → घाघरा → गोमती → गंडक → महानंदा → कोसी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490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74/200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रामगंगा → गोमती → घाघरा → गंडक → कोसी → महानंदा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महानंदा → कोसी → गंडक → घाघरा → गोमती → रामगंगा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गोमती → रामगंगा → घाघरा → कोसी → गंडक → महानंदा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रामगंगा → घाघरा → गोमती → गंडक → महानंदा → कोसी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गंगा के बाएँ तट (उत्तर दिशा से आकर मिलने वाली) की प्रमुख सहायक नदियों का पश्चिम से पूर्व की ओर सटीक भौगोलिक क्रम है: 1. रामगंगा (उत्तराखंड की दूधातोली पहाड़ी से निकलकर कन्नौज के पास मिलती है), 2. गोमती (पीलीभीत के गोमताल/फुलहर झील से निकलकर गाजीपुर के पास मिलती है), 3. घाघरा/करनाली (मापचाचुंगो ग्लेशियर से निकलकर छपरा में मिलती है), 4. गंडक (नेपाल हिमालय से निकलकर सोनपुर/हाजीपुर में मिलती है), 5. कोसी (सप्तकोशी, नेपाल/तिब्बत से निकलकर कटिहार/कुरसेला में मिलती है), और 6. महानंदा (दार्जिलिंग पहाड़ियों से निकलकर पश्चिम बंगाल में गंगा की अंतिम बायीं सहायक नदी के रूप में मिलती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490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74/200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गंगा के 'दाहिने किनारे' (Right Bank) की प्रमुख सहायक नदियों के संबंध में निम्नलिखित कथनों पर विचार कीजिए: A. यमुना गंगा की सबसे लंबी और पश्चिमी सहायक नदी है जो यमुनोत्री हिमनद (बंदरपूंछ चोटी) से निकलकर प्रयागराज में मिलती है। B. सोन नदी मध्य प्रदेश के अमरकंटक पठार से निकलती है और पटना के निकट गंगा में दाहिने किनारे से मिलती है। C. दामोदर नदी छोटानागपुर पठार की भ्रंश घाटी से बहती हुई हुगली नदी में मिलती है। D. चंबल, सिंध, बेतवा और केन नदियाँ सीधे गंगा नदी में जाकर मिलती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091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75/200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यमुना गंगा की सबसे प्रमुख दाहिनी सहायक नदी है (लंबाई 1,376 किमी)। सोन नदी अमरकंटक से निकलकर उत्तर की ओर बहती है और पटना के पास दानापुर में गंगा में मिलती है; रिहंद और उत्तरी कोयल सोन की प्रमुख सहायक नदियाँ हैं। दामोदर नदी छोटानागपुर से निकलकर पश्चिम बंगाल में हुगली नदी में मिलती है (इसे पूर्व में 'बंगाल का शोक' कहा जाता था)। कथन D गलत है क्योंकि चंबल, सिंध, बेतवा और केन नदियाँ सीधे गंगा में नहीं मिलतीं, बल्कि ये चारों नदियाँ पहले 'यमुना नदी' में मिलती हैं (चंबल इटावा के पास, बेतवा हमीरपुर के पास, केन बांदा के पास मिलती है) और फिर यमुना का जल गंगा में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091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75/200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यमुना की प्रमुख सहायक नदियों एवं उनकी उत्पत्ति/संगम स्थलों का सही मिलान कीजिए: सूची-I: सूची-I: A. चंबल नदी (Chambal) B. बेतवा नदी (Betwa) C. केन नदी (Ken) D. हिंडन नदी (Hindon) सूची-II: 1. कैमूर पहाड़ियाँ (मध्य प्रदेश) 2. शिवालिक पहाड़ियाँ (सहारनपुर, उत्तर प्रदेश) 3. विंध्य श्रेणी (जानापाव पहाड़ी, महू, मध्य प्रदेश) 4. विंध्य श्रेणी (कुमरगाँव, रायसेन, मध्य प्रदेश)</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76/200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B-4, C-1, D-2 है। चंबल नदी मध्य प्रदेश के इंदौर जिले में महू के पास विंध्याचल की जानापाव पहाड़ी से निकलती है। बेतवा (वेत्रवती) मध्य प्रदेश के रायसेन जिले में विंध्य पर्वत के कुमरगाँव से निकलती है और उत्तर प्रदेश के हमीरपुर में यमुना से मिलती है (माताटीला बाँध इसी पर है)। केन (कर्णावती) मध्य प्रदेश के कटनी जिले में कैमूर पहाड़ियों से निकलती है और बांदा के निकट यमुना में मिलती है। हिंडन नदी शिवालिक की निचली पहाड़ियों (सहारनपुर) से निकलकर नोएडा/गाजियाबाद होते हुए यमुना में मिलती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76/200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'चंबल नदी घाटी परियोजना' एवं चंबल बेसिन के संदर्भ में निम्नलिखित कथनों पर विचार कीजिए: A. चंबल नदी पर निर्मित चार प्रमुख बाँध- गांधी सागर (मध्य प्रदेश), राणा प्रताप सागर (राजस्थान), जवाहर सागर (राजस्थान) और कोटा बैराज (राजस्थान) हैं। B. गांधी सागर बाँध चंबल परियोजना का सबसे पहला और मुख्य जलाशय है जो मध्य प्रदेश के मंदसौर जिले में स्थित है। C. चंबल नदी घाटी अपने गहरे खड्डों और बीहड़ों (Ravines) के लिए प्रसिद्ध है जो गंभीर अवनालिका अपरदन का परिणाम हैं। D. बनास, कालीसिंध और पार्वती चंबल की प्रमुख सहायक नदियाँ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293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77/200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चंबल नदी राजस्थान और मध्य प्रदेश की एक संयुक्त बहुउद्देशीय परियोजना है। इस पर चार चरणबद्ध बाँध बनाए गए हैं: गांधी सागर (मध्य प्रदेश में), राणा प्रताप सागर (रावतभाटा, चित्तौड़गढ़ में), जवाहर सागर (कोटा में) तथा कोटा बैराज (केवल सिंचाई हेतु)। चंबल बेसिन में अर्ध-शुष्क जलवायु और तीव्र जल बहाव के कारण मिट्टी की ऊपरी परत कटकर 20 से 30 मीटर गहरे बीहड़ों (Badlands) में बदल गई है। राजस्थान के कुंभलगढ़ से निकलने वाली 'बनास' चंबल की सबसे बड़ी बायीं सहायक नदी है, जबकि कालीसिंध और पार्वती दायीं ओर से मिलती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293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77/200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'ब्रह्मपुत्र नदी तंत्र' (Brahmaputra River System)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ब्रह्मपुत्र नदी का उद्गम तिब्बत में मानसरोवर झील के निकट 'चेमायुंगदुंग' (Chemayungdung) हिमनद से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तिब्बत में इस नदी को 'त्सांगपो' (Tsangpo) कहा जाता है जिसका अर्थ 'शोधक' (Purifier)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अरुणाचल प्रदेश में नामचा बरवा पर्वत के पास यू-टर्न लेकर 'दिहांग' या 'सियांग' के नाम से भारत में प्रवेश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ब्रह्मपुत्र नदी में वर्ष भर बिल्कुल गाद (Silt) नहीं बहती और यह कभी भी बाढ़ का कारण नहीं बनती।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895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78/200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ब्रह्मपुत्र नदी में वर्ष भर बिल्कुल गाद (Silt) नहीं बहती और यह कभी भी बाढ़ का कारण नहीं बनती।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ब्रह्मपुत्र नदी का उद्गम तिब्बत में मानसरोवर झील के निकट 'चेमायुंगदुंग' (Chemayungdung) हिमनद से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तिब्बत में इस नदी को 'त्सांगपो' (Tsangpo) कहा जाता है जिसका अर्थ 'शोधक' (Purifier)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अरुणाचल प्रदेश में नामचा बरवा पर्वत के पास यू-टर्न लेकर 'दिहांग' या 'सियांग' के नाम से भारत में प्रवेश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ब्रह्मपुत्र नदी विश्व की सबसे अधिक गाद (Silt) और जल प्रवाह वाली नदियों में से एक है। असम घाटी में भारी वर्षा और तीव्र ढाल के कारण यह नदी प्रतिवर्ष मानसून में भयंकर बाढ़ (Floods) और तट अपरदन लाती है। इसके अत्यधिक अवसाद भार के कारण असम में नदी का तल ऊँचा उठ गया है और यह एक गुंफित नदी (Braided River) के रूप में बहती है। विकल्प A, B और C पूर्णतः सही हैं। असम में पासीघाट के निकट दिहांग, दिबांग और लोहित नदियों के मिलने के बाद इसे आधिकारिक रूप से 'ब्रह्मपुत्र' कहा जाता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895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78/200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ब्रह्मपुत्र नदी की सहायक नदियों एवं उनके मिलने वाले तट (Bank) का सही मिलान कीजिए: सूची-I: सूची-I: A. सुबनसिरी (Subansiri) B. मानस (Manas) C. बूढ़ी दिहिंग (Burhi Dihing) D. धनसिरी (Dhansiri) सूची-II: 1. बायाँ तट (Left Bank Tributary) 2. दाहिना तट (Right Bank Tributary) 3. बायाँ तट (Left Bank Tributary) 4. दाहिना तट (Right Bank Tributary)</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496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79/200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B-4, C-1, D-3 है। ब्रह्मपुत्र के दाहिने तट (उत्तर से मिलने वाली) की प्रमुख नदियाँ सुबनसिरी (सबसे बड़ी सहायक नदी, पूर्ववर्ती नदी), कामेंग (जिया भरेली), मानस, संकोश और तीस्ता हैं। ब्रह्मपुत्र के बाएँ तट (दक्षिण से मिलने वाली) की प्रमुख नदियाँ दिबांग, लोहित, बूढ़ी दिहिंग, दिखोव, धनसिरी और कोपिली हैं। मानस नदी भूटान से निकलकर असम के मानस राष्ट्रीय उद्यान से होकर बहती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496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79/200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'तीस्ता नदी' (Teesta River) के संदर्भ में निम्नलिखित कथनों पर विचार कीजिए: A. तीस्ता नदी का उद्गम सिक्किम में चो ल्हामो झील / खंगचुंग छो (पौहुनरी चोटी के निकट) से होता है। B. यह सिक्किम और पश्चिम बंगाल के मध्य सीमा बनाती हुई बहती है और रंगीत (Rangeet) इसकी मुख्य सहायक नदी है। C. तीस्ता नदी 1787 की ऐतिहासिक बाढ़ से पहले गंगा की सहायक नदी थी, परंतु मार्ग परिवर्तन के बाद अब यह ब्रह्मपुत्र (जमुना) में मिलती है। D. तीस्ता नदी सीधे अरब सागर में गिरती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80/200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तीस्ता सिक्किम की जीवनरेखा है जो कंचनजंगा के जेमू ग्लेशियर क्षेत्र से निकलती है। 1787 से पूर्व यह दक्षिण की ओर बहकर गंगा में मिलती थी, किंतु 1787 की भीषण बाढ़ के बाद इसने अपना मार्ग पूर्व की ओर बदल लिया और अब यह बांग्लादेश के फुलचरी में ब्रह्मपुत्र (जमुना) नदी में मिलती है। कथन D गलत है क्योंकि तीस्ता ब्रह्मपुत्र नदी तंत्र की एक प्रमुख सहायक नदी है जो अंततः बंगाल की खाड़ी में विलीन होती है, अरब सागर में नहीं।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80/200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'बराक नदी' (Barak River) के संदर्भ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बराक नदी का उद्गम मणिपुर की पहाड़ियों (नागालैंड सीमा के निकट) से होता है और यह असम के कछार जिले से होकर बहती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बांग्लादेश में प्रवेश करने पर यह सुरमा और कुशियारा नामक दो शाखाओं में विभाजित हो जाती है जो बाद में मिलकर 'मेघना' बनती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लखीपुर से भंगा के बीच बराक नदी के 121 किमी के विस्तार को भारत का 'राष्ट्रीय जलमार्ग संख्या 16' (NW-16) घोषित किया गया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698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81/200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बराक नदी का उद्गम मणिपुर की पहाड़ियों (नागालैंड सीमा के निकट) से होता है और यह असम के कछार जिले से होकर बहती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बांग्लादेश में प्रवेश करने पर यह सुरमा और कुशियारा नामक दो शाखाओं में विभाजित हो जाती है जो बाद में मिलकर 'मेघना' बनती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लखीपुर से भंगा के बीच बराक नदी के 121 किमी के विस्तार को भारत का 'राष्ट्रीय जलमार्ग संख्या 16' (NW-16) घोषित किया गया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सही है। बराक नदी पूर्वोत्तर भारत की एक अत्यंत महत्वपूर्ण नदी है जो मणिपुर पहाड़ियों से निकलकर मणिपुर, नागालैंड, मिजोरम और असम (सिलचर घाटी) में बहती है। बांग्लादेश में यह सुरमा और कुशियारा में बँटकर भैरब बाजार के पास पुनः मिलती है और पद्मा के साथ मिलकर 'मेघना' नाम से बंगाल की खाड़ी में गिरती है। भारत सरकार ने इसके 121 किमी अंतर्देशीय जलमार्ग को राष्ट्रीय जलमार्ग-16 (NW-16) का दर्जा दिया है। अतः उपर्युक्त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698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81/200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सबसे बड़े नदी द्वीप 'माजुली' (Majuli Island) के संबंध में निम्नलिखित कथनों पर विचार कीजिए: A. माजुली द्वीप असम में ब्रह्मपुत्र नदी और उसकी सहायक सुबनसिरी नदी के संगम पर स्थित है। B. यह भारत का पहला नदी द्वीप जिला (Island District) घोषित किया गया है। C. यह असमिया वैष्णव संस्कृति (शंकरदेव द्वारा स्थापित सत्रों) का एक प्रमुख ऐतिहासिक एवं सांस्कृतिक केंद्र है। D. तीव्र मृदा अपरदन और बाढ़ के कारण माजुली द्वीप का क्षेत्रफल पिछले कुछ दशकों में काफी सिकुड़ गया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299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82/200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माजुली असम में ब्रह्मपुत्र नदी के मध्य स्थित विश्व का सबसे बड़ा आबाद नदीय द्वीप है। असम सरकार ने 2016 में इसे भारत का पहला द्वीपीय जिला बनाया। 15वीं-16वीं शताब्दी में श्रीमंत शंकरदेव द्वारा स्थापित नव-वैष्णव धर्म के प्रमुख 'सत्र' (मठ) जैसे आउनीआटी, दक्षिणपाट और कमालबाड़ी सत्र यहीं स्थित हैं। ब्रह्मपुत्र नदी के निरंतर कटाव और बाढ़ के कारण इसका क्षेत्रफल मूल 1,250 वर्ग किमी से घटकर वर्तमान में लगभग 400-500 वर्ग किमी रह गया है, जिसके संरक्षण के प्रयास जारी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299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82/200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'गोदावरी नदी तंत्र' (Godavari River System) की प्रमुख सहायक नदियों एवं उनकी दिशा/विशेषता का सही मिलान कीजिए: सूची-I: सूची-I: A. मंजरा नदी (Manjra) B. इंद्रावती नदी (Indravati) C. वैनगंगा नदी (Wainganga) D. प्रवर नदी (Pravara) सूची-II: 1. बस्तर पठार (ओडिशा/छत्तीसगढ़) से निकलकर बाएँ तट पर मिलने वाली 2. बालाघाट पहाड़ियों से निकलकर दाहिने तट पर मिलने वाली (निजाम सागर बाँध) 3. मध्य प्रदेश से दक्षिण की ओर बहकर वर्धा के साथ 'प्राणहिता' बनाने वाली 4. महाराष्ट्र में पश्चिमी घाट से निकलकर दाहिने किनारे से मिलने वाली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901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83/200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B-1, C-3, D-4 है। गोदावरी (दक्षिण गंगा - 1,465 किमी) प्रायद्वीपीय भारत की सबसे लंबी नदी है जो महाराष्ट्र के नासिक जिले के त्र्यंबकेश्वर से निकलती है। मंजरा नदी इसकी एकमात्र प्रमुख दाहिने तट की सहायक नदी है जो बालाघाट श्रेणी से निकलती है और इस पर तेलंगाना में निजाम सागर बाँध स्थित है। इंद्रावती नदी ओडिशा के कालाहांडी से निकलकर बस्तर (छत्तीसगढ़) होते हुए गोदावरी में बायीं ओर से मिलती है (इस पर प्रसिद्ध चित्रकूट जलप्रपात स्थित है)। वैनगंगा और वर्धा मिलकर 'प्राणहिता' नदी बनाती हैं जो गोदावरी की सबसे बड़ी जल विसर्जन वाली सहायक नदी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901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83/200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'कृष्णा नदी तंत्र' (Krishna River System) के संदर्भ में निम्नलिखित कथनों पर विचार कीजिए: A. कृष्णा नदी का उद्गम महाराष्ट्र में पश्चिमी घाट के महाबलेश्वर के निकट से होता है। B. तुंगभद्रा, भीमा, कोयना, घटप्रभा, मालप्रभा और मूसी कृष्णा की प्रमुख सहायक नदियाँ हैं। C. हैदराबाद शहर मूसी नदी (Musi River) के तट पर स्थित है। D. अलमट्टी बाँध, नागार्जुन सागर बाँध और श्रीशैलम बाँध कृष्णा नदी पर ही निर्मित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84/200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कृष्णा नदी (1,401 किमी) प्रायद्वीपीय भारत की दूसरी सबसे बड़ी पूर्व-वाहिनी नदी है जो महाराष्ट्र, कर्नाटक, तेलंगाना और आंध्र प्रदेश से होकर बहती है। तुंगभद्रा (तुंगा + भद्रा) इसकी सबसे बड़ी सहायक नदी है। महाराष्ट्र में कोयना नदी पर शिवाजी सागर (कोयना बाँध) स्थित है। तेलंगाना की राजधानी हैदराबाद मूसी नदी के किनारे बसी है। कृष्णा नदी पर कर्नाटक में अलमट्टी बाँध (लाल बहादुर शास्त्री सागर), आंध्र-तेलंगाना सीमा पर श्रीशैलम बाँध और नागार्जुन सागर बाँध स्थित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84/200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'कावेरी नदी तंत्र' (Kaveri River System) के संबंध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कावेरी नदी का उद्गम कर्नाटक के कोडागु (कूर्ग) जिले में पश्चिमी घाट की ब्रह्मगिरि पहाड़ियों से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कावेरी नदी को दक्षिण भारत में ग्रीष्मकालीन (SW मानसून) और शीतकालीन (NE मानसून) दोनों से जल प्राप्त होता है, जिससे यह वर्ष भर लगभग सदानीरा बनी रहती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शिवसमुद्रम जलप्रपात और श्रीरंगपट्टनम द्वीप कावेरी नदी पर ही स्थित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कावेरी नदी केवल राजस्थान और गुजरात के रेगिस्तानी क्षेत्रों में बहने वाली एक अंतःप्रवाही नदी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103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85/200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कावेरी नदी केवल राजस्थान और गुजरात के रेगिस्तानी क्षेत्रों में बहने वाली एक अंतःप्रवाही नदी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कावेरी नदी का उद्गम कर्नाटक के कोडागु (कूर्ग) जिले में पश्चिमी घाट की ब्रह्मगिरि पहाड़ियों से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कावेरी नदी को दक्षिण भारत में ग्रीष्मकालीन (SW मानसून) और शीतकालीन (NE मानसून) दोनों से जल प्राप्त होता है, जिससे यह वर्ष भर लगभग सदानीरा बनी रहती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शिवसमुद्रम जलप्रपात और श्रीरंगपट्टनम द्वीप कावेरी नदी पर ही स्थित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कावेरी नदी (लगभग 800 किमी) दक्षिण भारत की एक प्रमुख पवित्र नदी है जो कर्नाटक और तमिलनाडु राज्यों से होकर बहती है और बंगाल की खाड़ी में पुम्पुहार के पास गिरती है; इसका राजस्थान या गुजरात से कोई संबंध नहीं है। विकल्प A सही है क्योंकि इसका उद्गम तालकावेरी (ब्रह्मगिरि) से होता है। विकल्प B सही है क्योंकि इसके ऊपरी जलग्रहण क्षेत्र (कर्नाटक) को दक्षिण-पश्चिम मानसून से और निचले जलग्रहण क्षेत्र (तमिलनाडु) को उत्तर-पूर्वी मानसून से वर्षा मिलती है, जिससे इसमें अन्य प्रायद्वीपीय नदियों की तुलना में जल उतार-चढ़ाव कम होता है। विकल्प C सही है क्योंकि शिवसमुद्रम (जहाँ भारत का पहला 1902 का जलविद्युत संयंत्र बना) और श्रीरंगम द्वीप कावेरी पर स्थित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103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85/200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प्रायद्वीपीय नदियों एवं उन पर बने प्रसिद्ध बाँधों/जलाशयों का सही मिलान कीजिए: सूची-I: सूची-I: A. महानदी (Mahanadi) B. कृष्णा नदी (Krishna) C. कावेरी नदी (Kaveri) D. नर्मदा नदी (Narmada) सूची-II: 1. मेट्टूर बाँध (स्टेनली जलाशय, तमिलनाडु) 2. हीराकुंड बाँध (ओडिशा) 3. सरदार सरोवर बाँध (गुजरात) 4. नागार्जुन सागर बाँध (आंध्र प्रदेश/तेलंगाना)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704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86/200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B-4, C-1, D-3 है। महानदी पर ओडिशा के संबलपुर में भारत का सबसे लंबा मिट्टी का बाँध 'हीराकुंड बाँध' (लगभग 25.8 किमी लंबा) बना है। कृष्णा नदी पर आंध्र प्रदेश और तेलंगाना की सीमा पर विशाल 'नागार्जुन सागर बाँध' स्थित है। कावेरी नदी पर तमिलनाडु के सलेम जिले में प्रसिद्ध 'मेट्टूर बाँध' (स्टेनली जलाशय) तथा कर्नाटक में कृष्णराज सागर (KRS) बाँध बना है। नर्मदा नदी पर गुजरात के केवड़िया (एकता नगर) में विशाल 'सरदार सरोवर बाँध' निर्मित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704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86/200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'नर्मदा नदी' (Narmada River) के भौगोलिक लक्षणों के संदर्भ में निम्नलिखित कथनों पर विचार कीजिए: A. नर्मदा नदी मध्य प्रदेश के अनूपपुर जिले में अमरकंटक पठार (1,057 मीटर) से निकलती है। B. यह विंध्याचल (उत्तर) और सतपुड़ा (दक्षिण) पर्वत श्रेणियों के मध्य एक भ्रंश घाटी (Rift Valley) में पश्चिम की ओर बहती है। C. जबलपुर के निकट भेड़ाघाट में यह संगमरमर की चट्टानों के बीच 'धुआंधार जलप्रपात' (Dhuandhar Falls) का निर्माण करती है। D. नर्मदा नदी अरब सागर में गिरने से पूर्व भड़ौच (गुजरात) के पास एक विशाल पंखाकार डेल्टा बनाती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305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87/200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नर्मदा (1,312 किमी) प्रायद्वीपीय भारत की पश्चिम की ओर बहने वाली सबसे लंबी नदी है। यह अमरकंटक से निकलकर मध्य प्रदेश, महाराष्ट्र और गुजरात से होकर बहती है। भ्रंश घाटी में बहने के कारण इसका अपवाह मार्ग सीधा और संकरा है तथा जबलपुर में यह धुआंधार जलप्रपात बनाती है। कथन D गलत है क्योंकि भ्रंश घाटी में बहने और कठोर चट्टानी तल होने के कारण नर्मदा अपने साथ भारी गाद नहीं लाती और समुद्र में मिलने से पहले तीव्र वेग से बहती है, जिसके कारण यह डेल्टा नहीं बनाती बल्कि खंभात की खाड़ी (अरब सागर) में 27 किमी लंबा 'ज्वारनदमुख' (Estuary) बनाती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305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87/200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'तापी नदी' (Tapi / Tapti River) के संबंध में निम्नलिखित कथनों पर विचार कीजिए: A. तापी नदी मध्य प्रदेश के बैतूल जिले में मुलताई के पास सतपुड़ा की पहाड़ियों से निकलती है। B. यह सतपुड़ा श्रेणी के दक्षिण में नर्मदा के समानांतर भ्रंश घाटी में पश्चिम की ओर बहती है। C. तापी नदी मध्य प्रदेश, महाराष्ट्र और गुजरात राज्यों से होकर प्रवाहित होती है। D. गुजरात में इस नदी पर 'उकाई बाँध' (Ukai Dam) और 'काकरापार परियोजना' स्थित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88/200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तापी (लगभग 724 किमी) प्रायद्वीपीय भारत की दूसरी सबसे बड़ी पश्चिम-वाहिनी नदी है। यह सतपुड़ा और अजंता श्रेणियों के मध्य भ्रंश घाटी में बहती है। इसके बेसिन का लगभग 79% भाग महाराष्ट्र में, 15% मध्य प्रदेश में और 6% गुजरात में स्थित है। पूर्णा, गिरना, बोरी और पंजरा इसकी प्रमुख सहायक नदियाँ हैं। गुजरात के सूरत जिले में तापी नदी पर उकाई बहुउद्देशीय परियोजना (वल्लभ सागर जलाशय) और काकरापार परमाणु/सिंचाई परियोजना स्थित हैं। यह सूरत के निकट खंभात की खाड़ी में ज्वारनदमुख बनाती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88/200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'लूनी नदी' (Luni River) के संदर्भ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अजमेर के निकट अरावली की नाग पहाड़ियों से 'सागरमती' के रूप में निकलती है और गोविंदगढ़ में 'सरस्वती' नाले से मिलकर लूनी कहलाती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बालोतरा (बाड़मेर) तक मीठी रहती है और उसके बाद लवणीय (खारी) हो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एक अंतःस्थलीय अपवाह (Inland Drainage) वाली नदी है जो समुद्र में न गिरकर कच्छ के रण के दलदल में विलीन हो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508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89/200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अजमेर के निकट अरावली की नाग पहाड़ियों से 'सागरमती' के रूप में निकलती है और गोविंदगढ़ में 'सरस्वती' नाले से मिलकर लूनी कहलाती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बालोतरा (बाड़मेर) तक मीठी रहती है और उसके बाद लवणीय (खारी) 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एक अंतःस्थलीय अपवाह (Inland Drainage) वाली नदी है जो समुद्र में न गिरकर कच्छ के रण के दलदल में विलीन हो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सही है। लूनी नदी (लगभग 495 किमी) थार मरुस्थल की सबसे प्रमुख नदी प्रणाली है। यह अजमेर की नाग पहाड़ियों से निकलकर नागौर, पाली, जोधपुर, बाड़मेर और जालौर से बहती है। बालोतरा तक इसका पानी मीठा रहता है, परंतु इसके बाद मिट्टी में अत्यधिक सोडियम क्लोराइड और लवणों की उपस्थिति के कारण इसका जल खारा हो जाता है, इसलिए इसे 'आधी मीठी-आधी खारी' नदी कहा जाता है। यह किसी समुद्र में नहीं मिलती बल्कि गुजरात के कच्छ के छोटे रण के दलदल में लुप्त हो जाती है। जवाई, सूकड़ी, बांडी और जोजरी इसकी प्रमुख सहायक नदियाँ हैं। अतः उपर्युक्त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508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89/200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पश्चिमी घाट से निकलकर अरब सागर में गिरने वाली छोटी तटीय नदियों एवं संबंधित राज्यों का सही मिलान कीजिए: सूची-I: सूची-I: A. शरावती नदी (Sharavati) B. पेरियार नदी (Periyar) C. मांडवी व जुआरी नदी (Mandovi &amp; Zuari) D. भरतपुझा / पोन्नानी (Bharathapuzha) सूची-II: 1. गोवा (पणजी मांडवी के तट पर स्थित है) 2. केरल (केरल की सबसे लंबी नदी) 3. कर्नाटक (जोग / गरसोप्पा जलप्रपात) 4. केरल (इडुक्की बाँध इसी पर निर्मित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90/200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B-4, C-1, D-2 है। शरावती नदी कर्नाटक के शिमोगा जिले से निकलती है और इस पर भारत का प्रसिद्ध 'जोग प्रपात' (गेरसोप्पा/महात्मा गांधी प्रपात - 253 मीटर) स्थित है। पेरियार नदी केरल की सबसे बड़ी जल विसर्जन वाली नदी है जिस पर प्रसिद्ध इडुक्की चाप बाँध (Arch Dam) बना है। मांडवी और जुआरी गोवा की दो मुख्य नदियाँ हैं; गोवा की राजधानी पणजी मांडवी नदी के किनारे स्थित है और मारमुगाओ बंदरगाह जुआरी नदी के मुहाने पर है। भरतपुझा (पोन्नानी) केरल की सबसे लंबी नदी (209 किमी) है जो अन्नामलाई पहाड़ियों से निकलती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90/200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पूर्व की ओर बहकर बंगाल की खाड़ी में गिरने वाली छोटी प्रायद्वीपीय नदियों के संदर्भ में निम्नलिखित कथनों पर विचार कीजिए: A. सुवर्णरेखा नदी राँची के पठार से निकलती है और प्रसिद्ध 'हुंडरू जलप्रपात' का निर्माण करती है तथा जमशेदपुर शहर इसी के किनारे स्थित है। B. ब्राह्मणी नदी ओडिशा में कोयल और शंख नदियों के राउरकेला के निकट मिलने से बनती है। C. वैगई नदी तमिलनाडु के मदुरै शहर से होकर बहती है और पाक जलडमरूमध्य (Palk Strait) में गिरती है। D. ताम्रपर्णी नदी पश्चिमी घाट के अगस्त्यमलाई शिखर से निकलकर मन्नार की खाड़ी में गिरती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710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91/200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सुवर्णरेखा नदी झारखंड, ओडिशा और पश्चिम बंगाल में बहती है; टाटा आयरन एंड स्टील कंपनी (TISCO) जमशेदपुर इसी और खरकई नदी के संगम पर स्थित है। ब्राह्मणी नदी ओडिशा की दूसरी सबसे बड़ी नदी है जो भीतरकनिका मैंग्रोव के पास बंगाल की खाड़ी में गिरती है। वैगई नदी मदुरै के ऐतिहासिक शहर से गुजरती है और रामनाथपुरम के पास पाक की खाड़ी में गिरती है। ताम्रपर्णी तमिलनाडु की एक सदानीरा नदी है जो अगस्त्यमलाई की पहाड़ियों से निकलकर तिरुनेलवेली और तूतीकोरिन जिलों को सींचती हुई मन्नार की खाड़ी में समाप्त होती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710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91/200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मीठे पानी की झीलों एवं उनकी अवस्थिति/राज्यों का सही मिलान कीजिए: सूची-I: सूची-I: A. वूलर झील (Wular Lake) B. लोकतक झील (Loktak Lake) C. कोलेरू झील (Kolleru Lake) D. भीमताल झील (Bhimtal Lake) सूची-II: 1. मणिपुर (तैरते हुए 'फुमदी' और केइबुल लामजाओ नेशनल पार्क) 2. आंध्र प्रदेश (कृष्णा और गोदावरी डेल्टा के मध्य) 3. जम्मू और कश्मीर (भारत की सबसे बड़ी मीठे पानी की झील) 4. उत्तराखंड (कुमाऊँ हिमालय की टेक्टोनिक झील)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92/200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C-2, D-4 है। वूलर झील (बांदीपोरा, जम्मू-कश्मीर) विवर्तनिक हलचल से निर्मित भारत की सबसे बड़ी मीठे पानी की प्राकृतिक झील है जो झेलम नदी से पोषित होती है। लोकतक झील पूर्वोत्तर भारत की सबसे बड़ी मीठे पानी की झील है, जिस पर तैरते हुए वनस्पति द्वीप 'फुमदी' पाए जाते हैं और इसी पर विश्व का एकमात्र तैरता हुआ राष्ट्रीय उद्यान 'केइबुल लामजाओ' (शंघाई हिरण का घर) स्थित है। कोलेरू झील आंध्र प्रदेश में कृष्णा और गोदावरी डेल्टाओं के बीच स्थित एक उथली मीठे पानी की रामसर आर्द्रभूमि है। भीमताल उत्तराखंड के नैनीताल जिले में स्थित कुमाऊँ की सबसे बड़ी प्राकृतिक झील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92/200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प्रमुख लैगून एवं खारे पानी की झीलों के संदर्भ में निम्नलिखित कथनों पर विचार कीजिए: A. चिल्का झील (ओडिशा) भारत की सबसे बड़ी तटीय लैगून झील और पहला रामसर स्थल है जो दया नदी के मुहाने पर स्थित है। B. पुलीकट झील आंध्र प्रदेश और तमिलनाडु की सीमा पर स्थित देश की दूसरी सबसे बड़ी खारी लैगून है, जिसे श्रीहरिकोटा द्वीप समुद्र से अलग करता है। C. लोनार झील (महाराष्ट्र के बुलढाणा जिले में) बेसाल्टिक चट्टान पर उल्कापिंड के टकराने (Meteorite Impact) से निर्मित विश्व प्रसिद्ध क्रेटर झील है। D. सांभर झील राजस्थान में स्थित भारत की सबसे बड़ी अंतःस्थलीय लवणीय झील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913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93/200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चिल्का झील (ओडिशा) एशिया की सबसे बड़ी खारे पानी की लैगून है, जो इरावदी डॉल्फिन और प्रवासी पक्षियों के लिए प्रसिद्ध है (1981 में भारत का पहला रामसर स्थल बना)। पुलीकट झील के मुहाने पर श्रीहरिकोटा द्वीप स्थित है जहाँ इसरो का सतीश धवन अंतरिक्ष केंद्र स्थापित है। लोनार झील का निर्माण लगभग 50,000 वर्ष पूर्व प्लीस्टोसीन काल में उल्कापिंड के प्रभाव से हुआ था और इसका जल अत्यधिक क्षारीय व लवणीय है। सांभर झील जयपुर-नागौर सीमा पर स्थित है जहाँ अंतःप्रवाही नदियों द्वारा लाए गए लवणों के वाष्पीकरण से नमक तैयार किया जाता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913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93/200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केरल के तटीय बैकवाटर (कयाल) में स्थित 'वेम्बनाड झील' (Vembanad Lake) के संदर्भ में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96.5 किमी की लंबाई के साथ भारत की सबसे लंबी झील (Longest Lake)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इसमें प्रतिवर्ष प्रसिद्ध 'नेहरू ट्रॉफी बोट रेस' (वल्लम कली / स्नेक बोट रेस) का आयोजन किया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झील चार प्रमुख नदियों- पेरियार, पम्बा, मीनाचिल और अचनकोविल द्वारा पोषित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514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94/200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96.5 किमी की लंबाई के साथ भारत की सबसे लंबी झील (Longest Lake)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इसमें प्रतिवर्ष प्रसिद्ध 'नेहरू ट्रॉफी बोट रेस' (वल्लम कली / स्नेक बोट रेस) का आयोजन किया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झील चार प्रमुख नदियों- पेरियार, पम्बा, मीनाचिल और अचनकोविल द्वारा पोषित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सही है। वेम्बनाड झील (वेम्बनाड कयाल) केरल के कोट्टायम, अलप्पुझा और एर्नाकुलम जिलों में फैली भारत की सबसे लंबी और केरल की सबसे बड़ी झील (क्षेत्रफल 2033 वर्ग किमी से अधिक) है। यह एक रामसर आर्द्रभूमि स्थल है। इस झील में कुमारकोम पक्षी अभयारण्य और वेलिंगटन द्वीप स्थित हैं। प्रतिवर्ष अगस्त माह में ओणम के अवसर पर यहाँ प्रसिद्ध 'नेहरू ट्रॉफी नौका दौड़' (Snake Boat Race) का भव्य आयोजन होता है। अतः उपर्युक्त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514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94/200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उच्च-तुंगता (High Altitude) एवं हिमनदीय झीलों का सही मिलान कीजिए: सूची-I: सूची-I: A. पैंगोंग त्सो (Pangong Tso) B. चो ल्हामो / त्सो ल्हामो (Tso Lhamo) C. त्सोमगो झील (Tsomgo / Changu) D. रूपकुंड झील (Roopkund) सूची-II: 1. सिक्किम (भारत की सबसे ऊँची झीलों में से एक - 5,330 मीटर) 2. लद्दाख (भारत और चीन के मध्य विस्तृत खारे पानी की झील) 3. उत्तराखंड (मानव कंकालों के लिए प्रसिद्ध 'रहस्यमयी झील') 4. पूर्वी सिक्किम (गंगटोक के पास स्थित पवित्र हिमनदीय झील)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115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95/200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B-1, C-4, D-3 है। पैंगोंग त्सो लद्दाख में 4,350 मीटर की ऊँचाई पर स्थित 134 किमी लंबी एंडोर्फिक (Endorheic) खारे पानी की झील है जिसका लगभग 45% भाग भारत में और 55% चीन (तिब्बत) में आता है। चो ल्हामो झील उत्तरी सिक्किम में 5,300+ मीटर की ऊँचाई पर स्थित भारत की सर्वोच्च झीलों में से एक है जहाँ से तीस्ता नदी को जल मिलता है। त्सोमगो (चांगु) झील सिक्किम में नाथू ला मार्ग पर स्थित एक सुंदर हिमनदीय झील है। रूपकुंड झील उत्तराखंड के चमोली जिले में त्रिशूल पर्वत के पास स्थित है, जिसे सैकड़ों प्राचीन मानव कंकालों की खोज के कारण 'कंकाल झील' या 'रहस्यमयी झील' कहा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115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95/200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प्रमुख मानव निर्मित (कृत्रिम) झीलों एवं जलाशयों के संदर्भ में निम्नलिखित कथनों पर विचार कीजिए: A. गोविंद वल्लभ पंत सागर (उत्तर प्रदेश के सोनभद्र जिले में रिहंद नदी पर) भारत की सबसे बड़ी कृत्रिम झील (क्षेत्रफल व जलधारण में) है। B. गोविंद सागर झील हिमाचल प्रदेश में सतलुज नदी पर भाखड़ा बाँध के पीछे निर्मित जलाशय है। C. जयसमंद झील (ढेबर झील, राजस्थान) 17वीं शताब्दी में महाराणा जयसिंह द्वारा गोमती नदी पर निर्मित एशिया की सबसे पुरानी बड़ी कृत्रिम झीलों में से एक है। D. हुसैन सागर झील हैदराबाद और सिकंदराबाद के मध्य स्थित 16वीं शताब्दी की एक ऐतिहासिक कृत्रिम झील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96/200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रिहंद बाँध के पीछे स्थित 'गोविंद वल्लभ पंत सागर' भारत का सबसे बड़ा मानव-निर्मित जलाशय है जो उत्तर प्रदेश और मध्य प्रदेश की सीमा पर स्थित है। सतलुज नदी पर भाखड़ा बाँध के पीछे बना 'गोविंद सागर' सिखों के दसवें गुरु गोविंद सिंह के नाम पर है। राजस्थान के उदयपुर/सलूंबर में स्थित 'जयसमंद झील' (ढेबर झील) 1685 में गोमती नदी पर बाँध बनाकर बनाई गई थी और यह भारत की दूसरी सबसे बड़ी कृत्रिम मीठे पानी की झील है। हुसैन सागर का निर्माण 1563 में इब्राहिम कुली कुतुब शाह के शासनकाल में हुआ था जिसके केंद्र में जिब्राल्टर रॉक पर भगवान बुद्ध की विशाल एकाश्म प्रतिमा स्थापित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96/200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जलप्रपातों (Waterfalls) एवं उनकी संबंधित नदियों का सही मिलान कीजिए: सूची-I: सूची-I: A. कुंचिकल जलप्रपात (Kunchikal Falls) B. जोग / गेरसोप्पा प्रपात (Jog Falls) C. धुआंधार जलप्रपात (Dhuandhar Falls) D. हुंडरू जलप्रपात (Hundru Falls) सूची-II: 1. शरावती नदी (कर्नाटक) 2. वाराही नदी (कर्नाटक) 3. सुवर्णरेखा नदी (झारखंड) 4. नर्मदा नदी (मध्य प्रदेश)</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318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97/200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B-1, C-4, D-3 है। कुंचिकल जलप्रपात कर्नाटक के शिमोगा जिले में वाराही नदी पर स्थित है और यह 455 मीटर (1,493 फीट) की कुल ऊँचाई के साथ भारत का सबसे ऊँचा सोपानी (Tiered) जलप्रपात माना जाता है। जोग प्रपात (गेरसोप्पा या महात्मा गांधी प्रपात - 253 मीटर) कर्नाटक में शरावती नदी पर स्थित एक विशाल अन-टियरड फॉल है। धुआंधार जलप्रपात मध्य प्रदेश के जबलपुर में भेड़ाघाट के पास नर्मदा नदी पर स्थित है जहाँ जल गिरने से धुंध जैसा दृश्य बनता है। हुंडरू जलप्रपात (98 मीटर) झारखंड के राँची जिले में सुवर्णरेखा नदी पर स्थित एक प्रसिद्ध दर्शनीय प्रपात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318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97/200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'केन-बेतवा लिंक परियोजना' (Ken-Betwa Link Project)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राष्ट्रीय परिप्रेक्ष्य योजना (NPP) के तहत भारत की पहली औपचारिक रूप से स्वीकृत अंतर-नदी जोड़ो (Inter-Linking of Rivers) परियोजना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परियोजना के तहत केन नदी बेसिन के अधिशेष जल को दौधन बाँध और 221 किमी लंबी नहर के माध्यम से बेतवा नदी में स्थानांतरित किया जाएगा।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परियोजना मुख्य रूप से मध्य प्रदेश और उत्तर प्रदेश के सूखाग्रस्त 'बुंदेलखंड क्षेत्र' को सिंचाई, पेयजल और जलविद्युत प्रदान करेगी।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परियोजना से केवल राजस्थान के मरुस्थलीय जिलों को जल मिलेगा और मध्य प्रदेश को कोई लाभ नहीं होगा।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919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98/200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 परियोजना से केवल राजस्थान के मरुस्थलीय जिलों को जल मिलेगा और मध्य प्रदेश को कोई लाभ नहीं होगा।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राष्ट्रीय परिप्रेक्ष्य योजना (NPP) के तहत भारत की पहली औपचारिक रूप से स्वीकृत अंतर-नदी जोड़ो (Inter-Linking of Rivers) परियोजना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परियोजना के तहत केन नदी बेसिन के अधिशेष जल को दौधन बाँध और 221 किमी लंबी नहर के माध्यम से बेतवा नदी में स्थानांतरित किया जाएगा।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परियोजना मुख्य रूप से मध्य प्रदेश और उत्तर प्रदेश के सूखाग्रस्त 'बुंदेलखंड क्षेत्र' को सिंचाई, पेयजल और जलविद्युत प्रदान करेगी।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केन-बेतवा लिंक परियोजना मध्य प्रदेश और उत्तर प्रदेश के संयुक्त 'बुंदेलखंड क्षेत्र' के 13 जिलों (जैसे पन्ना, टीकमगढ़, छतरपुर, सागर, दमोह, दतिया, बांदा, महोबा, झांसी, ललितपुर आदि) के लिए बनाई गई है; इसका राजस्थान से कोई संबंध नहीं है। विकल्प A, B और C पूर्णतः सत्य हैं। इस परियोजना के तहत पन्ना राष्ट्रीय उद्यान का एक भाग जलमग्न होगा जिसके लिए पर्यावरण एवं वन्यजीव संरक्षण उपाय किए जा रहे हैं। यह परियोजना बुंदेलखंड के लाखों हेक्टेयर क्षेत्र को सिंचाई और 62 लाख लोगों को पेयजल सुरक्षा प्रदान करेगी।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919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98/200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सुंदरबन डेल्टा (Sundarbans Delta) के भौगोलिक लक्षणों के संदर्भ में निम्नलिखित कथनों पर विचार कीजिए: A. सुंदरबन डेल्टा गंगा, ब्रह्मपुत्र और मेघना नदियों द्वारा निर्मित विश्व का सबसे बड़ा और सबसे तेजी से बढ़ने वाला नदी डेल्टा है। B. यह विश्व का सबसे बड़ा मैंग्रोव वन क्षेत्र है और रॉयल बंगाल टाइगर (Royal Bengal Tiger) का प्रसिद्ध प्राकृतिक आवास है। C. यहाँ 'सुंदरी' (Heritiera fomes) नामक मैंग्रोव वृक्षों की प्रचुरता के कारण इसका नाम 'सुंदरबन' पड़ा है। D. सुंदरबन को यूनेस्को (UNESCO) विश्व धरोहर स्थल और रामसर आर्द्रभूमि दोनों का दर्जा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520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99/200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सुंदरबन डेल्टा बंगाल की खाड़ी के शीर्ष पर लगभग 10,000 वर्ग किमी में फैला है (जिसका लगभग 40% भाग भारत के पश्चिम बंगाल में और 60% बांग्लादेश में स्थित है)। यह गंगा-ब्रह्मपुत्र के विशाल जलोढ़ अवसादों से निर्मित सक्रिय डेल्टा है। यहाँ पाई जाने वाली मैंग्रोव वनस्पति में सुंदरी वृक्ष प्रमुख हैं, जिनकी कठोर लकड़ी का उपयोग नाव बनाने में होता है। सुंदरबन राष्ट्रीय उद्यान को 1987 में यूनेस्को प्राकृतिक विश्व धरोहर स्थल तथा 2019 में अंतरराष्ट्रीय महत्व की रामसर आर्द्रभूमि (Ramsar Site) घोषित किया गया। यह ज्वारीय वनों, खारे पानी के मगरमच्छों और रॉयल बंगाल टाइगर के लिए अद्वितीय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520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99/200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नदियों एवं उनके संगम पर बसे ऐतिहासिक/धार्मिक नगरों का सही मिलान कीजिए: सूची-I: सूची-I: A. प्रयागराज (Prayagraj) B. हरिद्वार (Haridwar) C. बद्रीनाथ (Badrinath) D. विजयवाड़ा (Vijayawada) सूची-II: 1. गंगा नदी (पर्वत से मैदान में प्रवेश स्थल) 2. अलकनंदा नदी के तट पर 3. गंगा, यमुना और अदृश्य सरस्वती का त्रिवेणी संगम 4. कृष्णा नदी के तट पर (प्रकाशम बैराज)</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100/200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C-2, D-4 है। प्रयागराज (उत्तर प्रदेश) में गंगा, यमुना और पौराणिक सरस्वती नदियों का पवित्र 'त्रिवेणी संगम' स्थित है जहाँ विश्व प्रसिद्ध कुंभ मेले का आयोजन होता है। हरिद्वार (उत्तराखंड) वह स्थान है जहाँ गंगा नदी हिमालय पर्वतमाला को छोड़कर पहली बार उत्तरी मैदान में प्रवेश करती है। बद्रीनाथ धाम (उत्तराखंड) अलकनंदा नदी के पावन तट पर नर और नारायण पर्वत श्रेणियों के मध्य स्थित है। विजयवाड़ा (आंध्र प्रदेश) कृष्णा नदी के तट पर स्थित एक प्रमुख व्यावसायिक शहर है जहाँ ऐतिहासिक प्रकाशम बैराज निर्मित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सिंचाई के विभिन्न साधनों और उनके तुलनात्मक महत्व के संदर्भ में निम्नलिखित कथनों पर विचार कीजिए: A. भारत में कुल शुद्ध सिंचित क्षेत्रफल में 'कुओं और नलकूपों' (Wells and Tube-wells) का योगदान 60% से अधिक है। B. नहर सिंचाई (Canal Irrigation) देश का दूसरा सबसे बड़ा सिंचाई साधन है जो मुख्य रूप से उत्तर भारत के जलोढ़ मैदानों में प्रचलित है। C. दक्षिण भारत के प्रायद्वीपीय पठार पर कठोर चट्टानी धरातल और अप्रवेश्य संरचना के कारण 'तालाब सिंचाई' (Tank Irrigation) पारंपरिक रूप से अत्यंत महत्वपूर्ण है। D. भारत के सभी राज्यों में नहरों द्वारा सिंचित क्षेत्रफल नलकूपों से सिंचित क्षेत्रफल से हमेशा अधिक रहता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723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भारत में शुद्ध सिंचित क्षेत्र के स्रोतों में नलकूप और कुएँ लगभग 62-64% के साथ प्रथम स्थान पर हैं (विशेषकर उत्तर प्रदेश, पंजाब, हरियाणा, राजस्थान और गुजरात में)। नहरें लगभग 24-26% सिंचित क्षेत्र के साथ दूसरे स्थान पर हैं (गंगा-सतलुज मैदान और तटीय डेल्टाई नहरें)। तालाब सिंचाई लगभग 3-5% के साथ दक्षिण भारत (तमिलनाडु, आंध्र प्रदेश, कर्नाटक) में प्रमुख है जहाँ चट्टानी धरातल के कारण कुएँ खोदना कठिन होता है और प्राकृतिक गड्ढों में वर्षा जल संचयन किया जाता है। कथन D गलत है क्योंकि उत्तर प्रदेश, पंजाब, हरियाणा और राजस्थान जैसे प्रमुख कृषि राज्यों में नलकूपों द्वारा सिंचित क्षेत्रफल नहरों द्वारा सिंचित क्षेत्र से कहीं अधिक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723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101/200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सिंचाई परियोजनाओं के वर्गीकरण एवं उनके कमान क्षेत्र (CCA) का सही मिलान कीजिए: सूची-I: सूची-I: A. वृहद् सिंचाई परियोजना (Major Irrigation Project) B. मध्यम सिंचाई परियोजना (Medium Irrigation Project) C. लघु सिंचाई परियोजना (Minor Irrigation Project) D. सूक्ष्म सिंचाई प्रणाली (Micro-Irrigation System) सूची-II: 1. कमान क्षेत्र 2,000 हेक्टेयर से कम 2. ड्रिप एवं स्प्रिंकलर तकनीक (प्रति बूँद अधिक फसल) 3. कमान क्षेत्र 10,000 हेक्टेयर से अधिक 4. कमान क्षेत्र 2,000 से 10,000 हेक्टेयर के मध्य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324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102/200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B-4, C-1, D-2 है। भारत के जल संसाधन मंत्रालय के अनुसार सिंचाई परियोजनाओं को कृष्य कमान क्षेत्र (Culturable Command Area - CCA) के आधार पर तीन श्रेणियों में बाँटा गया है: 1. वृहद् सिंचाई परियोजनाएँ: जिनका CCA 10,000 हेक्टेयर से अधिक होता है (जैसे भाखड़ा नांगल, हीराकुंड, इंदिरा गांधी नहर); 2. मध्यम सिंचाई परियोजनाएँ: जिनका CCA 2,000 से 10,000 हेक्टेयर के मध्य होता है; 3. लघु सिंचाई परियोजनाएँ: जिनका CCA 2,000 हेक्टेयर या उससे कम होता है (जैसे स्थानीय नलकूप, बावड़ियाँ, कुएँ, छोटे तालाब); 4. सूक्ष्म सिंचाई: आधुनिक जल-दक्ष पद्धतियाँ हैं जिनमें ड्रिप और फव्वारा सिंचाई शामिल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324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102/200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'दामोदर घाटी परियोजना' (Damodar Valley Corporation - DVC) के संदर्भ में निम्नलिखित कथनों पर विचार कीजिए: A. यह 1948 में स्थापित स्वतंत्र भारत की पहली बहुउद्देशीय नदी घाटी परियोजना है। B. यह संयुक्त राज्य अमेरिका की 'टेनेसी वैली अथॉरिटी' (TVA) के मॉडल पर आधारित है। C. तिलैया, मैथन, पंचेत और कोनार बाँध दामोदर और उसकी सहायक बराकर व कोनार नदियों पर बनाए गए हैं। D. यह परियोजना केवल मध्य प्रदेश और महाराष्ट्र राज्यों का एक संयुक्त उपक्रम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925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103/200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दामोदर नदी को पूर्व में अपनी विनाशकारी बाढ़ों के कारण 'बंगाल का शोक' कहा जाता था। 1948 में संसद के अधिनियम द्वारा DVC की स्थापना की गई जो अमेरिका की टेनेसी वैली अथॉरिटी (TVA) की तर्ज पर भारत की प्रथम बहुउद्देशीय नदी घाटी परियोजना बनी। इसके तहत बराकर नदी पर तिलैया व मैथन बाँध, दामोदर नदी पर पंचेत बाँध, तथा कोनार नदी पर कोनार बाँध और दुर्गापुर बैराज बनाए गए जो बाढ़ नियंत्रण, सिंचाई, जलविद्युत और तापविद्युत उत्पादन करते हैं। कथन D गलत है क्योंकि यह परियोजना पश्चिम बंगाल और झारखंड (पूर्ववर्ती बिहार) राज्यों का संयुक्त उपक्रम है, मध्य प्रदेश या महाराष्ट्र का नहीं।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925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103/200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'भाखड़ा-नांगल बहुउद्देशीय परियोजना' के संबंध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सतलुज नदी पर पंजाब, हरियाणा और राजस्थान राज्यों की एक विशाल संयुक्त परियोजना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भाखड़ा बाँध हिमाचल प्रदेश के बिलासपुर में स्थित विश्व के सबसे ऊँचे सीधे गुरुत्वीय बाँधों (Gravity Dams) में से एक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भाखड़ा बाँध के पीछे बने विशाल जलाशय को 'गोविंद सागर' (Govind Sagar) कहा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नांगल बाँध नर्मदा नदी पर गुजरात के भरूच जिले में स्थित एक तटबंध बाँध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104/200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नांगल बाँध नर्मदा नदी पर गुजरात के भरूच जिले में स्थित एक तटबंध बाँध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सतलुज नदी पर पंजाब, हरियाणा और राजस्थान राज्यों की एक विशाल संयुक्त परियोजना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भाखड़ा बाँध हिमाचल प्रदेश के बिलासपुर में स्थित विश्व के सबसे ऊँचे सीधे गुरुत्वीय बाँधों (Gravity Dams) में से एक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भाखड़ा बाँध के पीछे बने विशाल जलाशय को 'गोविंद सागर' (Govind Sagar) कहा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नांगल बाँध नर्मदा नदी पर नहीं, बल्कि भाखड़ा बाँध से लगभग 13 किमी नीचे की ओर पंजाब के रोपड़ (रूपनगर) जिले में 'सतलुज नदी' पर ही स्थित एक बैराज/बाँध है, जहाँ से नांगल हाइडल चैनल और भाखड़ा मुख्य नहर निकाली गई हैं। विकल्प A सही है क्योंकि यह पंजाब, हरियाणा और राजस्थान की संयुक्त परियोजना है। विकल्प B सही है क्योंकि भाखड़ा बाँध कंक्रीट से निर्मित 226 मीटर ऊँचा सीधा गुरुत्वीय बाँध है। विकल्प C सही है क्योंकि इसके जलाशय का नाम सिखों के दसवें गुरु श्री गुरु गोविंद सिंह जी के नाम पर 'गोविंद सागर' रखा गया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104/200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'टिहरी बाँध परियोजना' (Tehri Dam Project) के संदर्भ में निम्नलिखित कथनों पर विचार कीजिए: A. टिहरी बाँध उत्तराखंड के गढ़वाल हिमालय में भागीरथी और भिलंगना नदियों के संगम पर स्थित है। B. यह 260.5 मीटर की ऊँचाई के साथ भारत का सबसे ऊँचा बाँध (Highest Dam) है। C. यह बाँध एक मिट्टी और पत्थर भराव (Earth and Rock-fill) प्रकार का बाँध है। D. यह परियोजना भूकंपीय दृष्टि से अति-संवेदनशील 'जोन-V' (Zone-V) के केंद्रीय भ्रंश क्षेत्र में स्थित होने के कारण पर्यावरणीय विवादों में रही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127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105/200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टिहरी बाँध (स्वामी रामतीर्थ सागर जलाशय) भागीरथी और भिलंगना के संगम (गणेश प्रयाग) पर निर्मित 260.5 मीटर ऊँचा रॉक-फिल बाँध है जो भारत का सर्वोच्च बाँध है। इसकी कुल विद्युत क्षमता 2,400 मेगावाट (टिहरी डैम, टिहरी पंप स्टोरेज प्लांट और कोटेश्वर डैम) है। सुंदरलाल बहुगुणा के नेतृत्व में 'टिहरी बाँध विरोधी आंदोलन' चला था क्योंकि यह उच्च भूकंपीय सक्रियता वाले 'सेंट्रल हिमालयन सीस्मिक गैप' (जोन-5) में स्थित है जहाँ भविष्य में बड़े भूकंप की आशंका रहती है। इसके बावजूद आधुनिकतम भूकंपरोधी तकनीक से इसका निर्माण पूरा किया गया।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127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105/200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'हीराकुंड बाँध परियोजना' (Hirakud Dam Project) के संबंध में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ओडिशा में संबलपुर के पास महानदी पर निर्मित भारत का सबसे लंबा बाँध (मुख्य बाँध 4.8 किमी, तटबंधों सहित 25.8 किमी)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बाँध ओडिशा के तटीय मैदानों में बाढ़ नियंत्रण के साथ-साथ कटक और पुरी जिलों को सिंचाई जल प्रदान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जलाशय के दोनों किनारों पर 'गांधी मीनार' और 'नेहरू मीनार' नामक दो वॉच टावर स्थित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729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106/200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ओडिशा में संबलपुर के पास महानदी पर निर्मित भारत का सबसे लंबा बाँध (मुख्य बाँध 4.8 किमी, तटबंधों सहित 25.8 किमी)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बाँध ओडिशा के तटीय मैदानों में बाढ़ नियंत्रण के साथ-साथ कटक और पुरी जिलों को सिंचाई जल प्रदान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जलाशय के दोनों किनारों पर 'गांधी मीनार' और 'नेहरू मीनार' नामक दो वॉच टावर स्थित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सही है। हीराकुंड परियोजना 1957 में महानदी पर शुरू की गई स्वतंत्र भारत की प्रारंभिक प्रमुख नदी घाटी परियोजनाओं में से एक है। मुख्य मिट्टी और कंक्रीट बाँध की लंबाई 4.8 किमी है और दोनों ओर के तटबंधों (Dykes) को मिलाकर कुल लंबाई 25.8 किमी हो जाती है, जो इसे विश्व के सबसे लंबे बाँधों में शामिल करती है। यह महानदी की विनाशकारी बाढ़ से ओडिशा के डेल्टा क्षेत्र को बचाती है तथा 7.5 लाख हेक्टेयर से अधिक भूमि की सिंचाई और जलविद्युत उत्पादन करती है। जलाशय के दोनों सिरों पर गांधी मीनार और नेहरू मीनार दर्शनीय स्थल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729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106/200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'सरदार सरोवर परियोजना' (Sardar Sarovar Project) के संदर्भ में निम्नलिखित कथनों पर विचार कीजिए: A. यह बाँध गुजरात के नर्मदा जिले में केवड़िया (एकता नगर) के पास नर्मदा नदी पर स्थित है। B. यह परियोजना चार राज्यों- गुजरात, मध्य प्रदेश, महाराष्ट्र और राजस्थान की एक अंतर्राज्यीय बहुउद्देशीय परियोजना है। C. इस परियोजना से निकलने वाली 458 किमी लंबी नर्मदा मुख्य नहर द्वारा राजस्थान के बाड़मेर और जालौर जिलों में जल पहुँचाया जाता है। D. राजस्थान में नर्मदा नहर प्रणाली में पूरे कमान क्षेत्र के लिए 'स्प्रिंकलर/ड्रिप' (सूक्ष्म सिंचाई) को अनिवार्य बनाया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330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107/200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सरदार सरोवर बाँध नर्मदा घाटी विकास परियोजना का सबसे बड़ा बाँध है। उत्पादित जलविद्युत में मध्य प्रदेश का 57%, महाराष्ट्र का 27% और गुजरात का 16% हिस्सा है। राजस्थान को इस परियोजना से 0.50 MAF जल आवंटित है। सरदार सरोवर की मुख्य नहर से राजस्थान के सांचौर (जालौर) और बाड़मेर के अत्यंत शुष्क रेगिस्तानी क्षेत्रों को सिंचाई जल मिलता है। भारत में पहली बार राजस्थान सरकार ने नर्मदा नहर परियोजना में पानी की बर्बादी रोकने के लिए फव्वारा (Sprinkler) सिंचाई प्रणाली को किसानों के लिए 100% अनिवार्य किया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330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107/200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नदी घाटी परियोजनाओं एवं संबंधित नदियों का सही मिलान कीजिए: सूची-I: सूची-I: A. नागार्जुन सागर परियोजना (Nagarjuna Sagar) B. पोचमपाद / श्रीराम सागर परियोजना (Pochampad) C. मेट्टूर परियोजना (Mettur Project) D. रिहंद परियोजना (Rihand Project) सूची-II: 1. गोदावरी नदी (तेलंगाना) 2. कावेरी नदी (तमिलनाडु) 3. कृष्णा नदी (आंध्र प्रदेश/तेलंगाना) 4. सोन की सहायक रिहंद नदी (उत्तर प्रदेश)</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108/200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C-2, D-4 है। नागार्जुन सागर बाँध कृष्णा नदी पर नलगोंडा (तेलंगाना) और गुंटूर (आंध्र प्रदेश) की सीमा पर निर्मित एक विशाल चिनाई बाँध (Masonry Dam) है। श्रीराम सागर परियोजना (पोचमपाद) तेलंगाना के निजामाबाद जिले में गोदावरी नदी पर स्थित एक प्रमुख बहुउद्देशीय बाँध है। मेट्टूर बाँध तमिलनाडु में कावेरी नदी पर स्थित राज्य का सबसे बड़ा जलाशय (स्टेनली जलाशय) है। रिहंद परियोजना उत्तर प्रदेश के सोनभद्र जिले में रिहंद (रेणुका) नदी पर स्थित है, जिसका जलाशय 'गोविंद वल्लभ पंत सागर' कहलाता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108/200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'इंदिरा गांधी नहर परियोजना' (IGNP / राजस्थान नहर) के संदर्भ में निम्नलिखित कथनों पर विचार कीजिए: A. यह नहर पंजाब में सतलुज और ब्यास नदियों के संगम पर स्थित 'हरिके बैराज' (Harike Barrage) से निकाली गई है। B. यह विश्व की सबसे बड़ी और लंबी सिंचाई नहर प्रणालियों में से एक है जो थार मरुस्थल की 'मरुगंगा' कहलाती है। C. राजस्थान में इस नहर के मुख्य प्रवाह से बायीं ओर लिफ्ट नहरें (Lift Canals) तथा दायीं ओर शाखा नहरें निकाली गई हैं क्योंकि पूर्व की ओर भूमि का ढाल ऊँचा है। D. यह नहर केवल पंजाब और हरियाणा में सिंचाई करती है तथा राजस्थान में इसका कोई कमान क्षेत्र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532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109/200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इंदिरा गांधी नहर (मूल नाम राजस्थान नहर, जिसकी परिकल्पना 1948 में इंजीनियर कंवर सेन ने की थी) पंजाब के हरिके बैराज से निकलती है। इसमें 204 किमी लंबी राजस्थान फीडर नहर और 445 किमी लंबी मुख्य नहर शामिल है। थार मरुस्थल का प्राकृतिक ढाल पूर्व से पश्चिम की ओर है, अतः नहर के दायीं ओर ढाल के अनुरूप 9 शाखाएं (जैसे रावतसर, सूरतगढ़, अनूपगढ़, पूगल आदि) बनाई गई हैं, जबकि पूर्वी (बाएं) किनारे पर ऊँचे टीलों पर पानी चढ़ाने के लिए 7 प्रमुख लिफ्ट नहरें (जैसे कंवर सेन, पन्नालाल बारूपाल, वीर तेजाजी, जय नारायण व्यास आदि) बनाई गई हैं। कथन D गलत है क्योंकि इसका 90% से अधिक लाभान्वित कमान क्षेत्र पश्चिमी राजस्थान (श्रीगंगानगर, हनुमानगढ़, बीकानेर, जैसलमेर, बाड़मेर, जोधपुर) में स्थित है जिसने मरुस्थल का कायापलट कर दिया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532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109/200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'सूक्ष्म सिंचाई' (Micro-Irrigation: Drip &amp; Sprinkler) तकनीकों के लाभों के संबंध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ड्रिप (टपक) सिंचाई पद्धति में जल सीधे पौधों की जड़ों के पास बूँद-बूँद करके दिया जाता है, जिससे जल उपयोग दक्षता (Water Use Efficiency) 90% से अधिक हो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फव्वारा (Sprinkler) सिंचाई असमतल और रेतीली भूमि के लिए अत्यंत उपयुक्त है जहाँ पारंपरिक प्रवाह सिंचाई संभव नहीं होती।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सूक्ष्म सिंचाई से खरपतवार (Weeds) के विकास में कमी आती है और मृदा क्षारीयता व लवणता का खतरा घटता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सूक्ष्म सिंचाई पद्धतियों में पारंपरिक सिंचाई की तुलना में 500% अधिक पानी और अत्यधिक शारीरिक श्रम की आवश्यकता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3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110/200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सूक्ष्म सिंचाई पद्धतियों में पारंपरिक सिंचाई की तुलना में 500% अधिक पानी और अत्यधिक शारीरिक श्रम की आवश्यकता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ड्रिप (टपक) सिंचाई पद्धति में जल सीधे पौधों की जड़ों के पास बूँद-बूँद करके दिया जाता है, जिससे जल उपयोग दक्षता (Water Use Efficiency) 90% से अधिक हो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फव्वारा (Sprinkler) सिंचाई असमतल और रेतीली भूमि के लिए अत्यंत उपयुक्त है जहाँ पारंपरिक प्रवाह सिंचाई संभव नहीं होती।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सूक्ष्म सिंचाई से खरपतवार (Weeds) के विकास में कमी आती है और मृदा क्षारीयता व लवणता का खतरा घटता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सूक्ष्म सिंचाई पद्धतियों (Drip &amp; Sprinkler) का सबसे बड़ा लाभ यह है कि यह पारंपरिक बाढ़/प्रवाह सिंचाई (Flood Irrigation) की तुलना में 40% से 70% तक पानी की बचत करती हैं और अत्यधिक स्वचालित होने के कारण श्रम लागत को भी कम करती हैं। विकल्प A सही है क्योंकि ड्रिप सिंचाई वाष्पीकरण और रिसाव को न्यूनतम कर सीधे जड़ क्षेत्र (Root Zone) में पानी देती है। विकल्प B सही है क्योंकि स्प्रिंकलर वर्षा की तरह फुहारें करता है जो असमतल, ढालू व बालूदार भूमि के लिए आदर्श है। विकल्प C सही है क्योंकि सीमित गीले क्षेत्र के कारण अवांछित खरपतवार नहीं पनपते और जलभराव (Waterlogging) न होने से लवणीकरण रुकता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3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110/200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कृषि में 'फर्टिगेशन' (Fertigation) तकनीक के अनुप्रयोग के संदर्भ में निम्नलिखित कथनों पर विचार कीजिए: A. फर्टिगेशन वह आधुनिक कृषि तकनीक है जिसमें जल में घुलनशील उर्वरकों (Water-soluble Fertilizers) को सीधे सिंचाई जल (विशेषकर ड्रिप सिस्टम) के साथ मिलाकर दिया जाता है। B. इस विधि से पोषक तत्वों की उपयोग दक्षता (Nutrient Use Efficiency) में 25% से 40% तक की वृद्धि होती है। C. फर्टिगेशन से लीचिंग (निक्षालन) और वाष्पीकरण के कारण होने वाले उर्वरक नुकसान में भारी कमी आती है तथा भूजल प्रदूषण घटता है। D. फर्टिगेशन केवल यूरिया के साथ संभव है और फास्फोरस या पोटाश का प्रयोग इस विधि से कभी नहीं किया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735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111/200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फर्टिगेशन (Fertilizer + Irrigation) ड्रिप सिंचाई के माध्यम से पौधों को उनकी वृद्धि अवस्था के अनुसार सटीक मात्रा में तरल पोषक तत्व देने की वैज्ञानिक विधि है। इससे उर्वरक सीधे जड़ों में पहुँचते हैं जिससे 30-40% उर्वरक की बचत होती है और वर्षा/अत्यधिक पानी से बहकर भूजल में नाइट्रेट प्रदूषण का खतरा कम होता है। कथन D गलत है क्योंकि फर्टिगेशन में केवल नाइट्रोजन (यूरिया) ही नहीं, बल्कि पूरी तरह घुलनशील फास्फोरस (जैसे MAP/MKP), पोटैशियम (जैसे पोटेशियम नाइट्रेट, सल्फेट ऑफ पोटाश) और सूक्ष्म पोषक तत्वों (जिंक, बोरॉन, आयरन आदि) का भी सफलता पूर्वक प्रयोग किया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735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111/200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'प्रधानमंत्री कृषि सिंचाई योजना' (PMKSY) के मुख्य घटकों में निम्नलिखित में से कौन-सा शामिल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त्वरित सिंचाई लाभ कार्यक्रम (AIBP) - अधूरी पड़ी बड़ी व मध्यम सिंचाई परियोजनाओं को समयबद्ध पूरा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हर खेत को पानी (HKKP) - नए जल स्रोतों का निर्माण एवं लघु सिंचाई/भूजल विकास।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 बूँद अधिक फसल (Per Drop More Crop) - सूक्ष्म सिंचाई (ड्रिप व स्प्रिंकलर) को बढ़ावा देना।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के सभी निजी नलकूपों का पूर्णतः राष्ट्रीयकरण कर किसानों से जल कर वसूलना।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112/200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देश के सभी निजी नलकूपों का पूर्णतः राष्ट्रीयकरण कर किसानों से जल कर वसूलना।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त्वरित सिंचाई लाभ कार्यक्रम (AIBP) - अधूरी पड़ी बड़ी व मध्यम सिंचाई परियोजनाओं को समयबद्ध पूरा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हर खेत को पानी (HKKP) - नए जल स्रोतों का निर्माण एवं लघु सिंचाई/भूजल विकास।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 बूँद अधिक फसल (Per Drop More Crop) - सूक्ष्म सिंचाई (ड्रिप व स्प्रिंकलर) को बढ़ावा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और योजना का घटक नहीं है। भारत सरकार द्वारा 2015 में शुरू की गई 'प्रधानमंत्री कृषि सिंचाई योजना' (PMKSY) का विजन 'हर खेत को पानी' और 'पर ड्रॉप मोर क्रॉप' है। इसके चार प्रमुख घटक हैं: 1. AIBP (Accelerated Irrigation Benefit Programme) - बड़ी अधूरी नहर परियोजनाओं को पूरा करना; 2. Har Khet Ko Pani (HKKP) - कमान क्षेत्र विकास, पारंपरिक जल निकायों (तालाब/बावड़ी) का पुनरुद्धार; 3. Per Drop More Crop (PDMC) - ड्रिप/स्प्रिंकलर पर सब्सिडी देकर जल दक्षता बढ़ाना; 4. Watershed Development - वर्षा जल संचयन, मृदा व नमी संरक्षण।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112/200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दक्षिण भारत में 'तालाब सिंचाई' (Tank Irrigation) के अधिक प्रचलित होने के भौगोलिक कारणों के संबंध में निम्नलिखित कथनों पर विचार कीजिए: A. प्रायद्वीपीय पठार की कठोर, क्रिस्टलीय आग्नेय और रूपांतरित चट्टानों में कुएँ और नलकूप खोदना अत्यधिक कठिन और खर्चीला होता है। B. दक्कन की चट्टानें अप्रवेश्य (Impermeable) हैं जिससे वर्षा का जल रिसकर नीचे नहीं जाता और प्राकृतिक अवदाबों में आसानी से एकत्रित हो जाता है। C. प्रायद्वीपीय नदियाँ मौसमी और अनिश्चित हैं, इसलिए वर्षा के जल को बाँधकर शुष्क महीनों के लिए संरक्षित करना अनिवार्य होता है। D. दक्षिण भारत का पठारी भूभाग उबड़-खाबड़ और प्राकृतिक गर्तों (Depressions) से युक्त है जो तालाब निर्माण के लिए अत्यंत अनुकूल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937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113/200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उत्तर भारत के विपरीत, जहाँ मुलायम जलोढ़ मिट्टी में आसानी से नलकूप और नहरें खोदी जा सकती हैं, दक्षिण भारत (तमिलनाडु, आंध्र प्रदेश, कर्नाटक, तेलंगाना) में ग्रेनाइट और नीस चट्टानों की उपस्थिति के कारण भूजल का संचयन सीमित होता है। वहाँ की अप्रवेश्य चट्टानें प्राकृतिक वाटर-प्रूफिंग का कार्य करती हैं, जिससे तालाबों में पानी रिसता नहीं है। इसके अलावा, प्रायद्वीपीय नदियों में केवल 3-4 महीने ही पानी रहता है, अतः ऐतिहासिक काल से ही चोल और काकतीय राजाओं ने चेरुवु/एरी (तालाबों) की विशाल श्रृंखलाएं विकसित की थीं जो आज भी सिंचाई का मुख्य आधार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937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113/200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गोदावरी नदी पर निर्मित विश्व की सबसे बड़ी बहु-स्तरीय लिफ्ट सिंचाई परियोजना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कालेश्वरम लिफ्ट सिंचाई परियोजना (Kaleshwaram Lift Irrigation Project, Telangana)</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सरदार सरोवर परियोजना (गुजरात)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इंदिरा सागर परियोजना (मध्य प्रदेश)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बाणसागर परियोजना (मध्य 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538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114/200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कालेश्वरम लिफ्ट सिंचाई परियोजना (Kaleshwaram Lift Irrigation Project, Telangana)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सरोवर परियोजना (गुजरात)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इंदिरा सागर परियोजना (मध्य प्रदेश)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बाणसागर परियोजना (मध्य 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तेलंगाना सरकार द्वारा गोदावरी नदी पर निर्मित 'कालेश्वरम लिफ्ट सिंचाई परियोजना' (KLIP) विश्व की सबसे बड़ी बहु-स्तरीय (Multi-stage) और बहुउद्देशीय लिफ्ट सिंचाई परियोजना है। इसके तहत गोदावरी नदी के जल को मेदिगड्डा बैराज से उठाकर लगभग 500 मीटर की ऊँचाई तक 7 चरणों में रिवर्स पंपिंग द्वारा लिफ्ट किया जाता है और विशाल नहर व सुरंग तंत्र के माध्यम से तेलंगाना के 13 जिलों के 45 लाख एकड़ क्षेत्र में सिंचाई तथा हैदराबाद को पेयजल आपूर्ति की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538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114/200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फसलों के वर्गीकरण और सस्य ऋतुओं (Cropping Seasons) के संदर्भ में निम्नलिखित कथनों पर विचार कीजिए: A. खरीफ ऋतु का समय सामान्यतः जून-जुलाई (मानसून आगमन) से सितंबर-अक्टूबर (मानसून वापसी) तक होता है। B. रबी ऋतु की फसलें अक्टूबर-नवंबर (शरद ऋतु) में बोई जाती हैं और मार्च-अप्रैल (ग्रीष्म ऋतु के प्रारंभ) में काटी जाती हैं। C. जायद एक अल्पकालिक ग्रीष्मकालीन सस्य ऋतु है जो रबी और खरीफ के मध्य (मार्च से जून) में आती है। D. तरबूज, खरबूजा, खीरा, ककड़ी और चारा फसलें जायद ऋतु की प्रमुख फसलें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140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115/200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भारत में जलवायु और तापमान की भिन्नता के आधार पर तीन प्रमुख कृषि ऋतुएं पाई जाती हैं: 1. खरीफ: दक्षिण-पश्चिम मानसून के साथ बोई जाने वाली फसलें जैसे धान, मक्का, ज्वार, बाजरा, कपास, जूट, मूंगफली और सोयाबीन; 2. रबी: शीतकालीन फसलें जिन्हें बोते समय कम तापमान और पकते समय शुष्क व खिली धूप चाहिए जैसे गेहूँ, जौ, चना, मटर, सरसों और मसूर; 3. जायद: रबी की कटाई के बाद सिंचित भूमियों पर उगाई जाने वाली ग्रीष्मकालीन फसलें जिनमें रसीले फल व सब्जियाँ (तरबूज, ककड़ी, खीरा, करेला) और पशुओं का हरा चारा शामिल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140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115/200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प्रमुख फसलों एवं उनके सबसे बड़े उत्पादक राज्यों (Largest Producing States) का सही मिलान कीजिए: सूची-I: सूची-I: A. चावल (Rice) B. गेहूँ (Wheat) C. गन्ना (Sugarcane) D. कपास (Cotton) सूची-II: 1. उत्तर प्रदेश 2. गुजरात 3. पश्चिम बंगाल 4. उत्तर प्रदेश</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116/200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C-4, D-2 है। भारत में फसलों के उत्पादन के आधिकारिक कृषि आंकड़ों के अनुसार: चावल का सबसे बड़ा उत्पादक राज्य पश्चिम बंगाल है (इसके बाद उत्तर प्रदेश और पंजाब हैं); गेहूँ का सबसे बड़ा उत्पादक राज्य उत्तर प्रदेश है (देश के कुल उत्पादन का 30%+ इसके बाद मध्य प्रदेश और पंजाब हैं); गन्ने का सबसे बड़ा उत्पादक राज्य उत्तर प्रदेश है (इसके बाद महाराष्ट्र का स्थान है); कपास (Cotton) का सबसे बड़ा उत्पादक राज्य गुजरात है (इसके बाद महाराष्ट्र और तेलंगाना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116/200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'चावल की कृषि' (Rice Cultivation) के संबंध में निम्नलिखित कथनों पर विचार कीजिए: A. चावल भारत की सबसे प्रमुख खाद्य फसल है जो देश के कुल फसली क्षेत्र के लगभग एक-चौथाई (25%) भाग पर बोई जाती है। B. चावल के लिए उच्च तापमान (25°C से अधिक), उच्च आर्द्रता और 100 सेमी से अधिक वार्षिक वर्षा की आवश्यकता होती है। C. पंजाब और हरियाणा पारंपरिक चावल उत्पादक क्षेत्र नहीं थे, किंतु हरित क्रांति के बाद नहरी व नलकूप सिंचाई से ये बड़े निर्यातक राज्य बन गए। D. 'एसआरआई विधि' (System of Rice Intensification) धान की खेती की एक ऐसी विधि है जो जल और बीजों की भारी बचत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342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117/200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चावल देश की आधी से अधिक आबादी का मुख्य भोजन है। भारत चीन के बाद विश्व का दूसरा सबसे बड़ा चावल उत्पादक और सबसे बड़ा निर्यातक देश है। यह उष्णकटिबंधीय आर्द्र जलवायु की फसल है जिसे चिकनी दोमट मृदा चाहिए जो पानी रोक सके। पंजाब और हरियाणा में 1970 के दशक में हरित क्रांति के तहत उच्च उर्वरक और नलकूप सिंचाई के दम पर चावल की बंपर पैदावार शुरू हुई। धान सघनीकरण प्रणाली (SRI Method) में नर्सरी में 8-12 दिन के छोटे पौधे एक-एक करके 25x25 सेमी की दूरी पर लगाए जाते हैं तथा खेत में लगातार पानी भरने के बजाय केवल नमी बनाए रखी जाती है, जिससे 30-40% पानी और 80% बीज की बचत होती है और पैदावार बढ़ती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342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117/200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'गेहूँ की कृषि' (Wheat Cultivation) के लिए आवश्यक आदर्श भौगोलिक दशाओं के संदर्भ में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गेहूँ एक रबी फसल है जिसे बोते समय 10°C-15°C तथा पकते और कटते समय 20°C-25°C तापमान तथा खिली धूप की आवश्यकता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लिए 50 से 75 सेमी वार्षिक वर्षा पर्याप्त होती है जो समान रूप से वितरित होनी चाहिए।</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गेहूँ की खेती के लिए जलभराव वाली अत्यंत दलदली अम्लीय मिट्टी सर्वोत्तम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में उत्तर प्रदेश, मध्य प्रदेश और पंजाब गेहूँ के तीन शीर्ष उत्पादक राज्य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943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118/200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गेहूँ की खेती के लिए जलभराव वाली अत्यंत दलदली अम्लीय मिट्टी सर्वोत्तम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गेहूँ एक रबी फसल है जिसे बोते समय 10°C-15°C तथा पकते और कटते समय 20°C-25°C तापमान तथा खिली धूप की आवश्यकता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लिए 50 से 75 सेमी वार्षिक वर्षा पर्याप्त होती है जो समान रूप से वितरित होनी चाहिए।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में उत्तर प्रदेश, मध्य प्रदेश और पंजाब गेहूँ के तीन शीर्ष उत्पादक राज्य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C असत्य है। गेहूँ की खेती के लिए अच्छी जल निकासी वाली उपजाऊ दोमट (Loamy) या चिकनी दोमट जलोढ़ मृदा सबसे उपयुक्त होती है; जलभराव (Waterlogging) और अत्यधिक अम्लीय या दलदली मिट्टी गेहूँ की जड़ों को सड़ा देती है और फसल नष्ट हो जाती है। विकल्प A सही है क्योंकि गेहूँ शीतोष्ण कटिबंधीय पौधा है जिसे पकते समय तेज धूप चाहिए। विकल्प B सही है क्योंकि 50-75 सेमी वर्षा इसके लिए आदर्श है और सिंचाई द्वारा कम वर्षा वाले क्षेत्रों में भी उगाया जा सकता है। विकल्प D सही है क्योंकि कुल उत्पादन में उत्तर प्रदेश प्रथम तथा प्रति हेक्टेयर उत्पादकता (Yield per hectare) में पंजाब देश में अग्रणी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943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118/200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'मोटे अनाज / श्री अन्न' (Nutri-Cereals / Millets) के संदर्भ में निम्नलिखित कथनों पर विचार कीजिए: A. ज्वार, बाजरा और रागी भारत में उगाए जाने वाले तीन मुख्य मोटे अनाज (Millets) हैं। B. ये फसलें अत्यधिक सूखा-सहनशील (Drought Resistant) हैं और कम उपजाऊ व बलुई/पथरीली मृदाओं में भी आसानी से उग सकती हैं। C. राजस्थान भारत में 'बाजरा' (Pearl Millet) का सबसे बड़ा उत्पादक राज्य है। D. महाराष्ट्र 'ज्वार' (Sorghum) का और कर्नाटक 'रागी' (Finger Millet) का भारत में सबसे बड़ा उत्पादक राज्य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544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119/200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भारत सरकार और संयुक्त राष्ट्र द्वारा वर्ष 2023 को 'अंतर्राष्ट्रीय पोषक अनाज वर्ष' (IYM 2023) के रूप में मनाया गया और भारत में मोटे अनाजों को 'श्री अन्न' नाम दिया गया है। ये C4 पादप हैं जो कम पानी, कम उर्वरक और उच्च तापमान में तेजी से बढ़ते हैं। बाजरा शुष्क बलुई मिट्टी में राजस्थान में सबसे अधिक (40%+) होता है। ज्वार प्रायद्वीपीय भारत की प्रमुख वर्षा-पोषित फसल है जिसमें महाराष्ट्र अग्रणी है। रागी लाल व हल्की दोमट मिट्टी में कर्नाटक के पठार पर सर्वाधिक उगाई जाती है और यह कैल्शियम तथा आयरन का सर्वोत्तम स्रोत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544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119/200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प्रमुख दलहनी एवं तिलहनी फसलों तथा उनके शीर्ष उत्पादक राज्यों का सही मिलान कीजिए: सूची-I: सूची-I: A. चना (Gram) B. सोयाबीन (Soybean) C. मूँगफली (Groundnut) D. सरसों / राई (Mustard) सूची-II: 1. गुजरात (काठियावाड़ क्षेत्र) 2. राजस्थान 3. मध्य प्रदेश 4. मध्य प्रदेश / महाराष्ट्र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120/200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B-4, C-1, D-2 है। चना (रबी दलहन) का सबसे बड़ा उत्पादक राज्य मध्य प्रदेश (इसके बाद महाराष्ट्र और राजस्थान) है। सोयाबीन (खरीफ तिलहन व दलहन) का सबसे बड़ा उत्पादक मध्य प्रदेश (भारत का 'सोया स्टेट') और महाराष्ट्र हैं। मूँगफली (खरीफ तिलहन) का सबसे बड़ा उत्पादक राज्य गुजरात (विशेषकर सौराष्ट्र/जूनागढ़) है। राई और सरसों (रबी तिलहन) का देश में 45% से अधिक उत्पादन अकेला राजस्थान करता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120/200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'दालों की कृषि' (Pulses Cultivation) और उनके पारिस्थितिकीय महत्व के संदर्भ में निम्नलिखित कथनों पर विचार कीजिए: A. भारत विश्व में दालों का सबसे बड़ा उत्पादक, सबसे बड़ा उपभोक्ता और सबसे बड़ा आयातक देश है। B. दालें लेग्युमिनस (Leguminous) फसलें हैं, जिनकी जड़ों की ग्रंथियों में उपस्थित राइजोबियम जीवाणु वायुमंडलीय नाइट्रोजन का स्थिरीकरण (Nitrogen Fixation) कर मिट्टी की उर्वरता बढ़ाते हैं। C. 'अरहर' (तुअर) एकमात्र ऐसी प्रमुख दाल है जो वायुमंडलीय नाइट्रोजन का स्थिरीकरण नहीं करती है। D. दालों को शुष्क और अर्ध-शुष्क क्षेत्रों में कम नमी और फसल चक्रण (Crop Rotation) के लिए आदर्श माना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747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121/200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D सही हैं, जबकि कथन C गलत है। भारत विश्व के कुल दलहन उत्पादन का लगभग 25% उत्पादित करता है और शाकाहारी आबादी का प्रमुख प्रोटीन स्रोत होने के कारण 27% उपभोग भी करता है। दालों की जड़ों में राइजोबियम बैक्टीरिया सहजीवी रूप में नाइट्रोजन को नाइट्रेट में बदलकर मिट्टी को प्राकृतिक यूरिया प्रदान करते हैं, जिससे मिट्टी की उर्वरता स्वतः पुनर्जीवित हो जाती है। कथन C गलत है क्योंकि अरहर (Pigeon Pea) भी एक लेग्युमिनस दाल है और यह भी नाइट्रोजन स्थिरीकरण करती है; वास्तव में 'राजमा' (French Bean) एक ऐसी लेग्यूम फसल है जो सामान्यतः राइजोबियम के साथ प्रभावी गांठें नहीं बनाती और इसे नाइट्रोजन उर्वरक की आवश्यकता 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747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121/200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'गन्ना उत्पादन' के संदर्भ में उत्तर भारत बनाम दक्षिण भारत की तुलना के संबंध में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उत्तर भारत में पाला पड़ने के कारण गन्ने की वृद्धि अवधि दक्षिण भारत की तुलना में अधिक होती है तथा चीनी की रिकवरी दर भी अधिक रहती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दक्षिण भारत में उष्णकटिबंधीय समुद्री जलवायु के कारण पाला नहीं पड़ता और गन्ने की पेराई का मौसम (Crushing Season) लंबा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हाल के दशकों में चीनी मिलों का स्थानांतरण उत्तर भारत से प्रायद्वीपीय भारत (विशेषकर महाराष्ट्र में सहकारी मिलों) की ओर हुआ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348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122/200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उत्तर भारत में पाला पड़ने के कारण गन्ने की वृद्धि अवधि दक्षिण भारत की तुलना में अधिक होती है तथा चीनी की रिकवरी दर भी अधिक रहती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दक्षिण भारत में उष्णकटिबंधीय समुद्री जलवायु के कारण पाला नहीं पड़ता और गन्ने की पेराई का मौसम (Crushing Season) लंबा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हाल के दशकों में चीनी मिलों का स्थानांतरण उत्तर भारत से प्रायद्वीपीय भारत (विशेषकर महाराष्ट्र में सहकारी मिलों) की ओर हुआ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सही है। भारत में गन्ने का उत्पादन मुख्यतः उत्तर भारत और प्रायद्वीपीय भारत में होता है। उत्तर भारत में उत्तर प्रदेश गन्ने के क्षेत्रफल और कुल उत्पादन की दृष्टि से प्रमुख राज्य है, लेकिन यहाँ सर्दियों में अत्यधिक ठंड तथा पाले और गर्मियों में तेज लू जैसी जलवायु परिस्थितियाँ गन्ने की वृद्धि को प्रभावित करती हैं। इसके विपरीत, दक्षिण भारत में उष्णकटिबंधीय एवं समुद्री प्रभाव वाली अपेक्षाकृत समकारी जलवायु गन्ने की वृद्धि के लिए अधिक अनुकूल होती है। यहाँ पाले की समस्या लगभग नहीं होती, जिससे गन्ने की वृद्धि अवधि तथा चीनी मिलों का पेराई मौसम (Crushing Season) अपेक्षाकृत लंबा रहता है। दक्षिण भारत, विशेषकर महाराष्ट्र, में प्रति हेक्टेयर गन्ने की उत्पादकता और चीनी की रिकवरी सामान्यतः उत्तर भारत के कई क्षेत्रों की तुलना में बेहतर रही है। इसके अतिरिक्त, पिछले दशकों में चीनी उद्योग का भौगोलिक महत्व उत्तर भारत से बढ़कर प्रायद्वीपीय भारत, विशेषकर महाराष्ट्र और कर्नाटक, की ओर भी हुआ है। महाराष्ट्र में सहकारी क्षेत्र की चीनी मिलों ने इस विकास में महत्वपूर्ण भूमिका निभाई है। अतः B और C दोनों सही हैं तथा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348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122/200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गन्ने के प्रमुख उप-उत्पादों (By-products of Sugarcane) और उनके आर्थिक उपयोग के संबंध में निम्नलिखित कथनों पर विचार कीजिए: A. खोई (Bagasse) गन्ने का सूखा रेशेदार अवशेष है जिसका उपयोग चीनी मिलों में ईंधन के रूप में तथा कागज व गत्ता बनाने में किया जाता है। B. शीरा (Molasses) चीनी शोधन के बाद बचा गाढ़ा तरल है जो एथेनॉल, अल्कोहल और डिस्टिलरी उद्योग का प्रमुख कच्चा माल है। C. प्रेस-मड (Press-mud / फिल्टर केक) का उपयोग कार्बनिक खाद (Organic Fertilizer) के रूप में मिट्टी की गुणवत्ता सुधारने में होता है। D. भारत सरकार 'एथेनॉल मिश्रित पेट्रोल' (EBP) कार्यक्रम के तहत शीरे से बने एथेनॉल को पेट्रोल में 20% तक मिलाने का लक्ष्य पूरा कर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949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123/200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चीनी उद्योग एक भार-ह्रास वाला कृषि-आधारित उद्योग है जिसके सभी उप-उत्पाद आर्थिक रूप से अत्यंत मूल्यवान हैं: 1. बगास (खोई) से बिजली (Co-generation) बनाई जाती है और लुगदी/कागज उद्योग में लकड़ी के विकल्प के रूप में प्रयोग होता है; 2. मोलासेस (शीरा) के किण्वन से एथिल अल्कोहल और एथेनॉल बनता है, जो कच्चे तेल के आयात बिल को घटाने और प्रदूषण कम करने के लिए EBP प्रोग्राम में पेट्रोल में 20% मिलाया जा रहा है; 3. प्रेसमड से बायो-कंपोस्ट खाद और मोम निकाला जाता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949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123/200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रेशेदार फसलों (Fibre Crops) एवं उनके भौगोलिक लक्षणों का सही मिलान कीजिए: सूची-I: सूची-I: A. कपास (Cotton) B. जूट (Jute) C. सन / सनई (Sunhemp) D. रेशम (Silk) सूची-II: 1. दक्कन के पठार की काली मिट्टी (रेगुर) तथा 210 पाला-मुक्त दिन 2. शहतूत, ओक और अरंडी के पत्तों पर पाले जाने वाले कीड़े (सेरीकल्चर) 3. हुगली नदी बेसिन की नई जलोढ़ मृदा और स्वच्छ बहता जल (पटसन सड़ाने हेतु) 4. हरी खाद और मजबूत प्राकृतिक रस्सियों के निर्माण हेतु उपयुक्त लेग्यूम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124/200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B-3,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A-1, B-3, C-4, D-2 है। कपास (सफेद सोना) को नमी धारण करने वाली काली मिट्टी, 21-30°C तापमान, 210 पाला-मुक्त दिन और खिली धूप चाहिए। जूट (गोल्डन फाइबर) को उच्च तापमान, 150 सेमी+ वर्षा और रेबटिंग (सड़ाने) के लिए प्रचुर स्वच्छ बहते पानी की आवश्यकता होती है, जो पश्चिम बंगाल के हुगली बेसिन में प्रचुर है। सनई एक बहुउद्देशीय रेशा व हरी खाद की फसल है। रेशम उत्पादन में कर्नाटक (शहतूत रेशम), झारखंड (तसर रेशम), और असम (मूंगा व एरी रेशम - असम मूंगा सिल्क का एकाधिकार रखता है) प्रमुख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124/200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'चाय और कॉफी' के रोपण (Plantation Agriculture) के संदर्भ में निम्नलिखित कथनों पर विचार कीजिए: A. चाय (Camellia sinensis) के लिए 150-250 सेमी समान रूप से वितरित वर्षा, उच्च आर्द्रता तथा ढलवां पहाड़ियों वाली अम्लीय दोमट मृदा आवश्यक है। B. असम की ब्रह्मपुत्र घाटी देश का 50% से अधिक चाय उत्पादित करने वाला सबसे बड़ा चाय उत्पादक क्षेत्र है। C. भारत में कॉफी की दो प्रमुख किस्में- अरेबिका (उच्च गुणवत्ता) और रोबस्टा उगाई जाती हैं, जिनमें कर्नाटक का देश के उत्पादन में 70% से अधिक योगदान है। D. चाय और कॉफी दोनों फसलों की जड़ों में पानी का जमाव (Waterlogging) इनकी वृद्धि के लिए अत्यंत आवश्यक और लाभकारी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152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125/200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चाय और कॉफी दोनों ही रोपण/बागवानी फसलें हैं जो मुख्य रूप से पहाड़ी ढलानों पर उगाई जाती हैं। कथन D गलत है क्योंकि चाय और कॉफी दोनों की जड़ों में पानी का खड़ा होना या जलभराव (Stagnant Water) उनके लिए अत्यंत घातक और हानिकारक होता है, जिससे जड़ें गल जाती हैं; यही कारण है कि इन्हें भारी वर्षा के बावजूद केवल ढलवां पहाड़ियों (जैसे असम, दार्जिलिंग, नीलगिरि, बाबा बुदन हिल्स) पर लगाया जाता है ताकि वर्षा का पानी जड़ों से तुरंत बहकर निकल जाए। कर्नाटक का चिकमगलूर और कोडागु जिला भारत का प्रमुख कॉफी क्षेत्र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152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125/200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'प्राकृतिक रबर' (Natural Rubber) की कृषि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रबर (Hevea brasiliensis) मूलतः दक्षिण अमेरिका के अमेजन बेसिन का एक भूमध्यरेखीय/उष्णकटिबंधीय वृक्ष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लिए 200 सेमी से अधिक भारी वर्षा और 25°C से 35°C का उच्च तापमान आवश्यक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केरल भारत का सबसे बड़ा प्राकृतिक रबर उत्पादक राज्य है जो देश के कुल उत्पादन के 75% से अधिक का योगदान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रबर बोर्ड का मुख्यालय नई दिल्ली में स्थित है और यह पूर्णतः शीतोष्ण शुष्क फसल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753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126/200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रबर बोर्ड का मुख्यालय नई दिल्ली में स्थित है और यह पूर्णतः शीतोष्ण शुष्क फसल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रबर (Hevea brasiliensis) मूलतः दक्षिण अमेरिका के अमेजन बेसिन का एक भूमध्यरेखीय/उष्णकटिबंधीय वृक्ष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लिए 200 सेमी से अधिक भारी वर्षा और 25°C से 35°C का उच्च तापमान आवश्यक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केरल भारत का सबसे बड़ा प्राकृतिक रबर उत्पादक राज्य है जो देश के कुल उत्पादन के 75% से अधिक का योगदान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रबर बोर्ड (Rubber Board) का मुख्यालय 'कोट्टायम' (केरल) में स्थित है (न कि नई दिल्ली में)। साथ ही, रबर कोई शीतोष्ण शुष्क फसल नहीं है बल्कि यह एक विशिष्ट 'उष्णकटिबंधीय नम सदाबहार' (Tropical Humid) रोपण फसल है जिसे पूरे वर्ष उच्च तापमान और भारी वर्षा की आवश्यकता होती है। विकल्प A, B और C पूर्णतः सत्य हैं। भारत विश्व के प्रमुख रबर उत्पादकों में शामिल है और केरल का कोट्टायम, कोल्लम, एर्नाकुलम तथा तमिलनाडु का कन्याकुमारी जिला इसके प्रमुख पारंपरिक उत्पादक क्षेत्र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753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126/200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'मिश्रित कृषि' (Mixed Farming) और 'मिश्रित सस्यन' (Mixed Cropping) के अंतर के संदर्भ में निम्नलिखित कथनों पर विचार कीजिए: A. 'मिश्रित कृषि' (Mixed Farming) में एक ही कृषि जोत पर फसलों के उत्पादन के साथ-साथ पशुपालन (डेयरी, मुर्गीपालन आदि) भी किया जाता है। B. 'मिश्रित सस्यन' (Mixed Cropping) में एक ही खेत में एक साथ बिना किसी निश्चित पंक्ति विन्यास के दो या दो से अधिक फसलें (जैसे गेहूँ + चना या सरसों) बोई जाती हैं। C. मिश्रित सस्यन का मुख्य उद्देश्य एक फसल के नष्ट होने की स्थिति में दूसरी फसल से जोखिम को कम (Risk Minimization) करना है। D. मिश्रित कृषि में फसलों और पशुधन के मध्य पोषक तत्वों का चक्रण होता है जिससे किसानों की आय में स्थिरता आती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354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127/200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सामान्य बोलचाल में लोग मिश्रित कृषि और मिश्रित फसल को एक समझ लेते हैं किंतु भूगोल में इनमें स्पष्ट अंतर है: Mixed Cropping एक फसल उत्पादन तकनीक है जहाँ जोखिम विभाजन के लिए दो बीज मिलाकर एक साथ खेत में छींट दिए जाते हैं (जैसे बाजरा + मोठ); जबकि Mixed Farming एक संपूर्ण कृषि प्रणाली (Farming System) है जहाँ फसल चक्र के साथ मवेशी पालन, डेयरी, मत्स्य पालन आदि को एकीकृत किया जाता है, जिसमें फसलों के अवशेष पशु चारे के रूप में और पशुओं का गोबर जैविक खाद के रूप में प्रयुक्त होता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354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127/200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विभिन्न अंतःफसली एवं रिले कृषि पद्धतियों (Intercropping Systems) का सही मिलान कीजिए: सूची-I: सूची-I: A. पंक्ति अंतःफसली (Row Intercropping) B. पट्टी अंतःफसली (Strip Intercropping) C. रिले / पैरा सस्यन (Relay / Paira Cropping) D. अक्काड़ी सालू (Akkadi Saalu) सूची-II: 1. मुख्य फसल (जैसे धान) की कटाई से 10-15 दिन पहले ही खड़ी फसल में दालों (उड़द/मसूर) के बीज बिखेर देना 2. एक निश्चित अनुपात में फसलों को अलग-अलग पंक्तियों में उगाना (जैसे मक्का + लोबिया) 3. कर्नाटक की पारंपरिक वर्षा-पोषित बहुफसली जैव-विविधता कृषि पद्धति 4. खेत में चौड़ी पट्टियों के रूप में दो अलग-अलग फसलों को समानांतर उगाना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128/200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B-4, C-1, D-3 है। पंक्ति अंतःसस्यन में मुख्य फसल और सह-फसल की निश्चित पंक्तियाँ (जैसे 2:1 या 3:1) होती हैं। पट्टी अंतःसस्यन में फसलें चौड़ी पट्टियों में लगाई जाती हैं ताकि मशीनों का प्रयोग स्वतंत्र रूप से हो सके। रिले सस्यन (जैसे बिहार व बंगाल में पैरा और छत्तीसगढ़ में उतेरा) में पहली फसल कटने से पहले ही दूसरी फसल बो दी जाती है ताकि मिट्टी की अवशिष्ट नमी का पूरा उपयोग हो सके और बिना जुताई के दालें उग जाएं। अक्काड़ी सालू कर्नाटक की पारंपरिक प्राकृतिक पद्धति है जिसमें 9 या अधिक विविध फसलें एक साथ लगाकर कीट नियंत्रण और मृदा स्वास्थ्य सुधारा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128/200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विभिन्न राज्यों में 'स्थानांतरीय कृषि' (Shifting Cultivation / झूम कृषि) के स्थानीय नामों का सही मिलान कीजिए: सूची-I: सूची-I: A. झूम (Jhum) B. बेवर या दहिया (Bewar / Dahiya) C. पोडू या पेंडा (Podu / Penda) D. कुमारी (Kumari) सूची-II: 1. मध्य प्रदेश (बैगा व अन्य जनजातियाँ) 2. पश्चिमी घाट के पहाड़ी ढलान (केरल/कर्नाटक) 3. उत्तर-पूर्वी भारत (असम, मेघालय, नागालैंड) 4. आंध्र प्रदेश एवं ओडिशा</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557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129/200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C-4, D-2 है। स्थानांतरीय कृषि (Slash and Burn Agriculture / कर्तन एवं दहन कृषि) के भारत में विभिन्न क्षेत्रीय नाम हैं: 1. झूम (उत्तर-पूर्वी राज्य - असम, मेघालय, नागालैंड, मिजोरम); 2. बेवर या दहिया (मध्य प्रदेश); 3. पोडू या पेंडा (आंध्र प्रदेश); 4. पामा डाबी या कोमन या ब्रिंगा (ओडिशा); 5. कुमारी (पश्चिमी घाट के दक्षिणी ढलान); 6. वालरे या वाल्टरे (दक्षिण-पूर्वी राजस्थान); 7. खील (हिमालयी बेल्ट); 8. कुरुवा (झारखंड); 9. पामलू (मणिपुर); और 10. दीपा (छत्तीसगढ़ का बस्तर जिला एवं अंडमान-निकोबार)।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557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129/200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'न्यूनतम समर्थन मूल्य' (MSP) और 'उचित एवं लाभकारी मूल्य' (FRP) के संदर्भ में निम्नलिखित कथनों पर विचार कीजिए: A. कृषि लागत एवं मूल्य आयोग (CACP) की सिफारिशों के आधार पर आर्थिक मामलों की मंत्रिमंडलीय समिति (CCEA) द्वारा 22 अनिवार्य फसलों हेतु MSP की घोषणा की जाती है। B. गन्ने के लिए MSP के स्थान पर 'उचित और लाभकारी मूल्य' (FRP) घोषित किया जाता है जो चीनी मिलों द्वारा किसानों को देय वैधानिक न्यूनतम मूल्य है। C. MSP की गणना में किसानों की वास्तविक लागत (A2+FL) पर कम से कम 50% लाभ जोड़कर मूल्य तय करने की स्वामीनाथन आयोग की सिफारिश को आधार बनाया गया है। D. MSP कानूनी रूप से बाध्यकारी है और भारत में कोई भी व्यापारी MSP से कम कीमत पर अनाज नहीं खरीद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130/200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CACP वर्ष में दो बार (खरीफ और रबी से पहले) 22 अनिवार्य फसलों (7 अनाज, 5 दालें, 7 तिलहन और 3 वाणिज्यिक फसलें - कपास, जूट, खोपरा) के लिए MSP की सिफारिश करता है तथा गन्ने के लिए आवश्यक वस्तु अधिनियम 1955 के तहत FRP तय किया जाता है। केंद्र सरकार A2+FL (लागत + पारिवारिक श्रम) का 1.5 गुना मूल्य निर्धारित करती है। कथन D गलत है क्योंकि वर्तमान में MSP को कोई वैधानिक/कानूनी अधिकार (Statutory/Legal Guarantee) प्राप्त नहीं है; सरकारी खरीद एजेंसियां (FCI, NAFED) केवल सरकारी केंद्रों पर MSP पर खरीद करती हैं, खुले बाजार में निजी व्यापारियों पर MSP से कम मूल्य पर खरीदने पर कोई कानूनी प्रतिबंध नहीं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130/200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कृषि में 'नीम लेपित यूरिया' (Neem Coated Urea - NCU) के अनिवार्य उपयोग के संबंध में कौन-सा लाभ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नीम का लेप यूरिया के नाइट्रिफिकेशन (Nitrification) की दर को धीमा कर देता है, जिससे मिट्टी में नाइट्रोजन का धीरे-धीरे और दीर्घकालिक विमोचन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इससे लीचिंग और वाष्पीकरण द्वारा नाइट्रोजन की बर्बादी घटती है जिससे 10% यूरिया की बचत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यूरिया के गैर-कृषि औद्योगिक उपयोग (जैसे रासायनिक और प्लाईवुड उद्योगों में अवैध डायवर्जन) को पूरी तरह रोक देता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प्रयोग से फसलों की पैदावार 80% घट जाती है और मिट्टी पूरी तरह बंजर हो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759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131/200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इसके प्रयोग से फसलों की पैदावार 80% घट जाती है और मिट्टी पूरी तरह बंजर हो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नीम का लेप यूरिया के नाइट्रिफिकेशन (Nitrification) की दर को धीमा कर देता है, जिससे मिट्टी में नाइट्रोजन का धीरे-धीरे और दीर्घकालिक विमोचन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इससे लीचिंग और वाष्पीकरण द्वारा नाइट्रोजन की बर्बादी घटती है जिससे 10% यूरिया की बचत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यूरिया के गैर-कृषि औद्योगिक उपयोग (जैसे रासायनिक और प्लाईवुड उद्योगों में अवैध डायवर्जन) को पूरी तरह रोक देता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नीम कोटेड यूरिया के प्रयोग से फसलों की पैदावार घटती नहीं बल्कि 10% से 15% तक 'बढ़' जाती है क्योंकि पौधों को लगातार नाइट्रोजन उपलब्ध होती रहती है। विकल्प A, B और C सही हैं। भारत सरकार ने 2015 में देश में उत्पादित और आयातित 100% यूरिया को नीम-लेपित करना अनिवार्य कर दिया था। नीम के तेल में प्राकृतिक कीटनाशक और निरोधी गुण होते हैं जो भूमिगत कीटों से रक्षा करते हैं और इसके कड़वेपन के कारण औद्योगिक इकाइयां इसका दुरुपयोग नहीं कर पाती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759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131/200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पहले नैनो उर्वरक 'तरल नैनो यूरिया' (Nano Urea Liquid) के संदर्भ में निम्नलिखित कथनों पर विचार कीजिए: A. नैनो यूरिया का विकास भारतीय कृषक उर्वरक सहकारी लिमिटेड (इफको - IFFCO) द्वारा अपने कलोल (गुजरात) अनुसंधान केंद्र में किया गया है। B. नैनो यूरिया की 500 मिली की एक बोतल पारंपरिक दानेदार यूरिया की एक 45 किग्रा की बोरी के बराबर प्रभावी परिणाम देती है। C. नैनो यूरिया को मिट्टी में डालने के बजाय सीधे पौधों की पत्तियों पर पर्णीय छिड़काव (Foliar Spray) के रूप में प्रयोग किया जाता है। D. नैनो यूरिया पारंपरिक यूरिया की तुलना में 80% से अधिक पोषक तत्व अवशोषण दक्षता (Nutrient Use Efficiency) प्रदान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132/200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IFFCO द्वारा विकसित नैनो यूरिया जैव-प्रौद्योगिकी व नैनो-तकनीक का एक क्रांतिकारी उत्पाद है। पारम्परिक दानेदार यूरिया की दक्षता मात्र 30-35% होती है और बाकी 65% मिट्टी व पानी में बहकर पर्यावरण को प्रदूषित करती है। नैनो यूरिया के 20-50 नैनोमीटर आकार के कण पत्तियों के स्टोमेटा (रंध्रों) द्वारा सीधे अवशोषित होते हैं जिससे इसकी उपयोग दक्षता 80% से अधिक होती है। यह परिवहन व भंडारण लागत को घटाता है और सब्सिडी के बोझ को कम करता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132/200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भू-उपयोग वर्गीकरण (Land Use Categories) एवं उनकी परिभाषाओं का सही मिलान कीजिए: सूची-I: सूची-I: A. चालू परती भूमि (Current Fallow) B. पुरातन परती भूमि (Fallow other than Current Fallow) C. कृषि योग्य व्यर्थ भूमि (Culturable Wasteland) D. बंजर एवं व्यर्थ भूमि (Barren and Wasteland) सूची-II: 1. वह भूमि जो 1 वर्ष से अधिक किंतु 5 वर्ष से कम समय से बिना बोए पड़ी है 2. वह भूमि जो 1 कृषि वर्ष या उससे कम समय के लिए बिना बोए छोड़ी गई है 3. वह भूमि जो 5 वर्ष से अधिक समय से बंजर/खाली पड़ी है जिसे सुधारकर कृषि योग्य बनाया जा सकता है 4. ऊबड़-खाबड़ पहाड़ी, मरुस्थलीय व खड्ड भूमि जिसे वर्तमान तकनीक से कृषि योग्य नहीं बनाया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961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133/200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B-1, C-3, D-4 है। भारत के भू-राजस्व अभिलेखों के अनुसार: 1. Current Fallow: मिट्टी की प्राकृतिक उर्वरता वापस पाने के लिए एक वर्ष या उससे कम समय के लिए खाली छोड़ी गई भूमि; 2. Fallow other than current: 1 से 5 वर्ष तक बिना जुताई के छोड़ी गई भूमि; 3. Culturable Wasteland: 5 वर्ष से अधिक समय से खाली पड़ी भूमि, जिसे रिक्लेमेशन (सुधार तकनीकों) द्वारा दोबारा खेती के अंतर्गत लाया जा सकता है; 4. Barren and Wasteland: चट्टानी, शुष्क रेगिस्तानी और अत्यधिक अपरदित भूमि जहाँ खेती करना तकनीकी व आर्थिक रूप से संभव नहीं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961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133/200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'शस्य गहनता' (Cropping Intensity) की सही संकल्पना और सूत्र निम्नलिखित में से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(सकल बोया गया क्षेत्रफल ÷ शुद्ध बोया गया क्षेत्रफल) × 100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(शुद्ध बोया गया क्षेत्रफल ÷ कुल भौगोलिक क्षेत्रफल) × 100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(सिंचित क्षेत्रफल ÷ कुल बोया गया क्षेत्रफल) × 100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(खाद्यान्न फसलों का क्षेत्रफल ÷ नकदी फसलों का क्षेत्रफल) × 100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563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134/200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(सकल बोया गया क्षेत्रफल ÷ शुद्ध बोया गया क्षेत्रफल) × 100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(शुद्ध बोया गया क्षेत्रफल ÷ कुल भौगोलिक क्षेत्रफल) × 100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(सिंचित क्षेत्रफल ÷ कुल बोया गया क्षेत्रफल) × 100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(खाद्यान्न फसलों का क्षेत्रफल ÷ नकदी फसलों का क्षेत्रफल) × 100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शस्य गहनता (Cropping Intensity) यह दर्शाती है कि एक कृषि वर्ष में शुद्ध बोई गई भूमि का कितनी बार उपयोग किया गया है। इसका गणितीय सूत्र है: शस्य गहनता = (सकल फसली क्षेत्र / Gross Cropped Area ÷ शुद्ध बोया गया क्षेत्र / Net Sown Area) × 100। यदि किसी 100 हेक्टेयर भूमि पर वर्ष में दो बार फसल ली जाती है तो सकल क्षेत्र 200 हेक्टेयर होगा और सस्य गहनता 200% होगी। भारत में उच्च सिंचाई और सघन कृषि के कारण 'पंजाब' (लगभग 190%+) और हरियाणा में सस्य गहनता देश में सर्वाधिक है, जबकि वर्षा-आधारित शुष्क राज्यों (जैसे राजस्थान) में यह अपेक्षाकृत कम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563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134/200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'हरित क्रांति' (Green Revolution) के प्रभाव और घटकों के संदर्भ में निम्नलिखित कथनों पर विचार कीजिए: A. 1960 के दशक के मध्य में उच्च उपज देने वाले बीजों (HYV Seeds - विशेषकर मैक्सिकन गेहूँ और आईआर-8 धान) के उपयोग से हरित क्रांति प्रारंभ हुई। B. डॉ. एम.एस. स्वामीनाथन को 'भारत में हरित क्रांति का जनक' और डॉ. नॉर्मन बोरलॉग को 'विश्व में हरित क्रांति का जनक' कहा जाता है। C. हरित क्रांति का प्रारंभिक लाभ मुख्य रूप से पंजाब, हरियाणा और पश्चिमी उत्तर प्रदेश के सिंचित क्षेत्रों में गेहूँ और चावल तक ही सीमित रहा। D. हरित क्रांति के कारण देश खाद्यान्न उत्पादन में आत्मनिर्भर बना और पीएल-480 (PL-480) के तहत विदेशी आयातों पर निर्भरता समाप्त हुई।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164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135/200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1966-67 में नई कृषि नीति के तहत गहन कृषि क्षेत्र कार्यक्रम (IAAP) लागू हुआ जिसमें रासायनिक उर्वरक, कीटनाशक, सुनिश्चित नहरी/नलकूप सिंचाई और HYV बौने बीजों का पैकेज दिया गया। इसके परिणामस्वरूप भारत में खाद्यान्न (विशेषकर गेहूँ) उत्पादन में चमत्कारी उछाल आया। भारत जो कभी अमेरिका के PL-480 खाद्यान्न सहायता पर निर्भर था, बफर स्टॉक रखने और निर्यात करने में सक्षम हुआ। हालाँकि इसके कुछ क्षेत्रीय असंतुलन, भूजल दोहन और अत्यधिक रसायनों के प्रयोग से मृदा क्षरण जैसी समस्याएं भी उत्पन्न हुईं जिन्हें अब 'सदाबहार क्रांति' (Evergreen Revolution) व जैविक कृषि द्वारा सुधारा जा रहा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164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135/200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बागवानी/मसाला फसलों एवं उनके प्रमुख उत्पादक क्षेत्रों का सही मिलान कीजिए: सूची-I: सूची-I: A. काली मिर्च (Black Pepper) B. केसर (Saffron) C. इलायची (Cardamom) D. हल्दी (Turmeric) सूची-II: 1. जम्मू-कश्मीर (पंपोर, करेवा निक्षेप) 2. केरल का मालाबार तट (मसालों का राजा) 3. तेलंगाना एवं महाराष्ट्र 4. केरल और तमिलनाडु (इलायची पहाड़ियाँ / कार्डमम हिल्स)</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136/200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B-1, C-4, D-3 है। काली मिर्च को 'मसालों का राजा' कहा जाता है और केरल का मालाबार तट इसके उत्पादन का पारंपरिक केंद्र है। केसर (जाफरान) शीतोष्ण जलवायु की फसल है जो भारत में केवल जम्मू-कश्मीर के पुलवामा (पंपोर), बडगाम और किश्तवाड़ के करेवा निक्षेपों में उगाई जाती है (कश्मीरी केसर को जीआई टैग प्राप्त है)। छोटी इलायची 'मसालों की रानी' कहलाती है जो पश्चिमी घाट की इलायची (कार्डमम) पहाड़ियों में केरल, तमिलनाडु और कर्नाटक में पैदा होती है। हल्दी उत्पादन में तेलंगाना (निजामाबाद) और महाराष्ट्र अग्रणी राज्य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136/200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'शून्य बजट प्राकृतिक खेती' (Zero Budget Natural Farming - ZBNF) के चार प्रमुख स्तंभों के संबंध में निम्नलिखित कथनों पर विचार कीजिए: A. 'बीजामृत' (Bijamrita) देशी गाय के गोबर, गोमूत्र और चूने से बना एक जैविक बीज शोधन फॉर्मूला है जो नवजात पौधों को फफूंद व रोगों से बचाता है। B. 'जीवामृत' (Jiwamrita) गाय के गोबर, गोमूत्र, गुड़, बेसन और मेड़ की मिट्टी से बना किण्वित घोल है जो मिट्टी में सूक्ष्मजीवों की संख्या को बढ़ाता है। C. 'आच्छादन' (Mulching) मिट्टी की ऊपरी परत को फसल अवशेषों या पुआल से ढकना है ताकि नमी सुरक्षित रहे और खरपतवार न उगे। D. 'वापसा' (Whapasa) वह स्थिति है जहाँ मिट्टी में जल और वायु के अणु 50:50 के संतुलन में उपस्थित रहते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366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137/200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पद्मश्री सुभाष पालेकर द्वारा विकसित ZBNF कृषि की ऐसी समग्र प्राकृतिक विधि है जिसमें बाजार से किसी भी प्रकार के रासायनिक उर्वरक या कीटनाशक खरीदने की आवश्यकता नहीं होती (शून्य बाह्य लागत)। इसके चार मुख्य घटक हैं: 1. बीजामृत (बीज संस्कार), 2. जीवामृत (मृदा सूक्ष्मजीव उत्प्रेरक - 1 ग्राम देसी गाय के गोबर में करोड़ों लाभदायक बैक्टीरिया होते हैं), 3. आच्छादन (Mulch - मिट्टी का तापमान नियंत्रित करना और वाष्पीकरण रोकना), और 4. वापसा (मृदा वायु-संचार स्थिति - पौधों को तरल जल की नहीं बल्कि जलवाष्प व वायु के संतुलन की आवश्यकता होती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366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137/200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पहला '100% पूर्णतः जैविक राज्य' (Fully Organic State) घोषित होने वाला राज्य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सिक्किम (वर्ष 2016 में घोषित)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हिमाचल प्रदेश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पंजाब</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968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138/200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सिक्किम (वर्ष 2016 में घोषित)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हिमाचल प्रदेश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पंजाब</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वर्ष 2016 में सिक्किम भारत का ही नहीं बल्कि विश्व का पहला 100% पूर्ण जैविक कृषि राज्य (Fully Organic State) बना। सिक्किम ने रासायनिक उर्वरकों और कीटनाशकों की बिक्री व उपयोग पर पूर्ण प्रतिबंध लगाकर राज्य की संपूर्ण 75,000 हेक्टेयर से अधिक कृषि भूमि को जैविक प्रमाणन (Organic Certification) के तहत परिवर्तित किया। इसके लिए सिक्किम को संयुक्त राष्ट्र खाद्य एवं कृषि संगठन (FAO) द्वारा प्रतिष्ठित 'फ्यूचर पॉलिसी अवार्ड' (Future Policy Gold Award) से सम्मानित किया गया था।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968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138/200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'रेशम उद्योग एवं उत्पादन' (Sericulture &amp; Silk Industry) के संबंध में निम्नलिखित कथनों पर विचार कीजिए: A. भारत विश्व का एकमात्र ऐसा देश है जहाँ व्यावसायिक रूप से रेशम की चारों प्रमुख किस्में- शहतूती (Mulberry), तसर (Tasar), एरी (Eri) और मूँगा (Muga) उत्पादित की जाती हैं। B. भारत में कुल रेशम उत्पादन में शहतूती रेशम (Mulberry Silk) का योगदान 70% से अधिक है। C. कर्नाटक भारत का सबसे बड़ा रेशम उत्पादक राज्य है। D. असम का सुनहरा 'मूँगा रेशम' (Muga Silk) विश्व में केवल असम और पूर्वोत्तर में ही उत्पादित होता है और इसे भौगोलिक संकेतक (GI Tag)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569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139/200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भारत चीन के बाद विश्व का दूसरा सबसे बड़ा रेशम उत्पादक और सबसे बड़ा उपभोक्ता देश है। कर्नाटक (रामनगरम रेशम मंडी) शहतूत रेशम का सबसे बड़ा उत्पादक है। झारखंड और ओडिशा तसर रेशम के प्रमुख केंद्र हैं (जनजातीय आजीविका का बड़ा आधार)। मेघालय और असम एरी रेशम (अहिंसा सिल्क - जिसमें प्यूपा को मारे बिना धागा निकालते हैं) बनाते हैं। असम का मूँगा रेशम अपनी प्राकृतिक सुनहरी चमक और अत्यधिक टिकाऊपन के लिए विश्व में अद्वितीय है तथा यह असम की विशिष्ट पहचान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569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139/200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कृषि क्रांतियों (Agricultural Revolutions) एवं उनके संबंधित क्षेत्रों का सही मिलान कीजिए: सूची-I: सूची-I: A. पीली क्रांति (Yellow Revolution) B. नीली क्रांति (Blue Revolution) C. रजत क्रांति (Silver Revolution) D. गोल क्रांति (Round Revolution) सूची-II: 1. अंडा एवं पोल्ट्री उत्पादन 2. आलू उत्पादन 3. तिलहन उत्पादन (विशेषकर सरसों एवं सोयाबीन) 4. मत्स्य / मछली उत्पादन (एक्वाकल्चर)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140/200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B-4, C-1, D-2 है। पीली क्रांति सैम पित्रोदा के नेतृत्व में खाद्य तेलों और तिलहन (सरसों, सूरजमुखी आदि) में आत्मनिर्भरता के लिए शुरू की गई थी। नीली क्रांति डॉ. हीरालाल चौधरी और डॉ. अरुण कृष्णन के नेतृत्व में मछली और जलीय जीवों के उत्पादन को बढ़ावा देने हेतु शुरू हुई। रजत क्रांति भारत में अंडा उत्पादन और पोल्ट्री क्षेत्र को आधुनिक बनाने के लिए चलाई गई थी। गोल क्रांति का संबंध आलू उत्पादन में तीव्र वृद्धि करने से है। अन्य क्रांतियों में श्वेत क्रांति (दुग्ध - डॉ. वर्गीज कुरियन), गुलाबी क्रांति (झींगा/प्याज/औषधियां), और सुनहरी क्रांति (फल/शहद/बागवानी) शामिल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140/200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'तंबाकू की कृषि' (Tobacco Cultivation) के संबंध में निम्नलिखित कथनों पर विचार कीजिए: A. पुर्तगालियों द्वारा 16वीं शताब्दी में भारत में तंबाकू का पौधा लाया गया था। B. भारत में आंध्र प्रदेश (गुंटूर जिला) और गुजरात तंबाकू के दो शीर्ष उत्पादक राज्य हैं। C. वर्जीनिया फ्ल्यू-क्योर्ड (VFC) तंबाकू उच्च गुणवत्ता वाली सिगरेट तंबाकू है जिसका मुख्य उत्पादन आंध्र प्रदेश के तटीय मैदानों में होता है। D. केंद्रीय तंबाकू अनुसंधान संस्थान (CTRI) राजमुंदरी (आंध्र प्रदेश) में स्थित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771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141/200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तंबाकू एक महत्वपूर्ण नकदी/वाणिज्यिक फसल है। भारत विश्व में तंबाकू का दूसरा सबसे बड़ा उत्पादक और निर्यातक है। आंध्र प्रदेश का गुंटूर और प्रकाशम जिला तथा गुजरात का खेड़ा और आणंद (चारोतर क्षेत्र) तंबाकू के सबसे बड़े उत्पादक केंद्र हैं। उच्च श्रेणी की VFC तंबाकू आंध्र प्रदेश की हल्की काली और रेतीली दोमट मृदा में उगाई जाती है और बड़े पैमाने पर विदेशों को निर्यात की जाती है। भारतीय कृषि अनुसंधान परिषद (ICAR) का केंद्रीय तंबाकू अनुसंधान संस्थान (CTRI) राजमुंदरी (आंध्र प्रदेश) में कार्यरत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771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141/200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कृषि अनुसंधान परिषद' (ICAR) द्वारा भारत की मिट्टियों को कितने प्रमुख वर्गों (Major Soil Groups) में विभाजित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 प्रमुख वर्ग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 प्रमुख वर्ग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 प्रमुख वर्ग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 प्रमुख वर्ग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372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142/200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8 प्रमुख वर्ग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 प्रमुख वर्ग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 प्रमुख वर्ग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 प्रमुख वर्ग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भारतीय कृषि अनुसंधान परिषद (ICAR) ने 1953 में स्थापित 'अखिल भारतीय मृदा सर्वेक्षण एवं भूमि उपयोग समिति' के आधार पर भारत की मिट्टियों को 8 प्रमुख समूहों में वर्गीकृत किया है: 1. जलोढ़ मृदा (Alluvial Soil - 43%), 2. काली/रेगुर मृदा (Black Soil - 15%), 3. लाल एवं पीली मृदा (Red &amp; Yellow Soil - 18.5%), 4. लैटेराइट मृदा (Laterite Soil - 3.7%), 5. मरुस्थलीय/शुष्क मृदा (Arid/Desert Soil), 6. लवणीय एवं क्षारीय मृदा (Saline/Alkaline Soil), 7. पीट एवं दलदली मृदा (Peaty/Marshy Soil), और 8. वन एवं पर्वतीय मृदा (Forest/Mountain Soil)।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372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142/200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'काली मृदा' (Black Soil / Regur) के भौतिक एवं रासायनिक गुणों के संबंध में निम्नलिखित कथनों पर विचार कीजिए: A. यह मृदा लावा के अपक्षय से निर्मित है और इसमें नमी धारण करने की असाधारण क्षमता (High Water Retention Capacity) होती है। B. भीगने पर यह अत्यधिक चिपचिपी और फूल जाती है, जबकि सूखने पर इसमें गहरी चौड़ी दरारें पड़ जाती हैं, जिसे 'स्वयं जुताई' (Self-Ploughing) कहते हैं। C. यह लोहा, चूना, कैल्शियम, पोटाश, एल्युमिनियम और मैग्नीशियम कार्बोनेट से समृद्ध होती है। D. इस मृदा में नाइट्रोजन, फास्फोरस और जैविक पदार्थ (ह्यूमस) की प्रचुर अधिकता पाई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974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143/200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काली मृदा (रेगुर) दक्कन के बेसाल्टिक लावा के विखंडन से बनी है और इसका काला रंग टिटैनीफेरस मैग्नेटाइट और यौगिकों के कारण होता है। शुष्क मौसम में इसमें चौड़ी दरारें पड़ने से वायु का संचरण गहराई तक होता है, जिसे स्व-जुताई कहा जाता है। यह कपास, सोयाबीन, ज्वार और गन्ने के लिए सर्वोत्तम है। कथन D गलत है क्योंकि प्रायद्वीपीय भारत की अधिकांश मिट्टियों की तरह काली मृदा में भी नाइट्रोजन, फास्फोरस और कार्बनिक पदार्थ/ह्यूमस (Organic Matter) की स्पष्ट 'कमी' (Deficiency) पाई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974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143/200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मृदाओं एवं उनके प्रमुख पोषक तत्व संतुलन का सही मिलान कीजिए: सूची-I: सूची-I: A. जलोढ़ मृदा (Alluvial Soil) B. काली मृदा (Black Soil) C. लाल मृदा (Red Soil) D. लैटेराइट मृदा (Laterite Soil) सूची-II: 1. पोटाश में धनी, किंतु फास्फोरस व नाइट्रोजन में न्यून 2. फेरिक ऑक्साइड के कारण लाल रंग, नाइट्रोजन व फास्फोरस में न्यून 3. तीव्र निक्षालन (Leaching) से सिलिका रहित, लौह ऑक्साइड व पोटाश में समृद्ध 4. चूना, मैग्नीशिया व एल्युमिना में धनी, नाइट्रोजन व फास्फोरस में न्यून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144/200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B-4,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A-1, B-4, C-2, D-3 है। जलोढ़ मृदा पोटाश और चूने में समृद्ध होती है परंतु फास्फोरस व नाइट्रोजन में कम होती है। काली मृदा में चूना, मैग्नीशियम और एल्युमिना पर्याप्त होता है किंतु नाइट्रोजन व फास्फोरस का अभाव होता है। लाल मृदा में फेरिक ऑक्साइड (लोहे के विसरण) के कारण लाल रंग होता है और यह जलयोजित होने पर पीली दिखती है तथा इसमें नाइट्रोजन, फास्फोरस व ह्यूमस की कमी होती है। लैटेराइट मृदा उच्च तापमान और भारी मानसूनी वर्षा वाले क्षेत्रों में सिलिका और चूने के निक्षालन (Leaching) से बनती है और इसमें लौह ऑक्साइड तथा एल्युमिनियम यौगिक बचे रहते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144/200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'लैटेराइट मृदा' (Laterite Soil) के संबंध में निम्नलिखित कथनों पर विचार कीजिए: A. लैटेराइट शब्द लैटिन भाषा के शब्द 'Later' से बना है जिसका शाब्दिक अर्थ 'ईंट' (Brick) होता है। B. यह मृदा भारी मानसूनी वर्षा वाले उच्च तापमान और उच्च आर्द्रता के क्षेत्रों में तीव्र निक्षालन (Leaching) से विकसित होती है। C. सूखने पर यह पत्थर की तरह अत्यधिक कठोर हो जाती है, इसलिए इसका उपयोग भवन निर्माण की ईंटें बनाने में बड़े पैमाने पर होता है। D. खाद और उर्वरकों के उचित उपयोग से तमिलनाडु, केरल और आंध्र प्रदेश में इस मृदा में काजू (Cashewnut), चाय और कॉफी की अच्छी फसल ली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176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145/200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लैटेराइट मृदा का निर्माण वैकल्पिक शुष्क और आर्द्र मौसम वाले उष्णकटिबंधीय क्षेत्रों में होता है। भारी वर्षा के कारण सिलिका और क्षार घुलकर नीचे की परतों में चले जाते हैं तथा ऊपर आयरन और एल्युमिनियम ऑक्साइड के अवशेष रह जाते हैं। उच्च तापमान के कारण बैक्टीरिया ह्यूमस को तेजी से नष्ट कर देते हैं, जिससे यह कम उपजाऊ होती है। सूखने पर कठोर होने के कारण इसे काटकर मकान बनाने की ईंटें बनाई जाती हैं। पश्चिमी घाट के शिखरों, कर्नाटक, केरल, तमिलनाडु, ओडिशा और मेघालय की पहाड़ियों पर पाई जाने वाली लाल लैटेराइट मृदा में उर्वरक और सिंचाई की सहायता से काजू, चाय, कॉफी और रबर के बागान लगाए जाते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176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145/200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'मृदा अपरदन' (Soil Erosion) के विभिन्न रूपों के सही क्रम (प्रारंभिक से गंभीर अवस्था) का प्रतिनिधित्व कौन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आस्फाल अपरदन (Splash) → परत अपरदन (Sheet) → रिल अपरदन (Rill) → अवनालिका अपरदन (Gully)</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अवनालिका अपरदन → रिल अपरदन → परत अपरदन → आस्फाल अपरदन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 अपरदन → आस्फाल अपरदन → अवनालिका अपरदन → रिल अपरदन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रिल अपरदन → अवनालिका अपरदन → आस्फाल अपरदन → परत अपरदन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777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146/200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आस्फाल अपरदन (Splash) → परत अपरदन (Sheet) → रिल अपरदन (Rill) → अवनालिका अपरदन (Gully)</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अवनालिका अपरदन → रिल अपरदन → परत अपरदन → आस्फाल अपरदन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 अपरदन → आस्फाल अपरदन → अवनालिका अपरदन → रिल अपरदन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रिल अपरदन → अवनालिका अपरदन → आस्फाल अपरदन → परत अपरदन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जल द्वारा मृदा अपरदन का सही क्रमिक विकास इस प्रकार होता है: 1. आस्फाल अपरदन (Splash Erosion): जब वर्षा की बूँदें सीधे नंगी मिट्टी पर गिरती हैं और मिट्टी के कणों को बिखेर देती हैं; 2. परत अपरदन (Sheet Erosion): जब वर्षा का जल समतल ढाल पर एक चादर की तरह बहता है और मिट्टी की सबसे उपजाऊ बारीक ऊपरी परत को बिना दिखे बहा ले जाता है (इसे 'किसान की मौत' भी कहते हैं); 3. रिल अपरदन (Rill Erosion): जब बहता जल मिट्टी में छोटी-छोटी उथली अंगुली जैसी नालियाँ (Rills) बना देता है जिन्हें जुताई द्वारा ठीक किया जा सकता है; 4. अवनालिका अपरदन (Gully Erosion): जब रिल नालियाँ चौड़ी और गहरी (कई मीटर गहरी) हो जाती हैं और बीहड़ों (Ravines) में बदल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777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146/200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'मृदा संरक्षण' (Soil Conservation) की विधियों के संदर्भ में निम्नलिखित कथनों पर विचार कीजिए: A. समोच्च रेखीय जुताई (Contour Ploughing) ढालू भूमि पर समोच्च रेखाओं के समानांतर जुताई कर जल के बहाव को रोकती है। B. सीढ़ीदार खेती (Terrace Farming) पर्वतीय ढलानों पर सीढ़ियाँ बनाकर मृदा अपरदन को नियंत्रित करती है। C. रक्षक मेखला (Shelterbelts / Windbreaks) शुष्क और तटीय क्षेत्रों में हवा की गति को धीमा करने के लिए पेड़ों की कतारें लगाकर रेत के टीलों को स्थिर करती है। D. मल्चिंग (Mulching) पौधों के बीच की खाली जमीन को पुआल या कार्बनिक पदार्थों से ढककर नमी संरक्षण करने की विधि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379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147/200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मृदा संरक्षण के लिए विभिन्न भौगोलिक दशाओं में विशिष्ट पद्धतियाँ अपनाई जाती हैं: पहाड़ी क्षेत्रों में सीढ़ीदार खेत (हिमालयी राज्यों में) और समोच्च जुताई जल अपरदन को रोकती है; शुष्क एवं मरुस्थलीय क्षेत्रों (जैसे पश्चिमी राजस्थान) में 'रक्षक मेखला' (पेड़ों और झाड़ियों की लंबी कतारें) वायु अपरदन को रोककर रेत के टीलों के फैलाव को नियंत्रित करती है; स्ट्रिप क्रॉपिंग (पट्टिका सस्यन) में फसलों के बीच घास की पट्टियां छोड़ी जाती हैं; मल्चिंग द्वारा मृदा नमी का वाष्पीकरण रुकता है और जैविक सुधार होता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379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147/200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पंजाब, हरियाणा और पश्चिमी उत्तर प्रदेश के सिंचित क्षेत्रों में भूमि के 'लवणीकरण' (Salinization) और 'क्षारीयकरण' का मुख्य कारण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अत्यधिक और अनियंत्रित नहरी सिंचाई तथा जलभराव (Waterlogging) जिसके कारण केशिकत्व (Capillary Action) द्वारा लवण सतह पर आ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इन क्षेत्रों में वर्ष भर भारी वर्षा और बाढ़ का आना।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इन क्षेत्रों में वनों की अत्यधिक सघनता।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समुद्र का पानी सीधे इन राज्यों के खेतों में प्रवेश कर 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148/200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अत्यधिक और अनियंत्रित नहरी सिंचाई तथा जलभराव (Waterlogging) जिसके कारण केशिकत्व (Capillary Action) द्वारा लवण सतह पर आ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इन क्षेत्रों में वर्ष भर भारी वर्षा और बाढ़ का आना।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इन क्षेत्रों में वनों की अत्यधिक सघनता।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समुद्र का पानी सीधे इन राज्यों के खेतों में प्रवेश कर 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हरित क्रांति के क्षेत्रों (पंजाब, हरियाणा, पश्चिमी यूपी) में नहरी जल की उपलब्धता के कारण किसानों ने फसलों (जैसे धान और गेहूँ) में अत्यधिक और अनियंत्रित पानी भरा। जल निकासी की उचित व्यवस्था न होने से जलभराव (Waterlogging) हो गया और भूमिगत जल स्तर ऊपर उठ गया। तीव्र ग्रीष्मकालीन वाष्पीकरण के कारण केशिका क्रिया (Capillary Action) द्वारा मिट्टी के निचले स्तरों में घुले हुए सोडियम, कैल्शियम और मैग्नीशियम के लवण रिसकर भूमि की ऊपरी सतह पर आ गए और सफेद नमक की परत के रूप में जम गए, जिसे स्थानीय भाषा में 'रेह', 'ऊसर' या 'कल्लड़' कहा जाता है। इससे लाखों हेक्टेयर उपजाऊ भूमि बंजर हो रही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148/200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प्रमुख खनिज पेटियों (Mineral Belts) एवं उनके मुख्य खनिजों का सही मिलान कीजिए: सूची-I: सूची-I: A. उत्तर-पूर्वी प्रायद्वीपीय पेटी (छोटानागपुर) B. दक्षिणी पेटी (कर्नाटक-तमिलनाडु) C. उत्तर-पश्चिमी पेटी (राजस्थान-गुजरात) D. दक्षिण-पश्चिमी पेटी (गोवा-कर्नाटक) सूची-II: 1. ताँबा, सीसा, जस्ता, यूरेनियम, संगमरमर, जिप्सम व पेट्रोलियम 2. कोयला, लौह अयस्क, बॉक्साइट, अभ्रक, क्रोमाइट व यूरेनियम 3. उच्च कोटि का लौह अयस्क (धारवाड़ शैल), सोना व बॉक्साइट 4. लौह अयस्क (कुद्रेमुख/गोवा), मैंगनीज, चूना पत्थर व चीनी मिट्टी</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581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149/200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B-3, C-1, D-4 है। छोटानागपुर पेटी (झारखंड, ओडिशा, प. बंगाल, छत्तीसगढ़) भारत की सबसे समृद्ध खनिज पेटी है जिसमें देश का अधिकांश कोयला और धातुएं पाई जाती हैं। दक्षिणी पेटी (कर्नाटक का धारवाड़ तंत्र, तमिलनाडु) लौह अयस्क (बेल्लारी-होसपेट), सोना (कोलार, हुट्टी) और लिग्नाइट (नेवेली) से समृद्ध है। उत्तर-पश्चिमी पेटी (अरावली व गुजरात) अलौह धातुओं जैसे ताँबा (खेतड़ी), सीसा-जस्ता (जावर), जिप्सम, संगमरमर और अंकलेश्वर-खंभात के तेल क्षेत्रों के लिए प्रसिद्ध है। दक्षिण-पश्चिमी पेटी गोवा और कर्नाटक के तटीय जिलों में उच्च गुणवत्ता वाले लौह अयस्क और मैंगनीज के लिए जानी जाती है जहाँ से मारमुगाओ बंदरगाह द्वारा जापान को निर्यात किया जाता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581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149/200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'लौह अयस्क' (Iron Ore) के प्रकारों और उनके रासायनिक संघटन के संदर्भ में निम्नलिखित कथनों पर विचार कीजिए: A. 'मैग्नेटाइट' (Fe3O4) सर्वोत्तम गुणवत्ता वाला प्राकृतिक लौह अयस्क है जिसमें 70% से अधिक धात्विक लोहा होता है और इसमें उत्कृष्ट चुंबकीय गुण पाए जाते हैं। B. 'हेमेटाइट' (Fe2O3) भारत में औद्योगिक उपयोग की दृष्टि से सबसे महत्वपूर्ण अयस्क है जिसमें 60% से 70% लोहा पाया जाता है और देश के अधिकांश भंडार इसी के हैं। C. 'लिमोनाइट' और 'सिडेराइट' निम्न कोटि के लौह अयस्क हैं जिनमें लोहे का अंश 40% से कम होता है। D. ओडिशा भारत का सबसे बड़ा लौह अयस्क उत्पादक राज्य है, जहाँ क्योंझर, सुंदरगढ़ और मयूरभंज प्रमुख खनन जिले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150/200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भारत विश्व में लौह अयस्क के प्रमुख उत्पादकों में चौथे स्थान पर है। मैग्नेटाइट (काला अयस्क) उच्च चुंबकीय गुणों से युक्त होता है (जैसे कर्नाटक का कुद्रेमुख और सलेम)। हेमेटाइट (लाल अयस्क) भारत के कुल लौह अयस्क भंडारों का लगभग 80% है और यह ओडिशा (बादामपहाड़, जोड़ा), झारखंड (नोआमुंडी, गुआ), छत्तीसगढ़ (बैलाडीला, दल्ली-राजहरा) की धारवाड़ चट्टानों में पाया जाता है। लिमोनाइट (पीला अयस्क) और सिडेराइट (आयरन कार्बोनेट) कम लौह अंश और अशुद्धियों के कारण आर्थिक रूप से कम उपयोगी हैं। ओडिशा वर्तमान में देश के कुल लौह अयस्क उत्पादन के 50% से अधिक का उत्पादन करता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150/200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लौह अयस्क पेटियों (Iron Ore Belts) एवं उनकी प्रमुख खदानों का सही मिलान कीजिए: सूची-I: सूची-I: A. ओडिशा-झारखंड पेटी B. दुर्ग-बस्तर-चंद्रपुर पेटी C. बेल्लारी-चित्रदुर्ग-चिकमगलूर पेटी D. महाराष्ट्र-गोवा पेटी सूची-II: 1. बैलाडीला खदान (Bailadila) 2. कुद्रेमुख एवं बाबा बुदन पहाड़ियाँ (Kudremukh) 3. बादामपहाड़, गुरुमहिसानी एवं नोआमुंडी 4. रत्नागिरि एवं गोवा की खदानें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783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151/200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C-2, D-4 है। 1. ओडिशा-झारखंड पेटी: मयूरभंज जिले में बादामपहाड़ व गुरुमहिसानी तथा झारखंड के पश्चिमी सिंहभूम में नोआमुंडी व गुआ उच्च कोटि के हेमेटाइट अयस्क के मुख्य स्रोत हैं। 2. दुर्ग-बस्तर-चंद्रपुर पेटी: छत्तीसगढ़ के दंतेवाड़ा जिले में बैलाडीला की पहाड़ियाँ (बैल के कूबड़ जैसी) उच्च कोटि के हेमेटाइट के लिए विश्व प्रसिद्ध हैं। 3. बेल्लारी-चित्रदुर्ग-चिकमगलूर-तुमकुर पेटी: कर्नाटक में कुद्रेमुख (घोड़े के मुख जैसी) और संदूर पहाड़ियाँ मैग्नेटाइट और हेमेटाइट का विशाल भंडार हैं। 4. महाराष्ट्र-गोवा पेटी: गोवा और महाराष्ट्र के रत्नागिरि जिले में लौह अयस्क पाया जाता है जिसका मारमुगाओ बंदरगाह से निर्यात किया जाता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783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151/200</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छत्तीसगढ़ के बस्तर/दंतेवाड़ा जिले में स्थित 'बैलाडीला लौह अयस्क खदान' (Bailadila Mine) के संबंध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बैलाडीला खदान में अति-उच्च कोटि का हेमेटाइट लौह अयस्क पाया जाता है जिसमें लोहे की मात्रा 66% से अधिक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 उत्पादित लौह अयस्क का एक बड़ा भाग विशाखापत्तनम बंदरगाह से जापान और दक्षिण कोरिया को निर्यात किया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बैलाडीला खदानों का संचालन राष्ट्रीय खनिज विकास निगम (NMDC) द्वारा किया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बैलाडीला भारत की एकमात्र ऐसी खदान है जहाँ केवल सोने और यूरेनियम का निष्कर्षण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152/200</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बैलाडीला भारत की एकमात्र ऐसी खदान है जहाँ केवल सोने और यूरेनियम का निष्कर्षण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बैलाडीला खदान में अति-उच्च कोटि का हेमेटाइट लौह अयस्क पाया जाता है जिसमें लोहे की मात्रा 66% से अधिक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 उत्पादित लौह अयस्क का एक बड़ा भाग विशाखापत्तनम बंदरगाह से जापान और दक्षिण कोरिया को निर्यात किया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बैलाडीला खदानों का संचालन राष्ट्रीय खनिज विकास निगम (NMDC) द्वारा किया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बैलाडीला भारत की सबसे बड़ी और अत्याधुनिक यंत्रीकृत 'लौह अयस्क खदान' है (न कि सोने या यूरेनियम की)। इसका नाम पहाड़ियों की आकृति बैल के कूबड़ (Hump of an ox / Bail-Dila) जैसी होने के कारण पड़ा है। विकल्प A सही है क्योंकि यहाँ 14 निक्षेपों में विश्व के सर्वोत्तम ग्रेड का हेमेटाइट अयस्क मिलता है। विकल्प B सही है क्योंकि विशाखापत्तनम बंदरगाह से एक समर्पित विशाखापत्तनम-किरंदुल रेलवे लाइन और स्लरी पाइपलाइन द्वारा इसका निर्यात जापान और दक्षिण कोरिया के इस्पात कारखानों को किया जाता है। विकल्प C सही है क्योंकि इसका प्रबंधन सार्वजनिक क्षेत्र की नवरत्न कंपनी NMDC करती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152/200</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कर्नाटक की 'कुद्रेमुख लौह अयस्क खदान' (Kudremukh Mine) के संदर्भ में निम्नलिखित कथनों पर विचार कीजिए: A. कुद्रेमुख पश्चिमी घाट में स्थित कर्नाटक की एक प्रमुख चोटी है जिसका आकार घोड़े के मुख (Horse Face) जैसा है। B. कुद्रेमुख के निक्षेप विश्व के सबसे बड़े ज्ञात लौह अयस्क भंडारों में से एक माने जाते हैं। C. यहाँ से लौह अयस्क को घोल (Slurry) के रूप में पाइपलाइन द्वारा मंगलुरु बंदरगाह तक पहुँचाया जाता था। D. कुद्रेमुख खदान 100% निर्यातोन्मुख (Export-oriented) इकाई के रूप में विकसित की गई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986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153/200</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कर्नाटक के चिकमगलूर जिले में स्थित कुद्रेमुख में मैग्नेटाइट अयस्क के विशाल भंडार हैं। कुद्रेमुख आयरन ओर कंपनी लिमिटेड (KIOCL) ने ईरान को निर्यात के लिए 110 किमी लंबी स्लरी पाइपलाइन बनाई थी जो पहाड़ों को पार कर मंगलुरु बंदरगाह के पास न्यू मंगलुरु पोर्ट तक अयस्क के घोल को ले जाती थी। यह 100% निर्यातोन्मुख परियोजना थी। बाद में कुद्रेमुख राष्ट्रीय उद्यान में स्थित होने और पश्चिमी घाट के समृद्ध वर्षावनों व भद्रा नदी बेसिन के पर्यावरण संरक्षण हेतु सर्वोच्च न्यायालय के आदेश पर यहाँ 2005 में खनन बंद कर दिया गया।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986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153/200</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मैंगनीज और क्रोमाइट उत्पादक क्षेत्रों का सही मिलान कीजिए: सूची-I: सूची-I: A. बालाघाट एवं छिंदवाड़ा (Madhya Pradesh) B. सुंदरगढ़ एवं क्योंझर (Odisha) C. सुकिंदा घाटी (Sukinda Valley, Odisha) D. नागपुर एवं भंडारा (Maharashtra) सूची-II: 1. भारत के 90% से अधिक क्रोमाइट (Chromite) भंडार 2. मध्य प्रदेश की प्रसिद्ध मैंगनीज खदानें (भरवेली खदान) 3. महाराष्ट्र का प्रमुख मैंगनीज उत्पादक क्षेत्र 4. ओडिशा का समृद्ध मैंगनीज बेल्ट</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587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154/200</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B-4, C-1, D-3 है। मैंगनीज का उपयोग मुख्य रूप से इस्पात निर्माण में फेरो-मैंगनीज मिश्र धातु बनाने, ब्लीचिंग पाउडर, कीटनाशकों और सूखी बैटरी में होता है (1 टन इस्पात बनाने में लगभग 10 किग्रा मैंगनीज चाहिए)। मध्य प्रदेश के बालाघाट जिले की भरवेली खदान एशिया की सबसे बड़ी भूमिगत मैंगनीज खदान है। ओडिशा मैंगनीज का अग्रणी उत्पादक है। ओडिशा के जाजपुर जिले में स्थित 'सुकिंदा घाटी' भारत के कुल क्रोमाइट (Chromite) भंडारों और उत्पादन के 90% से अधिक का संकेंद्रण रखती है, जो स्टेनलेस स्टील और दुर्दम्य (Refractory) ईंटों के लिए अनिवार्य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587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154/200</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'बॉक्साइट' (Bauxite) निक्षेपों और एल्युमीनियम उद्योग के संदर्भ में निम्नलिखित कथनों पर विचार कीजिए: A. बॉक्साइट एल्युमीनियम का प्राथमिक अयस्क है जो मुख्य रूप से तृतीयक काल (Tertiary period) के लैटेराइट निक्षेपों में पाया जाता है। B. ओडिशा भारत का सबसे बड़ा बॉक्साइट उत्पादक राज्य है जहाँ कोरापुट जिले की 'पंचपतमली' खदानें देश की सबसे बड़ी बॉक्साइट खदानें हैं। C. मध्य प्रदेश का अमरकंटक पठार, मैकाल पहाड़ियाँ और कटनी-जबलपुर क्षेत्र बॉक्साइट के अन्य समृद्ध स्रोत हैं। D. भारत में बॉक्साइट का खनन केवल राजस्थान के थार मरुस्थल की बालूका पहाड़ियों में ही संभव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188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155/200</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बॉक्साइट जलयोजित एल्युमिनियम ऑक्साइड (Al2O3.2H2O) है जो उष्णकटिबंधीय अपक्षय से लैटेराइट चट्टानों में बनता है। ओडिशा अकेला देश के 50% से अधिक बॉक्साइट का उत्पादन करता है; नाल्को (NALCO) का दामनजोड़ी एल्युमिना रिफाइनरी प्लांट पंचपतमली (कोरापुट) के बॉक्साइट पर आधारित है। अमरकंटक (एमपी) और लोहरदगा (झारखंड) की पाट भूमि भी प्रसिद्ध बॉक्साइट क्षेत्र हैं। कथन D गलत है क्योंकि राजस्थान के मरुस्थल में बॉक्साइट नहीं पाया जाता; बॉक्साइट केवल उन क्षेत्रों में विकसित होता है जहाँ उच्च तापमान और भारी वर्षा से लैटेराइट निर्माण हुआ हो (प्रायद्वीपीय पठारी क्षेत्र)।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188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155/200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ताँबा (Copper) खदानों एवं उनके संबंधित राज्यों का सही मिलान कीजिए: सूची-I: सूची-I: A. मलांजखंड खदान (Malanjkhand) B. खेतड़ी एवं चांदमारी (Khetri) C. मोसाबनी एवं राखा (Mosabani &amp; Rakha) D. खम्मम एवं अग्निगुंडला (Agnigundala) सूची-II: 1. राजस्थान (झुंझुनू जिला) 2. मध्य प्रदेश (बालाघाट जिला) 3. आंध्र प्रदेश 4. झारखंड (पूर्वी सिंहभूम जिला)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156/200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B-1, C-4, D-3 है। ताँबा विद्युत का सुचालक, लचीला और संक्षारण-रोधी होने के कारण इलेक्ट्रॉनिक्स, केबल और जनरेटरों का मुख्य घटक है। मध्य प्रदेश का मलांजखंड भारत का सबसे बड़ा खुला ताँबा खनन परिसर है जो देश के 50% से अधिक ताँबा अयस्क का उत्पादन करता है। राजस्थान का खेतड़ी कॉपर कॉम्प्लेक्स (KCC) अरावली में स्थित भारत का ऐतिहासिक ताँबा उत्पादक क्षेत्र है। झारखंड की सिंहभूम ताँबा पेटी (मोसाबनी, राखा, धोबानी, सुरदा) देश की सबसे पुरानी ताँबा खदानें हैं। आंध्र प्रदेश के अग्निगुंडला में भी ताँबा निक्षेप हैं। भारत में ताँबा खनन पर सार्वजनिक उपक्रम 'हिंदुस्तान कॉपर लिमिटेड' (HCL) का प्रमुख नियंत्रण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156/200</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'सीसा एवं जस्ता' (Lead and Zinc) के उत्पादन के संबंध में निम्नलिखित कथनों पर विचार कीजिए: A. राजस्थान भारत में सीसा और जस्ता अयस्क (गैलेना एवं स्फैलेराइट) का लगभग एकाधिकार (95% से अधिक) रखता है। B. भीलवाड़ा जिले का 'रामपुरा-अगुचा' (Rampura-Agucha) विश्व के सबसे समृद्ध और सबसे बड़े जस्ता-सीसा निक्षेपों में से एक है। C. उदयपुर जिले की 'जावर खदानें' (Zawar Mines) ऐतिहासिक काल से सीसा, जस्ता और चाँदी के निष्कर्षण के लिए प्रसिद्ध हैं। D. सीसा और जस्ता हमेशा अलग-अलग स्वतंत्र चट्टानों में पाए जाते हैं और कभी भी मिश्रित रूप में नहीं मिलते।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391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157/200</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सीसा (Lead) और जस्ता (Zinc) प्रकृति में प्रायः एक साथ मिश्रित सल्फाइड अयस्कों (गैलेना-PbS और स्फैलेराइट-ZnS) के रूप में पाए जाते हैं और इनके साथ सह-उत्पाद के रूप में 'चाँदी' (Silver) भी प्राप्त होती है। राजस्थान में हिंदुस्तान जिंक लिमिटेड (HZL) की रामपुरा-अगुचा (भीलवाड़ा), जावर (उदयपुर), राजपुरा-दरीबा (राजसमंद) और कायड़ (अजमेर) देश की प्रमुख खदानें हैं जो भारत के कुल उत्पादन का लगभग 100% योगदान करती हैं। कथन D गलत है क्योंकि ये जुड़वां खनिज (Twin Minerals) के रूप में एक साथ पाए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391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157/200</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'सोना' (Gold) और 'हीरा' (Diamond) के प्रमुख खनन क्षेत्रों के संदर्भ में कौन-सा युग्म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सोना : हुट्टी एवं कोलार (कर्नाटक) तथा हीरा : पन्ना (मध्य प्रदेश)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सोना : पन्ना (मध्य प्रदेश) तथा हीरा : कोलार (कर्नाटक)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सोना : रानीगंज (पश्चिम बंगाल) तथा हीरा : जादूगोड़ा (झारखंड)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सोना : खेतड़ी (राजस्थान) तथा हीरा : कोडरमा (झारखंड)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99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158/200</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सोना : हुट्टी एवं कोलार (कर्नाटक) तथा हीरा : पन्ना (मध्य प्रदेश)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 : पन्ना (मध्य प्रदेश) तथा हीरा : कोलार (कर्नाटक)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 : रानीगंज (पश्चिम बंगाल) तथा हीरा : जादूगोड़ा (झारखंड)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 : खेतड़ी (राजस्थान) तथा हीरा : कोडरमा (झारखंड)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भारत में प्राथमिक सोने की अधिकांश खदानें कर्नाटक के रायचूर जिले में 'हुट्टी' (Hutti Gold Mines) और कोलार जिले में ऐतिहासिक 'कोलार गोल्ड फील्ड्स' (KGF) में धारवाड़ शैलों के क्वार्ट्ज शिराओं में स्थित हैं (वर्तमान में हुट्टी देश की एकमात्र सक्रिय प्राथमिक स्वर्ण खदान है)। भारत में प्राकृतिक हीरे का देश में 90% से अधिक भंडार और एकमात्र सक्रिय खनन क्षेत्र मध्य प्रदेश का 'पन्ना जिला' (मझगवां किम्बरलाइट पाइप) है, जिसका संचालन राष्ट्रीय खनिज विकास निगम (NMDC) करता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99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158/200</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'अभ्रक' (Mica) के वितरण और गुणों के संदर्भ में निम्नलिखित कथनों पर विचार कीजिए: A. अभ्रक एक अधात्विक खनिज है जिसमें उत्कृष्ट परावैद्युत क्षमता (Dielectric Strength), कम शक्ति ह्रास गुणांक और उच्च ताप प्रतिरोधक गुण होते हैं। B. झारखंड का 'कोडरमा' जिला विश्व प्रसिद्ध 'रूबी अभ्रक' (सफेद मस्कोवाइट) का प्रमुख केंद्र है जिसे भारत की 'अभ्रक राजधानी' कहा जाता है। C. आंध्र प्रदेश का नेल्लोर जिला देश में अभ्रक का एक प्रमुख उत्पादक क्षेत्र है। D. सिंथेटिक प्लास्टिक और पॉलिमर्स के आविष्कार के बावजूद अभ्रक का विश्व बाजार में उपभोग निरंतर बढ़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593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159/200</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अभ्रक (Mica) की परतदार (Foliated) संरचना और अद्वितीय इन्सुलेटिंग (विद्युत कुचालक) गुणों के कारण इसका अनिवार्य उपयोग इलेक्ट्रॉनिक उपकरणों, कैपेसिटर, ट्रांसफॉर्मर और रडार में होता है। भारत विश्व में शीट माइका का प्रमुख उत्पादक रहा है (कोडरमा-गिरिडीह बेल्ट और नेल्लोर बेल्ट)। कथन D गलत है क्योंकि 20वीं सदी के उत्तरार्ध में कृत्रिम प्लास्टिक, सिंथेटिक रेजिन और चीनी मिट्टी के विकल्पों के आने से अंतरराष्ट्रीय बाजार में प्राकृतिक अभ्रक की मांग और इसके निर्यात में भारी गिरावट दर्ज की गई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593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159/200</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अधात्विक खनिजों एवं उनके प्रमुख उत्पादक क्षेत्रों का सही मिलान कीजिए: सूची-I: सूची-I: A. जिप्सम (Gypsum) B. चूना पत्थर (Limestone) C. एस्बेस्टस (Asbestos) D. रॉक फॉस्फेट (Rock Phosphate) सूची-II: 1. राजस्थान (झामर कोटड़ा, उदयपुर) 2. राजस्थान (बीकानेर के जामसर एवं नागौर) 3. आंध्र प्रदेश (कुडप्पा) एवं राजस्थान (पाली/उदयपुर) 4. मध्य प्रदेश, राजस्थान एवं आंध्र प्रदेश (विंध्य एवं कुडप्पा शैल)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160/200</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B-4, C-3, D-1 है। जिप्सम (कैल्शियम सल्फेट) का 90%+ उत्पादन राजस्थान (बीकानेर का जामसर, नागौर, जैसलमेर) में होता है जो सीमेंट और पीओपी के लिए आवश्यक है। चूना पत्थर सीमेंट उद्योग का प्राथमिक कच्चा माल है जो विंध्य और कुडप्पा शैल तंत्र में मध्य प्रदेश, राजस्थान, आंध्र प्रदेश और गुजरात में बड़े पैमाने पर निकाला जाता है। एस्बेस्टस (अग्निरोधक रेशेदार खनिज) आंध्र प्रदेश के कुडप्पा और राजस्थान में मिलता है। रॉक फॉस्फेट (रासायनिक उर्वरक उद्योग का आधार) का सबसे बड़ा उत्पादक राजस्थान का 'झामर कोटड़ा' (उदयपुर)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160/200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'गोंडवाना कोयला' (Gondwana Coal) के संदर्भ में निम्नलिखित कथनों पर विचार कीजिए: A. भारत के कुल कोयला भंडारों और उत्पादन का लगभग 98% भाग गोंडवाना शैल तंत्र में स्थित है। B. गोंडवाना कोयला मुख्य रूप से 'बिटुमिनस' (Bituminous) प्रकार का गैर-कोकिंग और कोकिंग कोयला है जो कार्बोनिफेरस युग (लगभग 25 करोड़ वर्ष पूर्व) में बना था। C. यह कोयला प्रायद्वीपीय भारत की चार प्रमुख नदी घाटियों- दामोदर, सोन, महानदी और गोदावरी में पाया जाता है। D. गोंडवाना कोयले में सल्फर और नमी की मात्रा अत्यधिक अधिक होती है जबकि राख की मात्रा शून्य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796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161/200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गोंडवाना कोयला भारत की ऊर्जा सुरक्षा की रीढ़ है। दामोदर घाटी (झारखंड-बंगाल) में झरिया (भारत का सबसे बड़ा कोकिंग कोल क्षेत्र), रानीगंज (सबसे पुराना), बोकारो और कर्णपुरा स्थित हैं। महानदी घाटी में तालचेर (ओडिशा), सोन घाटी में सिंगरौली (एमपी/यूपी) और गोदावरी घाटी में सिंगरेनी (तेलंगाना) स्थित हैं। कथन D गलत है क्योंकि भारतीय गोंडवाना कोयले में सल्फर (Sulfur) और नमी की मात्रा काफी 'कम' (1% से कम) होती है, परंतु इसमें 'राख की मात्रा' (Ash Content) 15% से 40% तक काफी उच्च होती है, जिसके कारण इसे विदेशी कम-राख वाले कोकिंग कोयले के साथ मिश्रित करना पड़ता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796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161/200</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प्रमुख कोयला क्षेत्रों एवं संबंधित राज्यों का सही मिलान कीजिए: सूची-I: सूची-I: A. झरिया (Jharia) B. रानीगंज (Raniganj) C. तालचेर (Talcher) D. सिंगरेनी (Singareni) सूची-II: 1. तेलंगाना (गोदावरी घाटी) 2. ओडिशा (महानदी घाटी) 3. झारखंड (दामोदर घाटी) 4. पश्चिम बंगाल (दामोदर घाटी)</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397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162/200</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B-4, C-2, D-1 है। झरिया (झारखंड) भारत का सबसे समृद्ध और उच्च गुणवत्ता वाले प्राइम कोकिंग कोल का सबसे बड़ा भंडार है। रानीगंज (पश्चिम बंगाल) 1774 में ईस्ट इंडिया कंपनी द्वारा शुरू किया गया भारत का पहला कोयला खनन क्षेत्र है। तालचेर (ओडिशा के अंगुल जिले में) भारत का विशाल गैर-कोकिंग कोयला भंडार है जो कई बड़े थर्मल पावर प्लांटों को ईंधन देता है। सिंगरेनी (तेलंगाना के भद्राद्री कोठागुडेम जिले में) गोदावरी घाटी में स्थित दक्षिण भारत का सबसे बड़ा और प्रसिद्ध कोयला क्षेत्र है जिसका संचालन SCCL द्वारा किया जाता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397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162/200</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'टर्शियरी कोयला' (Tertiary Coal) एवं 'लिग्नाइट' (Lignite) के संदर्भ में निम्नलिखित कथनों पर विचार कीजिए: A. टर्शियरी कोयला लगभग 5 करोड़ वर्ष पुराना अल्पायु का कोयला है जो असम, मेघालय, अरुणाचल प्रदेश और नागालैंड में पाया जाता है। B. टर्शियरी कोयले में सल्फर (गंधक) की मात्रा बहुत अधिक होती है, जिसके कारण यह धातुकर्म (धमन भट्टी) के लिए उपयुक्त नहीं होता। C. तमिलनाडु का 'नेवेली' (Neyveli, Cuddalore जिला) भारत का सबसे बड़ा लिग्नाइट (भूरा कोयला) उत्पादक क्षेत्र है। D. राजस्थान के बीकानेर (पलाना, बरसिंगसर) और बाड़मेर (कपूरड़ी, जालीपा) में लिग्नाइट आधारित थर्मल पावर स्टेशन कार्यरत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998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163/200</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टर्शियरी कोयला इओसीन से ओलिगोसीन काल का है। असम का माकुम व नजीरा, मेघालय का दारांगिरी व चेरापूंजी, और अरुणाचल का नामचिक-नामफुक इसके मुख्य क्षेत्र हैं; इसमें सल्फर अधिक होने से धुआँ और अम्लीय गैसें निकलती हैं। लिग्नाइट (Brown Coal) निम्न श्रेणी का कोयला है जिसमें 40-55% कार्बन होता है। नेवेली लिग्नाइट कॉर्पोरेशन (NLC) तमिलनाडु में विशाल ओपनकास्ट खानों से लिग्नाइट निकालकर थर्मल पावर बनाता है। राजस्थान के पलाना और बाड़मेर में भी लिग्नाइट के बड़े भंडार हैं जहाँ लिग्नाइट आधारित ताप-विद्युत गृह स्थापित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998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163/200</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पेट्रोलियम अन्वेषण और उत्पादन के इतिहास के संदर्भ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असम का 'डिगबोई' (Digboi) भारत और एशिया का सबसे पुराना सक्रिय तेल क्षेत्र है जहाँ 1901 में पहली रिफाइनरी स्थापित हुई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'मुंबई हाई' (Mumbai High) अरब सागर के महाद्वीपीय मग्नतट पर स्थित भारत का सबसे बड़ा अपतटीय (Offshore) तेल क्षेत्र है जिसे 1974 में खोजा गया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कृष्णा-गोदावरी बेसिन (KG-D6) और बाड़मेर बेसिन (मंगला, भाग्यम, ऐश्वर्या) देश के प्रमुख नए हाइड्रोकार्बन उत्पादक क्षेत्र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164/200</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असम का 'डिगबोई' (Digboi) भारत और एशिया का सबसे पुराना सक्रिय तेल क्षेत्र है जहाँ 1901 में पहली रिफाइनरी स्थापित हुई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'मुंबई हाई' (Mumbai High) अरब सागर के महाद्वीपीय मग्नतट पर स्थित भारत का सबसे बड़ा अपतटीय (Offshore) तेल क्षेत्र है जिसे 1974 में खोजा गया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कृष्णा-गोदावरी बेसिन (KG-D6) और बाड़मेर बेसिन (मंगला, भाग्यम, ऐश्वर्या) देश के प्रमुख नए हाइड्रोकार्बन उत्पादक क्षेत्र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सही है। 1867 में असम के माकुम में भारत में पहला तेल कुआँ खोदा गया था और 1889 में डिगबोई में तेल मिला, जहाँ 1901 में एशिया की पहली रिफाइनरी शुरू हुई। स्वतंत्रता के बाद ओएनजीसी (ONGC) ने 1974 में मुंबई से 176 किमी दूर समुद्र में 'सागर सम्राट' ड्रिलिंग जहाज द्वारा मुंबई हाई की खोज की, जो आज भी देश के घरेलू कच्चे तेल का सबसे बड़ा स्रोत है। राजस्थान का बाड़मेर बेसिन (वेदांता/केयर्न द्वारा संचालित मंगला तेल क्षेत्र) देश के कुल घरेलू कच्चे तेल उत्पादन का लगभग 20-25% उत्पादित करता है। केजी बेसिन में गहरे समुद्र से प्राकृतिक गैस का उत्पादन होता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164/200</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'यूरेनियम' (Uranium) निक्षेपों के संबंध में निम्नलिखित कथनों पर विचार कीजिए: A. झारखंड का सिंहभूम भ्रंश क्षेत्र (Singhbhum Shear Zone) भारत का सबसे प्रमुख यूरेनियम क्षेत्र है जहाँ 'जादूगोड़ा', 'भाटिन' और 'नरवापहाड़' खदानें स्थित हैं। B. आंध्र प्रदेश के कडप्पा जिले में स्थित 'तुम्मलापल्ले' (Tummalapalle) खदान विश्व के सबसे बड़े यूरेनियम भंडारों में से एक मानी जाती है। C. राजस्थान के सीकर जिले में स्थित 'रोहिल' (Rohil) क्षेत्र में यूरेनियम के विशाल नए भंडार खोजे गए हैं। D. भारत में यूरेनियम का संपूर्ण खनन और प्रसंस्करण 'यूरेनियम कॉर्पोरेशन ऑफ इंडिया लिमिटेड' (UCIL) द्वारा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200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165/200</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परमाणु ऊर्जा विभाग (DAE) के अधीन UCIL भारत में यूरेनियम खनन का एकाधिकार रखती है। 1967 में जादुगोड़ा (पूर्वी सिंहभूम, झारखंड) भारत की पहली भूमिगत यूरेनियम खदान बनी। इसके बाद आंध्र प्रदेश के कुडप्पा बेसिन में तुम्मलापल्ले में यूरेनियम की विशाल खोज हुई जहाँ लगभग 1.5 लाख टन से अधिक भंडार का अनुमान है। राजस्थान के सीकर जिले के खंडेला-रोहिल क्षेत्र में भी 12 मिलियन टन से अधिक यूरेनियम अयस्क मिला है जिससे राजस्थान यूरेनियम खनन वाला तीसरा राज्य बनने जा रहा है। मेघालय के डोमियासियाट (वाहखिन) में भी समृद्ध भंडार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200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165/200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'थोरियम' (Thorium) के मुख्य स्रोत 'मोनाजाइट बालू' (Monazite Sands) के संबंध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मोनाजाइट एक फॉस्फेट खनिज है जो थोरियम, यूरेनियम और दुर्लभ मृदा तत्वों (REE / Cerium, Lanthanum) का प्रमुख स्रोत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पास विश्व के कुल थोरियम भंडारों का लगभग 25% से अधिक का संकेंद्रण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मोनाजाइट बालू मुख्य रूप से केरल (पालक्काड, कोल्लम तट), तमिलनाडु, ओडिशा (महानदी डेल्टा) और आंध्र प्रदेश के तटीय प्लेसर निक्षेपों में पाई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मोनाजाइट एक गैर-रेडियोधर्मी खनिज है जिसे सीधे कोयले की तरह साधारण भट्टियों में जलाया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802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166/200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मोनाजाइट एक गैर-रेडियोधर्मी खनिज है जिसे सीधे कोयले की तरह साधारण भट्टियों में जलाया जा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मोनाजाइट एक फॉस्फेट खनिज है जो थोरियम, यूरेनियम और दुर्लभ मृदा तत्वों (REE / Cerium, Lanthanum) का प्रमुख स्रोत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पास विश्व के कुल थोरियम भंडारों का लगभग 25% से अधिक का संकेंद्रण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मोनाजाइट बालू मुख्य रूप से केरल (पालक्काड, कोल्लम तट), तमिलनाडु, ओडिशा (महानदी डेल्टा) और आंध्र प्रदेश के तटीय प्लेसर निक्षेपों में पाई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मोनाजाइट एक अत्यधिक 'रेडियोधर्मी' (Radioactive) खनिज है क्योंकि इसमें 8% से 10% तक थोरियम और सूक्ष्म मात्रा में यूरेनियम उपस्थित होता है; इसे साधारण भट्टियों में नहीं जलाया जा सकता। वास्तव में थोरियम एक उपजाऊ/फर्टाइल (Fertile) पदार्थ है जिसे भारत के तीन-चरणीय परमाणु ऊर्जा कार्यक्रम (Three-Stage Nuclear Power Programme) के तीसरे चरण में 'फास्ट ब्रीडर रिएक्टर' के माध्यम से विखंडनीय यूरेनियम-233 (U-233) में परिवर्तित कर ऊर्जा उत्पादन हेतु उपयोग किया जाएगा। विकल्प A, B और C पूर्णतः सत्य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802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166/200</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'लिथियम' (Lithium / श्वेत स्वर्ण) के निक्षेपों और वैश्विक संदर्भ के संबंध में निम्नलिखित कथनों पर विचार कीजिए: A. लिथियम सबसे हल्की ठोस धातु और विद्युत रासायनिक क्षमता वाली क्षारीय धातु है जो इलेक्ट्रिक वाहनों की लिथियम-आयन बैटरी की रीढ़ है। B. दक्षिण अमेरिका का 'लिथियम त्रिभुज' (Lithium Triangle) बोलीविया, अर्जेंटीना और चिली देशों के साल्ट फ्लैट्स (Salars) में विस्तृत है जहाँ विश्व के 50% से अधिक भंडार हैं। C. भारतीय भूवैज्ञानिक सर्वेक्षण (GSI) ने जम्मू-कश्मीर के रियासी जिले (सलाल-हैमाना क्षेत्र) में 5.9 मिलियन टन लिथियम भंडार का अनुमान लगाया है। D. भारत सरकार ने खनिज सुरक्षा को मजबूत करने के लिए 'खनिज बिदेश इंडिया लिमिटेड' (KABIL) नामक संयुक्त उद्यम स्थापित किया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403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167/200</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लिथियम स्वच्छ ऊर्जा संक्रमण और EV क्रांति का सबसे महत्वपूर्ण 'क्रिटिकल मिनरल' है। दक्षिण अमेरिका का लिथियम ट्रायंगल (सालार डी उयूनी, सालार डी अटाकामा आदि) विश्व का सबसे बड़ा भंडार क्षेत्र है जबकि ऑस्ट्रेलिया सबसे बड़ा खदान उत्पादक है। भारत में जम्मू-कश्मीर के रियासी जिले में 5.9 मिलियन टन लिथियम संसाधन प्रमाणित किए गए हैं। इसके अतिरिक्त कर्नाटक के मांड्या और राजस्थान के डेगाना में भी संकेत मिले हैं। विदेशों से लिथियम, कोबाल्ट जैसी रणनीतिक संपत्तियों के अधिग्रहण के लिए NALCO, HCL और MECL ने मिलकर 'KABIL' कंपनी बनाई है जिसने हाल ही में अर्जेंटीना के साथ लिथियम अन्वेषण समझौता किया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403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167/200</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खान और खनिज (विकास और विनियमन) संशोधन अधिनियम, 2023 (MMDR Amendment Act) के तहत निम्नलिखित में से कौन-सा सुधार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लिथियम, टाइटेनियम, बेरिलियम और टैंटलम सहित 6 महत्वपूर्ण खनिजों को 'परमाणु खनिज' सूची से हटाकर निजी क्षेत्र द्वारा वाणिज्यिक नीलामी और खनन हेतु खोल दिया गया।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गहरे दबे और महत्वपूर्ण खनिजों के लिए एक नए 'अन्वेषण लाइसेंस' (Exploration Licence - EL) का प्रावधान किया गया।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सरकार को 24 महत्वपूर्ण और रणनीतिक खनिजों के खनन पट्टों की नीलामी का अनन्य अधिकार दिया गया।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सुधार लागू किए गए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168/200</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सुधार लागू किए गए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लिथियम, टाइटेनियम, बेरिलियम और टैंटलम सहित 6 महत्वपूर्ण खनिजों को 'परमाणु खनिज' सूची से हटाकर निजी क्षेत्र द्वारा वाणिज्यिक नीलामी और खनन हेतु खोल दिया गया।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गहरे दबे और महत्वपूर्ण खनिजों के लिए एक नए 'अन्वेषण लाइसेंस' (Exploration Licence - EL) का प्रावधान किया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 सरकार को 24 महत्वपूर्ण और रणनीतिक खनिजों के खनन पट्टों की नीलामी का अनन्य अधिकार दिया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सही है। संसद द्वारा पारित MMDR संशोधन अधिनियम 2023 का उद्देश्य भारत की महत्वपूर्ण एवं रणनीतिक खनिज सुरक्षा को आत्मनिर्भर बनाना है। पूर्व में लिथियम, नाइओबियम, टैंटलम, बेरिलियम, टाइटेनियम और जिरकोनियम 'परमाणु खनिज' (Atomic Minerals) की श्रेणी में थे जिन्हें केवल सरकारी एजेंसियां ही निकाल सकती थीं; संशोधन द्वारा इन्हें गैर-परमाणु घोषित कर निजी कंपनियों को नीलामी के जरिए खनन की अनुमति दी गई। इसके अलावा निजी अन्वेषण को प्रोत्साहित करने के लिए 'अन्वेषण लाइसेंस' (EL) शुरू किया गया। अतः उपर्युक्त सभी सुधार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168/200</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औद्योगिक अवस्थिति के अल्फ्रेड वेबर के 'न्यूनतम लागत सिद्धांत' (Least Cost Theory of Industrial Location) के संदर्भ में निम्नलिखित कथनों पर विचार कीजिए: A. यदि किसी उद्योग का कच्चा माल 'भार-ह्रास' (Weight-losing / Gross Raw Material) वाला है, तो उद्योग को कच्चे माल के स्रोत के निकट स्थापित करना सर्वाधिक लाभकारी होता है। B. यदि कच्चा माल 'शुद्ध' (Pure Raw Material - जैसे कपास) है जो निर्माण प्रक्रिया में भार नहीं खोता, तो उद्योग को बाजार, परिवहन केंद्र या किसी भी स्थान पर स्थापित किया जा सकता है। C. चीनी उद्योग, लौह-इस्पात उद्योग और ताँबा प्रगलन उद्योग भार-ह्रास वाले कच्चे माल पर आधारित उद्योगों के उदाहरण हैं। D. सूती वस्त्र उद्योग और इलेक्ट्रॉनिक्स उद्योग बाजार-उन्मुख या स्वतंत्र (Footloose) प्रकृति के उद्योग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605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169/200</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जर्मन अर्थशास्त्री अल्फ्रेड वेबर (1909) के अनुसार किसी उद्योग की सर्वोत्तम अवस्थिति वह होती है जहाँ कुल परिवहन लागत न्यूनतम हो। उन्होंने 'पदार्थ सूचकांक' (Material Index = स्थानीयकृत कच्चे माल का भार ÷ उत्पादित वस्तु का भार) की संकल्पना दी: यदि MI &gt; 1 हो (भार-ह्रास कच्चा माल जैसे गन्ना, लौह अयस्क, ताँबा), तो उद्योग कच्चे माल के पास लगेगा क्योंकि व्यर्थ कचरे को ढोने की परिवहन लागत बहुत अधिक होती है; यदि MI = 1 हो (शुद्ध कच्चा माल जैसे कपास), तो उद्योग बाजार या परिवहन नोड्स पर कहीं भी लगाया जा सकता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605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169/200</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प्रमुख औद्योगिक प्रदेशों एवं उनके प्रमुख उद्योग केंद्रों का सही मिलान कीजिए: सूची-I: सूची-I: A. हुगली औद्योगिक प्रदेश (Hooghly Region) B. मुंबई-पुणे औद्योगिक प्रदेश (Mumbai-Pune) C. गुजरात औद्योगिक प्रदेश (Gujarat Region) D. छोटानागपुर औद्योगिक प्रदेश (Chotanagpur) सूची-II: 1. जमशेदपुर, बोकारो, राउरकेला, दुर्गापुर (लौह-इस्पात व भारी इंजीनियरिंग) 2. कोलकाता, हावड़ा, टीटागढ़, रिशरा (जूट, वस्त्र, इंजीनियरिंग) 3. अहमदाबाद, वडोदरा, सूरत, भरूच (सूती वस्त्र, पेट्रोकेमिकल, रसायन) 4. मुंबई, ठाणे, ट्रॉम्बे, पुणे (सूती वस्त्र, पेट्रोकेमिकल, ऑटोमोबाइल)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170/200</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B-4, C-3, D-1 है। 1. हुगली प्रदेश भारत का सबसे पुराना औद्योगिक संकुल है जो हुगली नदी के दोनों किनारों पर 100 किमी में जूट और भारी उद्योगों के लिए फैला है। 2. मुंबई-पुणे प्रदेश ब्रिटिश काल में कपास मिलों से शुरू होकर आज देश का सबसे बड़ा पेट्रोकेमिकल, रिफाइनरी और ऑटोमोबाइल हब है। 3. गुजरात औद्योगिक प्रदेश सूती वस्त्र (अहमदाबाद) और पेट्रोकेमिकल्स (जामनगर, अंकलेश्वर, हजीरा) का प्रमुख केंद्र है। 4. छोटानागपुर प्रदेश कोयला और लौह अयस्क की उपलब्धता के कारण भारत के 'भारी धातु और इस्पात उद्योग' का हृदय स्थल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170/200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'गुड़गांव-दिल्ली-मेरठ औद्योगिक प्रदेश' के संबंध में निम्नलिखित कथनों पर विचार कीजिए: A. यह औद्योगिक प्रदेश खनिज और शक्ति संसाधनों (खदानों) से बहुत दूर स्थित है। B. यह एक विशिष्ट 'बाजार-आधारित' (Market-oriented) और हल्का औद्योगिक क्षेत्र है जो विशाल शहरी आबादी की उपभोक्ता मांगों को पूरा करता है। C. इलेक्ट्रॉनिक्स, ऑटोमोबाइल (मारुति सुजुकी, हीरो), सॉफ्टवेयर, रेडीमेड गारमेंट्स और लाइट इंजीनियरिंग इसके मुख्य उद्योग हैं। D. यह क्षेत्र कच्चे माल की निकटता के कारण केवल भारी लौह प्रगलन संयंत्रों पर निर्भर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808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171/200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गुड़गांव-दिल्ली-मेरठ औद्योगिक क्षेत्र देश की राजधानी और उसके उपग्रह नगरों (नोएडा, गाजियाबाद, फरीदाबाद, गुरुग्राम) में विस्तृत है। यहाँ स्थानीय स्तर पर कोई कोयला या लौह अयस्क नहीं है, अतः यहाँ भारी धातु उद्योग विकसित नहीं हुए। इसके बजाय यह देश के सबसे बड़े उपभोक्ता बाजार, कुशल तकनीकी श्रम और उत्कृष्ट परिवहन अवसंरचना पर आधारित है, जहाँ ऑटोमोबाइल (गुरुग्राम-मानेसर ऑटो हब), मोबाइल-इलेक्ट्रॉनिक्स (नोएडा) और आईटी उद्योग केंद्रित हैं। कथन D गलत है क्योंकि यहाँ कोई भारी लौह प्रगलन संयंत्र नहीं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808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171/200</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स्वतंत्रता-पूर्व एवं स्वतंत्रता-पश्चात् स्थापित प्रमुख लौह एवं इस्पात संयंत्रों का सही मिलान कीजिए: सूची-I: सूची-I: A. टिस्को (TISCO, जमशेदपुर) B. भिलाई इस्पात संयंत्र (Bhilai, Chhattisgarh) C. राउरकेला इस्पात संयंत्र (Rourkela, Odisha) D. दुर्गापुर इस्पात संयंत्र (Durgapur, West Bengal) सूची-II: 1. सोवियत संघ (रूस) के तकनीकी एवं वित्तीय सहयोग से 2. यूनाइटेड किंगडम (ब्रिटेन) के सहयोग से 3. जमशेदजी टाटा द्वारा 1907 में स्थापित निजी क्षेत्र का संयंत्र 4. पश्चिमी जर्मनी (क्रुप एवं डेमाग) के सहयोग से</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172/200</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C-4, D-2 है। 1. TISCO: 1907 में जमशेदजी टाटा द्वारा साक्षी (जमशेदपुर) में सुवर्णरेखा-खरकई नदियों के संगम पर स्थापित भारत का पहला सफल एकीकृत इस्पात कारखाना है। 2. भिलाई इस्पात संयंत्र: द्वितीय पंचवर्षीय योजना में 1955 में सोवियत संघ के सहयोग से छत्तीसगढ़ के दुर्ग जिले में स्थापित हुआ (दल्ली-राजहरा का लोहा, कोरबा की बिजली)। 3. राउरकेला: ओडिशा के सुंदरगढ़ जिले में जर्मनी की सहायता से ब्राह्मणी नदी तट पर बना भारत का पहला सार्वजनिक इस्पात संयंत्र है (एलडी प्रक्रिया का प्रयोग)। 4. दुर्गापुर: पश्चिम बंगाल में ब्रिटेन के सहयोग से दामोदर नदी तट पर स्थापित हुआ।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172/200</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'विशाखापत्तनम इस्पात संयंत्र' (Vizag Steel Plant / RINL) की सबसे विशिष्ट भौगोलिक विशेषता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भारत का पहला और एकमात्र तट-आधारित (Shore-based) एकीकृत इस्पात संयंत्र है जो गहरे पानी के बंदरगाह पर स्थित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संयंत्र पूर्णतः हिमालय की बर्फ पर तैरते हुए बनाया गया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सोने और ताँबे के निर्माण के लिए कार्य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भारत का एकमात्र ऐसा संयंत्र है जहाँ किसी प्रकार के कोयले या बिजली का उपयोग नहीं होता।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010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173/200</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भारत का पहला और एकमात्र तट-आधारित (Shore-based) एकीकृत इस्पात संयंत्र है जो गहरे पानी के बंदरगाह पर स्थित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संयंत्र पूर्णतः हिमालय की बर्फ पर तैरते हुए बनाया गया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सोने और ताँबे के निर्माण के लिए कार्य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भारत का एकमात्र ऐसा संयंत्र है जहाँ किसी प्रकार के कोयले या बिजली का उपयोग नहीं होता।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राष्ट्रीय इस्पात निगम लिमिटेड (RINL) का 'विशाखापत्तनम स्टील प्लांट' आंध्र प्रदेश के विशाखापत्तनम में स्थित भारत का पहला तट-आधारित (Shore-based) आधुनिक एकीकृत इस्पात संयंत्र है, जिसका शुभारंभ 1992 में हुआ था। इसके बंदरगाह पर स्थित होने के दोहरे लाभ हैं: 1. विदेशों (विशेषकर ऑस्ट्रेलिया) से उच्च गुणवत्ता वाले कोकिंग कोयले का सीधा सस्ता समुद्री आयात; 2. उत्पादित तैयार इस्पात का दक्षिण-पूर्व एशिया और अन्य विदेशी बाजारों में सीधा सस्ता समुद्री निर्यात। बैलाडीला (छत्तीसगढ़) से इसे लौह अयस्क प्राप्त 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010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173/200</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'सूती वस्त्र उद्योग' (Cotton Textile Industry) के संदर्भ में निम्नलिखित कथनों पर विचार कीजिए: A. भारत में पहली आधुनिक सूती कपड़ा मिल 1854 में कावसजी डाबर द्वारा मुंबई में स्थापित की गई थी। B. मुंबई को अपनी आर्द्र समुद्री जलवायु, बंदरगाह और पृष्ठभूमि में कपास की प्रचुरता के कारण 'भारत का कॉटनोपोलिस' (Cottonopolis of India) कहा जाता है। C. अहमदाबाद को 'भारत का मैनचेस्टर' और कोयंबटूर को 'दक्षिण भारत का मैनचेस्टर' कहा जाता है। D. सूती वस्त्र उद्योग भारत का सबसे बड़ा असंगठित और संगठित औद्योगिक क्षेत्र है जो कृषि के बाद देश में सर्वाधिक प्रत्यक्ष रोजगार प्रदान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611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174/200</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सूती वस्त्र उद्योग भारत का सबसे प्राचीन और व्यापक कृषि-आधारित उद्योग है जो औद्योगिक उत्पादन, रोजगार और विदेशी मुद्रा अर्जन में अग्रणी है। मुंबई में 1854 की सफलता के बाद उद्योग का तेजी से विकास हुआ। गुजरात का अहमदाबाद साबरमती नदी के स्वच्छ जल और कपास बेल्ट के कारण भारत का मैनचेस्टर बना। तमिलनाडु का कोयंबटूर प्रचुर जलविद्युत और सस्ते श्रम के कारण दक्षिण भारत का सबसे बड़ा सूती कताई (Spinning) केंद्र बना (उत्तर भारत में कानपुर को मैनचेस्टर कहा जाता है)। शुद्ध कच्चा माल होने के कारण यह उद्योग आज देश भर के उपभोग केंद्रों में विकेंद्रीकृत हो चुका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611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174/200</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औद्योगिक नगरों एवं उनकी पारंपरिक औद्योगिक पहचान का सही मिलान कीजिए: सूची-I: सूची-I: A. अहमदाबाद (Ahmedabad) B. कोयंबटूर (Coimbatore) C. कानपुर (Kanpur) D. लुधियाना (Ludhiana) सूची-II: 1. उत्तर भारत का मैनचेस्टर (चर्म एवं सूती वस्त्र उद्योग) 2. भारत का मैनचेस्टर (सूती वस्त्र उद्योग) 3. पंजाब का औद्योगिक केंद्र (हौजरी एवं ऊनी वस्त्र, साइकिल उद्योग) 4. दक्षिण भारत का मैनचेस्टर (कपास कताई मिलें)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213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175/200</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B-4, C-1, D-3 है। अहमदाबाद गुजरात का प्रमुख सूती वस्त्र केंद्र होने के कारण 'भारत का मैनचेस्टर' कहलाता है। कोयंबटूर (तमिलनाडु) में सैकड़ों कताई मिलें स्थित हैं जिसके कारण इसे 'दक्षिण भारत का मैनचेस्टर' कहा जाता है। कानपुर (उत्तर प्रदेश) को गंगा नदी के जल और ऐतिहासिक मिलों के कारण 'उत्तर भारत का मैनचेस्टर' कहा जाता है तथा यह चमड़ा उद्योग का भी बड़ा केंद्र है। लुधियाना (पंजाब) भारत का प्रमुख हौजरी, ऊनी वस्त्र, सिलाई मशीन और साइकिल निर्माण का औद्योगिक केंद्र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213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175/200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पश्चिम बंगाल के 'हुगली नदी बेसिन' में जूट उद्योग के अत्यधिक संकेंद्रण के भौगोलिक कारणों के संदर्भ में निम्नलिखित कथनों पर विचार कीजिए: A. पश्चिम बंगाल और असम के डेल्टाई क्षेत्रों में उच्च गुणवत्ता वाले कच्चे पटसन (Raw Jute) की प्रचुर उपलब्धता। B. जूट के रेशे को गलाने, धोने और संसाधित करने के लिए हुगली नदी से प्रचुर मात्रा में मीठा और स्वच्छ जल उपलब्ध होना। C. रानीगंज कोयला क्षेत्र से सस्ती बिजली तथा घनी आबादी वाले बंगाल, बिहार और ओडिशा से सस्ता व प्रचुर श्रम मिलना। D. कोलकाता बंदरगाह द्वारा जूट उत्पादों (टाट, बोरी, पैकेजिंग सामग्री) के विश्व भर में सुगम निर्यात की सुविधा।</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176/200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1855 में रिशरा (कोलकाता के पास) में भारत की पहली जूट मिल स्थापित हुई थी। आज देश की लगभग 80% जूट मिलें हुगली नदी के दोनों किनारों पर एक संकरी पट्टी (बांसबेरिया से बिड़लापुर) में केंद्रित हैं। कच्चे माल की निकटता (जूट भार-ह्रास कच्चा माल है), जूट रेटिंग (Retting) के लिए शुद्ध जल, सस्ती जल-परिवहन प्रणाली, रानीगंज का कोयला और कोलकाता का वित्तीय व पोर्ट इन्फ्रास्ट्रक्चर इसके संकेंद्रण के मुख्य कारण हैं। विभाजन (1947) के समय अधिकांश उपजाऊ जूट उत्पादक खेत पूर्वी पाकिस्तान (बांग्लादेश) में चले गए थे जबकि मिलें भारत में रह गईं, जिसे बाद में भारत में जूट क्षेत्र का विस्तार कर सुधारा गया।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176/200</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'एल्युमीनियम प्रगलन उद्योग' (Aluminium Smelting Industry) के स्थानीयकरण का सबसे प्रमुख और निर्णायक कारक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प्रचुर और अत्यधिक सस्ती विद्युत ऊर्जा (Electricity / Power) की निरंतर उपलब्धता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शुष्क रेगिस्तानी रेत की उपस्थिति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बंदरगाह से निकटता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विदेशी पर्यटकों की संख्या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415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177/200</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प्रचुर और अत्यधिक सस्ती विद्युत ऊर्जा (Electricity / Power) की निरंतर उपलब्धता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शुष्क रेगिस्तानी रेत की उपस्थिति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बंदरगाह से निकटता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विदेशी पर्यटकों की संख्या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एल्युमीनियम प्रगलन एक अत्यधिक 'ऊर्जा-गहन' (Power-intensive) उद्योग है। 1 टन धातु एल्युमीनियम बनाने के लिए लगभग 4 से 5 टन बॉक्साइट और लगभग 18,500 से 20,000 किलोवाट-घंटा (kWh) विद्युत ऊर्जा की आवश्यकता होती है। प्रगलन की कुल निर्माण लागत में 30% से 40% हिस्सा केवल बिजली की लागत का होता है। यही कारण है कि एल्युमीनियम संयंत्र हमेशा विशाल जलविद्युत या सस्ते पिट-हेड थर्मल पावर प्लांटों के निकट स्थापित किए जाते हैं (जैसे हिंडाल्को- रेणुकूट/रिहंद बाँध, नाल्को- अंगुल, बाल्को- कोरबा, इंडाल- हीराकुंड)।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415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177/200</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प्रमुख 'तेल रिफाइनरियों' (Petroleum Refineries) के संदर्भ में निम्नलिखित कथनों पर विचार कीजिए: A. जामनगर रिफाइनरी (गुजरात, रिलायंस इंडस्ट्रीज) विश्व का सबसे बड़ा एकल-स्थान तेल शोधन परिसर (Refining Complex) है। B. मथुरा (उत्तर प्रदेश), पानीपत (हरियाणा) और बरौनी (बिहार) बाजार-आधारित (Market-based) अंतर्देशीय रिफाइनरियों के उदाहरण हैं जो पाइपलाइनों द्वारा कच्चा तेल प्राप्त करती हैं। C. डिगबोई, गुवाहाटी, बोंगाईगाँव और नुमालीगढ़ तेल क्षेत्र-आधारित (Field-based) रिफाइनरियों के उदाहरण हैं। D. कोच्चि, मैंगलोर, विशाखापत्तनम और चेन्नई तटीय बंदरगाह-आधारित (Port-based) रिफाइनरियाँ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01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178/200</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भारत पेट्रोलियम शोधन क्षमता में एशिया का एक प्रमुख हब है (250+ मिलियन मीट्रिक टन प्रति वर्ष)। रिफाइनरियों की अवस्थिति तीन प्रकार की होती है: 1. तेल क्षेत्र आधारित (जैसे असम की रिफाइनरियां - डिगबोई, नुमालीगढ़); 2. बंदरगाह आधारित (तटवर्ती रिफाइनरियां जो आयातित कच्चे तेल पर चलती हैं - कोच्चि, न्यू मैंगलोर, विशाखापत्तनम, पारादीप); 3. बाजार आधारित (आंतरिक उपभोग केंद्रों के पास स्थित जिन्हें क्रूड पाइपलाइनों जैसे सलाया-मथुरा या कांडला-बठिंडा से तेल मिलता है - पानीपत, मथुरा, बरौनी, बीना)। जामनगर (गुजरात) 1.24 मिलियन बैरल प्रतिदिन क्षमता के साथ विश्व की सबसे बड़ी रिफाइनरी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01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178/200</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उर्वरक एवं रसायन उद्योग केंद्रों का सही मिलान कीजिए: सूची-I: सूची-I: A. हजीरा (Hazira, Gujarat) B. सिंदरी (Sindri, Jharkhand) C. कलोल एवं आंवला (Kalol &amp; Aonla) D. ट्राम्बे (Trombay, Maharashtra) सूची-II: 1. गैस-आधारित इफको (IFFCO) नैनो उर्वरक संयंत्र 2. स्वतंत्र भारत का पहला सार्वजनिक क्षेत्र का रासायनिक उर्वरक संयंत्र (1951) 3. गैस-आधारित कृभको (KRIBHCO) एवं पेट्रोकेमिकल्स परिसर 4. राष्ट्रीय केमिकल्स एंड फर्टिलाइजर्स (RCF) परिसर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618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179/200</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C-4, D-2 है। 1. हजीरा (सूरत, गुजरात) कृभको का विशाल गैस-आधारित उर्वरक और शेल/रिलायंस पेट्रोकेमिकल हब है। 2. सिंदरी (धनबाद, झारखंड) में 1951 में भारत सरकार द्वारा पहला आधुनिक फर्टिलाइजर प्लांट (FCI) स्थापित किया गया था। 3. कलोल (गांधीनगर, गुजरात) और आंवला (बरेली, यूपी) इफको के प्रमुख गैस-आधारित उर्वरक संयंत्र हैं जहाँ विश्व का पहला नैनो यूरिया प्लांट लगा है। 4. ट्राम्बे (मुंबई) में आरसीएफ (RCF) का विशाल उर्वरक और भारी रसायन परिसर स्थित है जो बॉम्बे हाई की गैस और रिफाइनरी अपशिष्टों का उपयोग करता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618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179/200</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'फुटलूज उद्योग' (Footloose Industries / स्वतंत्र उद्योग) की विशिष्ट विशेषताओं के संदर्भ में निम्नलिखित कथनों पर विचार कीजिए: A. ये उद्योग कच्चे माल के वजन में कमी (Weight Loss) या भार-वृद्धि से प्रभावित नहीं होते और इन्हें किसी भी स्थान पर स्थापित किया जा सकता है। B. ये उद्योग मुख्य रूप से तैयार पुर्जों (Component Parts) पर निर्भर होते हैं जिन्हें कहीं से भी आसानी से मंगाया जा सकता है। C. इन उद्योगों की अवस्थिति के निर्धारण में सबसे महत्वपूर्ण कारक सड़क और संचार नेटवर्क की सुगमता होती है। D. ये उद्योग छोटे पैमाने पर कार्य करते हैं, कम श्रम शक्ति लगाते हैं और सामान्यतः प्रदूषण-मुक्त (Non-polluting)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180/200</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फुटलूज उद्योग (स्वच्छंद या स्वतंत्र उद्योग) वे उद्योग हैं जिनका स्थानीयकरण कच्चे माल के भार या परिवहन लागत से बंधा नहीं होता (जैसे हीरे की तराशी, मोबाइल फोन असेंबली, कंप्यूटर चिप निर्माण, घड़ी निर्माण, सटीक वैज्ञानिक उपकरण आदि)। चूंकि इनके पुर्जे हल्के और उच्च मूल्य वाले होते हैं, अतः इन्हें किसी भी ऐसे स्थान पर लगाया जा सकता है जहाँ अच्छा सड़क मार्ग, इंटरनेट कनेक्टिविटी और कुशल श्रमिक उपलब्ध हों। ये विशाल कारखानों या धुएँ वाली चिमनियों के बजाय आधुनिक स्वच्छ प्रयोगशाला जैसे वातावरण में संचालित होते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180/200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'विशाखापत्तनम-गुंटूर औद्योगिक प्रदेश' (Visakhapatnam-Guntur Industrial Region) के विकास के संदर्भ में निम्नलिखित कथनों पर विचार कीजिए: A. इस प्रदेश का विकास विशाखापत्तनम और मछलीपट्टनम बंदरगाहों तथा इनके समृद्ध कृषि व खनिज पश्चप्रदेश (Hinterland) के कारण हुआ है। B. 'हिंदुस्तान शिपयार्ड' (Hindustan Shipyard Limited) की स्थापना के साथ यहाँ पोत निर्माण उद्योग का प्रारंभिक विकास हुआ। C. विशाखापत्तनम स्टील प्लांट (RINL) और भारत पेट्रोलियम/HPCL की तेल रिफाइनरी यहाँ के दो प्रमुख भारी उद्योग हैं। D. यह प्रदेश केवल हथकरघा और कुटीर उद्योग तक सीमित है और यहाँ कोई भारी उद्योग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820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181/200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विशाखापत्तनम-गुंटूर औद्योगिक क्षेत्र आंध्र प्रदेश के तटीय जिलों में विस्तृत है। 1941 में सिंधिया स्टीम नेविगेशन (अब हिंदुस्तान शिपयार्ड) की स्थापना ने यहाँ औद्योगिक क्रांति की शुरुआत की। 1957 में यहाँ पेट्रोलियम रिफाइनरी बनी, जिसके बाद कई पेट्रोकेमिकल और उर्वरक कारखाने स्थापित हुए। इसके अलावा विशाखापत्तनम में भारत का पहला तट-आधारित इस्पात संयंत्र (RINL) और गुंटूर में तंबाकू, कपास कताई, चीनी और सीमेंट उद्योग केंद्रित हैं। कथन D गलत है क्योंकि यह भारत के सबसे तेजी से बढ़ते प्रमुख भारी औद्योगिक प्रदेशों में से एक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820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181/200</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'बेंगलुरु-तमिलनाडु औद्योगिक प्रदेश' के प्रमुख केंद्रों एवं उनके विशिष्ट उद्योगों का सही मिलान कीजिए: सूची-I: सूची-I: A. बेंगलुरु (Bengaluru) B. कोयंबटूर (Coimbatore) C. तिरुपुर (Tirupur) D. सेलम (Salem) सूची-II: 1. सूती कताई मिलें (Spinning Mills) 2. भारत का निटवियर एवं सूती होजरी निर्यात हब 3. विशेष मिश्र धातु इस्पात संयंत्र (Special Steel Plant) 4. सूचना प्रौद्योगिकी (IT), वैमानिकी (HAL) एवं दूरसंचार (BEL)</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421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182/200</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A-4, B-1, C-2, D-3 है। बेंगलुरु भारत की 'सिलिकॉन वैली' है जहाँ हिंदुस्तान एयरोनॉटिक्स (HAL), भारत इलेक्ट्रॉनिक्स (BEL), इसरो और वैश्विक आईटी कंपनियाँ केंद्रित हैं। कोयंबटूर में प्रचुर सूती कताई मिलें होने से इसे 'दक्षिण भारत का मैनचेस्टर' कहते हैं। तिरुपुर को 'भारत की निटवियर राजधानी' (Knitwear Capital) कहा जाता है जो देश के सूती होजरी निर्यात का 50%+ योगदान करता है। सेलम में सेल (SAIL) का सलेम स्टील प्लांट स्थित है जो उच्च गुणवत्ता वाले स्टेनलेस स्टील के बर्तनों और कॉइल्स के लिए प्रसिद्ध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421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182/200</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'कोल्लम-तिरुवनंतपुरम औद्योगिक प्रदेश' (Kollam-Thiruvananthapuram Region) की सबसे प्रमुख औद्योगिक विशेषता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कृषि-आधारित एवं वन/बागवानी आधारित प्रसंस्करण उद्योगों (जैसे काजू प्रसंस्करण, नारियल जटा/कॉयर उद्योग, रबर और मत्स्य प्रसंस्करण) पर केंद्रित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देश का सबसे बड़ा भारी कोयला और लौह प्रगलन केंद्र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परमाणु हथियारों और तोपों के निर्माण के लिए जाना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रेल इंजनों और भारी मालगाड़ियों का निर्माण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022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183/200</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कृषि-आधारित एवं वन/बागवानी आधारित प्रसंस्करण उद्योगों (जैसे काजू प्रसंस्करण, नारियल जटा/कॉयर उद्योग, रबर और मत्स्य प्रसंस्करण) पर केंद्रित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देश का सबसे बड़ा भारी कोयला और लौह प्रगलन केंद्र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परमाणु हथियारों और तोपों के निर्माण के लिए जाना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रेल इंजनों और भारी मालगाड़ियों का निर्माण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केरल के दक्षिणी भाग में स्थित कोल्लम-तिरुवनंतपुरम औद्योगिक प्रदेश खनिज और कोयले से दूर है, अतः यहाँ भारी धातु उद्योगों के बजाय बागवानी और स्थानीय कृषि-उत्पादों पर आधारित हल्के उद्योग विकसित हुए हैं। कोल्लम को 'विश्व की काजू राजधानी' (Cashew Capital of the World) कहा जाता है जहाँ कच्चे काजू का आयात कर परिष्कृत गिरी का निर्यात किया जाता है। इसके अतिरिक्त नारियल जटा (Coir Industry), प्राकृतिक रबर उत्पाद, मत्स्य प्रसंस्करण, एल्युमीनियम (अलुवा), और त्रिवेंद्रम में विक्रम साराभाई अंतरिक्ष केंद्र (VSSC) एवं आईटी पार्क स्थित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022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183/200</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'बोकारो इस्पात संयंत्र' (Bokaro Steel Plant) के संबंध में निम्नलिखित कथनों पर विचार कीजिए: A. बोकारो इस्पात संयंत्र की स्थापना चतुर्थ पंचवर्षीय योजना के दौरान 1964 में सोवियत संघ (रूस) के सहयोग से की गई थी। B. यह झारखंड के बोकारो जिले में दामोदर नदी के तट पर स्थित है। C. यह संयंत्र कच्चा माल परिवहन लागत को न्यूनतम करने के लिए 'बोकारो-राउरकेला परस्पर संचलन' (Bokaro-Rourkela Swap/Cycle) मॉडल पर आधारित है। D. बोकारो संयंत्र केवल आयातित कच्चे लोहे पर निर्भर है और भारत में कोई कच्चा माल नहीं लेता।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184/200</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बोकारो स्टील प्लांट सार्वजनिक क्षेत्र का चौथा एकीकृत इस्पात संयंत्र था जिसे सोवियत संघ के सहयोग से स्थापित किया गया। यह परिवहन अर्थशास्त्र का उत्कृष्ट उदाहरण है: जिस मालगाड़ी से बोकारो का कोयला राउरकेला इस्पात संयंत्र (ओडिशा) जाता है, वही खाली वैगन वापसी में राउरकेला (क्योंझर/सुंदरगढ़) से उच्च कोटि का लौह अयस्क बोकारो ले आते हैं। इससे खाली ढुलाई की लागत बचती है। कथन D गलत है क्योंकि बोकारो पूरी तरह स्थानीय कोयले (झरिया/बोकारो) और ओडिशा के लौह अयस्क पर संचालित होता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184/200</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'हजीरा-विजयपुर-जगदीशपुर' (HVJ Gas Pipeline) के प्रमुख गैस-आधारित उर्वरक संयंत्रों एवं संबंधित राज्यों का सही मिलान कीजिए: सूची-I: सूची-I: A. जगदीशपुर एवं आंवला B. विजयपुर (Vijaipur) C. हजीरा (Hazira) D. बबराला एवं शाहजहाँपुर सूची-II: 1. मध्य प्रदेश (गुना जिला) 2. उत्तर प्रदेश (इफको एवं निजी संयंत्र) 3. गुजरात (सूरत जिला) 4. उत्तर प्रदेश (टाटा केमिकल्स एवं इफको)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225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185/200</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B-1, C-3, D-4 है। HVJ गैस पाइपलाइन (गेल द्वारा 1986-87 में निर्मित) भारत की पहली 1,750 किमी लंबी क्रॉस-कंट्री प्राकृतिक गैस पाइपलाइन है, जो बॉम्बे हाई और बसीन की गैस को हजीरा (गुजरात) से विजयपुर (मध्य प्रदेश) होते हुए उत्तर प्रदेश के जगदीशपुर, आंवला, बबराला और शाहजहाँपुर के विशाल यूरिया उर्वरक कारखानों को स्वच्छ फीडस्टॉक गैस उपलब्ध कराती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225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185/200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'सीमेंट उद्योग' (Cement Industry)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में पहला आधुनिक सीमेंट कारखाना 1904 में चेन्नई (तमिलनाडु) में समुद्री सीपियों के उपयोग से स्थापित किया गया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सीमेंट एक भार-ह्रास वाला भारी उद्योग है जिसका प्रमुख कच्चा माल चूना पत्थर (Limestone), जिप्सम, सिलिका और कोयला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चीन के बाद विश्व का दूसरा सबसे बड़ा सीमेंट उत्पादक और उपभोक्ता देश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सीमेंट उद्योग केवल उन राज्यों में लगाया जा सकता है जहाँ समुद्र तट स्थित हो और आंतरिक राज्यों में इसे लगाना अवैध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826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186/200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सीमेंट उद्योग केवल उन राज्यों में लगाया जा सकता है जहाँ समुद्र तट स्थित हो और आंतरिक राज्यों में इसे लगाना अवैध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में पहला आधुनिक सीमेंट कारखाना 1904 में चेन्नई (तमिलनाडु) में समुद्री सीपियों के उपयोग से स्थापित किया गया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सीमेंट एक भार-ह्रास वाला भारी उद्योग है जिसका प्रमुख कच्चा माल चूना पत्थर (Limestone), जिप्सम, सिलिका और कोयला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चीन के बाद विश्व का दूसरा सबसे बड़ा सीमेंट उत्पादक और उपभोक्ता देश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सीमेंट उद्योग के कारखाने कच्चे माल (चूना पत्थर की खदानों) के पास आंतरिक राज्यों में सबसे बड़े पैमाने पर लगाए जाते हैं (जैसे मध्य प्रदेश का सतना/कटनी, राजस्थान का चित्तौड़गढ़/निंबाहेड़ा, आंध्र प्रदेश का कडप्पा/गुंटूर, और कर्नाटक); समुद्र तट की कोई अनिवार्यता नहीं है। विकल्प A सही है क्योंकि 1904 में चेन्नई में पहला असफल प्रयास हुआ और 1914 में पोरबंदर (गुजरात) में पहला सफल कारखाना लगा। विकल्प B सही है क्योंकि 1 टन सीमेंट बनाने के लिए 1.6 टन चूना पत्थर, 0.38 टन जिप्सम और 0.4 टन कोयला चाहिए। विकल्प C सही है क्योंकि भारत विश्व का दूसरा सबसे बड़ा सीमेंट उत्पादक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826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186/200</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'ऑटोमोबाइल उद्योग' (Automobile Industry) के प्रमुख केंद्रों के संदर्भ में निम्नलिखित कथनों पर विचार कीजिए: A. चेन्नई को एशिया और भारत का 'डेट्रॉइट' (Detroit of Asia / India) कहा जाता है जहाँ हुंडई, फोर्ड, बीएमडब्ल्यू और अशोक लेलैंड के बड़े संयंत्र हैं। B. पुणे-पिंपरी-चाकन क्षेत्र महाराष्ट्र का सबसे बड़ा ऑटो हब है जहाँ टाटा मोटर्स, बजाज ऑटो और भारत फोर्ज स्थित हैं। C. गुरुग्राम-मानेसर-बावल गलियारा (हरियाणा) देश का सबसे बड़ा यात्री कार (मारुति सुजुकी) और दोपहिया वाहन निर्माण केंद्र है। D. साणंद (गुजरात) हाल के वर्षों में टाटा और अन्य कंपनियों के प्रवेश के साथ एक प्रमुख ऑटोमोबाइल क्लस्टर के रूप में उभरा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427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187/200</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ऑटोमोबाइल उद्योग भारत की जीडीपी में 7% से अधिक और विनिर्माण जीडीपी में 49% योगदान देने वाला प्रमुख 'सनराइज सेक्टर' है। देश में चार मुख्य ऑटोमोबाइल क्लस्टर हैं: 1. दक्षिणी क्लस्टर: चेन्नई (डेट्रॉइट ऑफ एशिया) - भारत के 35% ऑटो पार्ट्स और 30% वाहनों का निर्माता; 2. पश्चिमी क्लस्टर: पुणे-चाकन-औरंगाबाद और गुजरात का साणंद-हालोल; 3. उत्तरी क्लस्टर: गुरुग्राम-मानेसर (देश की सबसे बड़ी कार निर्माता मारुति सुजुकी); 4. पूर्वी क्लस्टर: जमशेदपुर और कोलकाता।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427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187/200</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'विशेष आर्थिक क्षेत्र' (Special Economic Zones - SEZ) नीति के संदर्भ में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एशिया का पहला देश था जिसने 1965 में कांडला (गुजरात) में पहला 'निर्यात प्रसंस्करण क्षेत्र' (EPZ) स्थापित किया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सरकार ने बहु-नियंत्रणों को समाप्त कर निर्यात को वैश्विक प्रतिस्पर्धी बनाने हेतु 2000 में SEZ नीति और 2005 में SEZ अधिनियम पारित किया।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SEZ क्षेत्रों को व्यापार संचालन, शुल्कों और करों के उद्देश्य से एक 'विदेशी क्षेत्र' (Foreign Territory) की तरह माना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188/200</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एशिया का पहला देश था जिसने 1965 में कांडला (गुजरात) में पहला 'निर्यात प्रसंस्करण क्षेत्र' (EPZ) स्थापित किया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सरकार ने बहु-नियंत्रणों को समाप्त कर निर्यात को वैश्विक प्रतिस्पर्धी बनाने हेतु 2000 में SEZ नीति और 2005 में SEZ अधिनियम पारित किया।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SEZ क्षेत्रों को व्यापार संचालन, शुल्कों और करों के उद्देश्य से एक 'विदेशी क्षेत्र' (Foreign Territory) की तरह माना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सही है। भारत ने 1965 में कांडला में एशिया का पहला EPZ बनाया था। EPZ की कमियों को दूर कर चीन के सफल मॉडल पर 2000 में SEZ नीति घोषित की गई और संसद ने 'विशेष आर्थिक क्षेत्र अधिनियम, 2005' पारित किया। SEZ शुल्क-मुक्त विदेशी क्षेत्र माने जाते हैं जहाँ कंपनियों को एकल-खिड़की क्लीयरेंस, 100% आयकर छूट (प्रारंभिक वर्षों में), और कस्टम ड्यूटी से मुक्ति मिलती है ताकि वे विश्व स्तरीय विनिर्माण और सेवा निर्यात (विशेषकर आईटी/आईटीईएस) कर सकें। अतः उपर्युक्त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188/200</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की 'पीएम मित्रा योजना' (PM MITRA Scheme) के संदर्भ में निम्नलिखित कथनों पर विचार कीजिए: A. PM MITRA योजना का उद्देश्य वस्त्र उद्योग के संपूर्ण मूल्य श्रृंखला (Spinning, Weaving, Processing, Garmenting) को एक ही स्थान पर एकीकृत करना है। B. यह प्रधानमंत्री के '5F विजन' (Farm to Fibre to Factory to Fashion to Foreign) से प्रेरित है। C. इसके तहत देश के 7 राज्यों (तमिलनाडु, तेलंगाना, गुजरात, कर्नाटक, मध्य प्रदेश, उत्तर प्रदेश, महाराष्ट्र) में 7 मेगा टेक्सटाइल पार्क स्थापित किए जा रहे हैं। D. यह योजना केवल विदेशी कपड़े आयात करने और भारतीय बुनकरों को प्रतिबंधित करने के लिए बनाई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630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189/200</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कपड़ा मंत्रालय द्वारा 2021 में शुरू की गई 'पीएम मेगा इंटीग्रेटेड टेक्सटाइल रीजन एंड अपैरल' (PM MITRA) योजना भारत के कपड़ा क्षेत्र को विश्व स्तरीय विनिर्माण हब बनाने की एक युगांतरकारी पहल है। 5F विजन (खेत से रेशा, कारखाने से फैशन, और विदेश तक निर्यात) के तहत 7 मेगा पार्क स्वीकृत किए गए हैं जो विश्व स्तरीय बुनियादी ढांचा और लाखों रोजगार सृजित करेंगे। कथन D गलत है क्योंकि यह घरेलू विनिर्माण, मेक इन इंडिया और भारतीय बुनकरों/टेक्सटाइल निर्यात को बढ़ावा देने के लिए है, न कि आयात बढ़ाने के लिए।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630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189/200</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'समर्पित माल ढुलाई गलियारों' (Dedicated Freight Corridors - DFC) एवं उनके टर्मिनलों का सही मिलान कीजिए: सूची-I: सूची-I: A. पूर्वी समर्पित माल ढुलाई गलियारा (EDFC) B. पश्चिमी समर्पित माल ढुलाई गलियारा (WDFC) C. ईस्ट-वेस्ट फ्रेट कॉरिडोर (प्रस्तावित) D. नॉर्थ-साउथ फ्रेट कॉरिडोर (प्रस्तावित) सूची-II: 1. दादरी (उत्तर प्रदेश) से जवाहरलाल नेहरू पोर्ट ट्रस्ट / मुंबई (महाराष्ट्र) 2. दानकुनी (पश्चिम बंगाल) से भुसावल / मुंबई 3. साहनेवाल / लुधियाना (पंजाब) से दानकुनी (पश्चिम बंगाल) 4. दिल्ली (इटारसी) से चेन्नई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190/200</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C-2, D-4 है। भारतीय रेलवे की माल ढुलाई क्षमता और गति को 25 किमी/घंटा से बढ़ाकर 75-100 किमी/घंटा करने के लिए DFCCIL द्वारा विशेष फ्रेट ट्रैक बनाए गए हैं: 1. EDFC (1,875 किमी): साहनेवाल/लुधियाना (पंजाब) से हरियाणा, यूपी, बिहार, झारखंड होते हुए दानकुनी (प. बंगाल) तक जाता है और मुख्य रूप से कोयला व खाद्यान्न ढोता है; 2. WDFC (1,506 किमी): दादरी (यूपी) से हरियाणा, राजस्थान, गुजरात के बंदरगाहों होते हुए जेएनपीटी मुंबई तक जाता है और डबल स्टैक कंटेनर ट्रेनें चलाता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190/200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'दिल्ली-मुंबई औद्योगिक गलियारा' (DMIC) परियोजना के संदर्भ में निम्नलिखित कथनों पर विचार कीजिए: A. DMIC भारत का सबसे महत्वाकांक्षी मेगा-इन्फ्रास्ट्रक्चर प्रोजेक्ट है जो पश्चिमी समर्पित फ्रेट कॉरिडोर (WDFC) के दोनों ओर 150 किमी के प्रभाव क्षेत्र में विकसित किया जा रहा है। B. यह परियोजना जापान सरकार (JICA) के वित्तीय एवं तकनीकी सहयोग से विकसित की जा रही है। C. यह 6 राज्यों- उत्तर प्रदेश, हरियाणा, राजस्थान, मध्य प्रदेश, गुजरात और महाराष्ट्र तथा केंद्रशासित प्रदेश दिल्ली से होकर गुजरता है। D. धोलेरा (गुजरात) और शेंद्रा-बिडकिन (महाराष्ट्र) DMIC के तहत विकसित किए जा रहे स्मार्ट औद्योगिक शहर (Smart Industrial Cities)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832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191/200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दिल्ली-मुंबई औद्योगिक गलियारा (DMIC) 1,504 किमी लंबे पश्चिमी फ्रेट कॉरिडोर के सहारे एक वैश्विक विनिर्माण और व्यापारिक धुरी बना रहा है। जापान सरकार के सहयोग से इसमें 24 नोड्स (औद्योगिक क्षेत्र व निवेश क्षेत्र) विकसित किए जा रहे हैं। गुजरात में 'धोलेरा विशेष निवेश क्षेत्र' (DSIR - भारत का पहला ग्रीनफील्ड स्मार्ट सिटी) और महाराष्ट्र का 'ऑरिक' (AURIC - शेंद्रा बिडकिन) इसके प्रमुख मॉडल नोड्स हैं जो अत्याधुनिक लॉजिस्टिक्स, हाई-स्पीड रेल और प्लग-एंड-प्ले इन्फ्रास्ट्रक्चर प्रदान करते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832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191/200</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'कागज उद्योग' (Paper Industry) के कच्चे माल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में कागज उद्योग मुख्य रूप से बाँस (Bamboo), दृढ़ काष्ठ (Hardwood), गन्ने की खोई (Bagasse) और पुनर्चक्रित रद्दी कागज पर निर्भर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पश्चिम बंगाल के टीटागढ़ और रानीगंज तथा महाराष्ट्र के बल्लारपुर देश के प्रमुख कागज निर्माण केंद्र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मध्य प्रदेश का 'नेपानगर' (Nepanagar) अखबारी कागज (Newsprint) के प्रसिद्ध सरकारी कारखाने 'नेपा मिल्स' के लिए जाना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कागज का निर्माण केवल शुद्ध लोहे और सोने की पत्तियों को पिघलाकर किया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192/200</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कागज का निर्माण केवल शुद्ध लोहे और सोने की पत्तियों को पिघलाकर किया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में कागज उद्योग मुख्य रूप से बाँस (Bamboo), दृढ़ काष्ठ (Hardwood), गन्ने की खोई (Bagasse) और पुनर्चक्रित रद्दी कागज पर निर्भर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पश्चिम बंगाल के टीटागढ़ और रानीगंज तथा महाराष्ट्र के बल्लारपुर देश के प्रमुख कागज निर्माण केंद्र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मध्य प्रदेश का 'नेपानगर' (Nepanagar) अखबारी कागज (Newsprint) के प्रसिद्ध सरकारी कारखाने 'नेपा मिल्स' के लिए जाना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कागज एक पूर्णतः वन-आधारित और कृषि-अपशिष्ट आधारित उद्योग है जिसका लोहे या सोने की धातु से कोई संबंध नहीं है। भारत में कागज निर्माण के कच्चे माल में 70% से अधिक हिस्सा पुनर्चक्रित रद्दी कागज और कृषि अवशेषों (गन्ने की खोई/पुआल) का है, जबकि शेष 30% बाँस और यूकेलिप्टस/पॉपलर की लकड़ी से प्राप्त सेल्यूलोज पल्प का है। विकल्प A, B और C सही हैं। नेपानगर (बुरहानपुर, एमपी) में 1956 में स्थापित नेपा लिमिटेड भारत की पहली सार्वजनिक अखबारी कागज मिल थी। होशंगाबाद (नर्मदापुरम, एमपी) में 'सिक्योरिटी पेपर मिल' (नोट छापने का कागज) स्थित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192/200</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'पोत निर्माण एवं मरम्मत उद्योग' (Shipbuilding Industry) के संदर्भ में निम्नलिखित कथनों पर विचार कीजिए: A. कोचीन शिपयार्ड लिमिटेड (CSL, केरल) भारत का सबसे बड़ा और आधुनिक पोत निर्माण एवं जहाज मरम्मत यार्ड है जिसने भारत का पहला स्वदेशी विमानवाहक पोत 'आईएनएस विक्रांत' (INS Vikrant) बनाया। B. मझगांव डॉक शिपबिल्डर्स लिमिटेड (MDL, मुंबई) भारतीय नौसेना के लिए युद्धपोत और 'स्कॉर्पीन श्रेणी' की पनडुब्बियों का निर्माण करता है। C. गार्डन रीच शिपबिल्डर्स एंड इंजीनियर्स (GRSE) कोलकाता में हुगली नदी तट पर स्थित एक प्रमुख रक्षा शिपयार्ड है। D. भारत के सभी जहाज निर्माण कारखाने केवल हिमालय की झीलों में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035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193/200</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भारत में 4 प्रमुख रक्षा सार्वजनिक क्षेत्र के शिपयार्ड हैं: 1. कोचीन शिपयार्ड (कोच्चि) - देश का सबसे बड़ा वाणिज्यिक व रक्षा डॉकयार्ड जिसने 2022 में नौसेना को पहला स्वदेशी विमानवाहक पोत INS विक्रांत सौंपा; 2. मझगांव डॉक (मुंबई) - जिसने कलवरी-क्लास स्टेल्थ पनडुब्बियाँ और विध्वंसक पोत बनाए; 3. गार्डन रीच (कोलकाता) - फ्रिगेट और लैंडिंग क्राफ्ट निर्माता; 4. हिंदुस्तान शिपयार्ड (विशाखापत्तनम)। कथन D गलत है क्योंकि जहाज निर्माण के लिए गहरे समुद्री जल, ज्वारीय डॉक और बंदरगाहों की आवश्यकता होती है, अतः ये केवल समुद्र तटों और ज्वारीय नदी मुहानों पर स्थित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035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193/200</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भारी इंजीनियरिंग एवं विद्युत उपकरण निर्माण केंद्रों का सही मिलान कीजिए: सूची-I: सूची-I: A. भारी इंजीनियरिंग निगम (HEC, हटिया) B. भारत हैवी इलेक्ट्रिकल्स (BHEL, भोपाल/हरिद्वार) C. हिंदुस्तान एयरोनॉटिक्स लिमिटेड (HAL) D. भारत इलेक्ट्रॉनिक्स लिमिटेड (BEL) सूची-II: 1. बेंगलुरु, कर्नाटक (विमान एवं हेलीकॉप्टर निर्माण) 2. राँची, झारखंड (भारी मशीनरी एवं इस्पात संयंत्र उपकरण) 3. बेंगलुरु, कर्नाटक (रक्षा रडार एवं इलेक्ट्रॉनिक उपकरण) 4. मध्य प्रदेश एवं उत्तराखंड (विद्युत टरबाइन एवं जनरेटर)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636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194/200</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B-4, C-1, D-3 है। 1. HEC राँची को 'उद्योगों की जननी' (Mother of Industries) कहा जाता है क्योंकि यह इस्पात, खनन और अंतरिक्ष रॉकेटों के लिए भारी उपकरण और क्रेनें बनाता है। 2. BHEL महारत्न कंपनी है जो थर्मल, हाइड्रो और परमाणु ऊर्जा संयंत्रों के लिए टर्बाइन, बॉयलर और ट्रांसफार्मर बनाती है (भोपाल, हरिद्वार, त्रिची, हैदराबाद)। 3. HAL भारत का अग्रणी एयरोस्पेस सार्वजनिक उपक्रम है जो तेजस लड़ाकू विमान, प्रचंड लाइट कॉम्बैट हेलीकॉप्टर और सुखोई का निर्माण करता है। 4. BEL भारतीय सेना और इसरो के लिए उन्नत इलेक्ट्रॉनिक युद्ध प्रणाली और रडार बनाती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636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194/200</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'काँच और चीनी मिट्टी' (Glass &amp; Ceramic) उद्योग क्लस्टरों के संदर्भ में निम्नलिखित कथनों पर विचार कीजिए: A. फिरोजाबाद (उत्तर प्रदेश) विश्व प्रसिद्ध 'काँच की चूड़ियों' और काँच के कलात्मक सामानों के लिए जाना जाता है जिसे 'सुहागनगरी' भी कहते हैं। B. खुर्जा (बुलंदशहर, उत्तर प्रदेश) 'सिरेमिक सिटी' के नाम से प्रसिद्ध है जो पारंपरिक और आधुनिक चीनी मिट्टी के बर्तनों व टाइल्स का ऐतिहासिक केंद्र है। C. मोरबी (Morbi, गुजरात) भारत का सबसे बड़ा सिरेमिक टाइल और सैनिटरी वेयर क्लस्टर है जो देश के 70% से अधिक सिरेमिक का उत्पादन करता है। D. काँच उद्योग का मुख्य कच्चा माल सिलिका बालू (Silica Sand), चूना पत्थर, सोडा ऐश और फेल्डस्पार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237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195/200</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भारत का काँच और सिरेमिक उद्योग उच्च गुणवत्ता वाले सिलिका और क्ले संसाधनों पर आधारित है। उत्तर प्रदेश का फिरोजाबाद काँच उद्योग (चूड़ियाँ, लैंप, सजावटी वस्तुएँ) का सदियों पुराना केंद्र है। खुर्जा (यूपी) अपनी पोएट्री (मिट्टी के बर्तन, विद्युत इंसुलेटर) के लिए जीआई टैग रखता है। गुजरात के राजकोट-मोरबी क्षेत्र ने अपनी विश्व स्तरीय टाइल उत्पादन इकाइयों के दम पर भारत को विश्व के शीर्ष सिरेमिक निर्यातकों में शामिल कर दिया है। कच्चे माल के रूप में सिलिका रेत (प्रयागराज के शंकरगढ़ से) और फेल्डस्पार प्रयुक्त होते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237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195/200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'चर्म उद्योग' (Leather Industry) के प्रमुख केंद्रों के संदर्भ में कौन-सा युग्म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कानपुर और आगरा (उत्तर प्रदेश) तथा चेन्नई, अंबुर और रानीपेट (तमिलनाडु)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लेह और कारगिल (लद्दाख)</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जैसलमेर और बाड़मेर का खुला रेगिस्तान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शिलांग और चेरापूंजी के वर्षावन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196/200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कानपुर और आगरा (उत्तर प्रदेश) तथा चेन्नई, अंबुर और रानीपेट (तमिलनाडु)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लेह और कारगिल (लद्दाख)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जैसलमेर और बाड़मेर का खुला रेगिस्तान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शिलांग और चेरापूंजी के वर्षावन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भारत का चमड़ा उद्योग कच्चे माल (मवेशियों की खाल) और कुशल पारंपरिक कारीगरों की प्रचुरता के कारण विश्व में जूते, परिधान और लेदर गुड्स का प्रमुख निर्यातक है। उत्तर भारत में कानपुर (गंगा नदी तट, जहाँ टेनरी उद्योग केंद्रित है) और आगरा (जूता निर्माण का विशाल केंद्र) तथा दक्षिण भारत में तमिलनाडु के वेल्लोर-रानीपेट-अंबुर और चेन्नई क्लस्टर (देश के कुल चमड़ा निर्यात का 40%+) देश के सबसे प्रमुख चर्म औद्योगिक क्षेत्र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196/200</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'पेट्रोकेमिकल उद्योग' (Petrochemical Industry) के संदर्भ में निम्नलिखित कथनों पर विचार कीजिए: A. पेट्रोकेमिकल उद्योग कच्चे तेल के प्रभाजी आसवन (Fractional Distillation) से प्राप्त नेफ्था, एथिलीन, प्रोपलीन और प्राकृतिक गैस को मुख्य कच्चे माल के रूप में उपयोग करता है। B. गुजरात (जामनगर, हजीरा, दहेज, वडोदरा) भारत की 'पेट्रोकेमिकल राजधानी' के रूप में उभरा है। C. दहेज (Dahej, गुजरात) में देश का पहला 'पेट्रोलियम, रसायन और पेट्रोकेमिकल्स निवेश क्षेत्र' (PCPIR) स्थापित किया गया है। D. पेट्रोकेमिकल उद्योग के मुख्य उत्पादों में प्लास्टिक पॉलिमर्स, सिंथेटिक रबर, सिंथेटिक डिटर्जेंट और कृत्रिम रेशे (पॉलिएस्टर, नायलॉन) शामिल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439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197/200</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पेट्रोकेमिकल आधुनिक अर्थव्यवस्था का सबसे बहुमुखी उद्योग है जिसके उत्पाद कपड़ा (पॉलिएस्टर), ऑटोमोबाइल (प्लास्टिक/रबर), पैकेजिंग, कृषि (पाइप/मल्च) और घरेलू सामानों में अनिवार्य हैं। गुजरात का पश्चिमी तट प्राकृतिक गैस पाइपलाइनों, गहरे बंदरगाहों और जामनगर जैसी विशाल रिफाइनरियों की निकटता के कारण भारत का सबसे बड़ा पेट्रोकेमिकल संकुल है। दहेज PCPIR को रसायन और पेट्रोकेमिकल हब के रूप में विकसित किया गया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439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197/200</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'सॉफ्टवेयर टेक्नोलॉजी पार्क्स एवं आईटी हब' (IT / Technopolies) का सही मिलान कीजिए: सूची-I: सूची-I: A. इलेक्ट्रॉनिक सिटी एवं व्हाइटफील्ड B. हाई-टेक सिटी (HITEC City / साइबराबाद) C. हिंजेवाड़ी आईटी पार्क (Hinjewadi) D. डीएलएफ साइबर सिटी (Cyber City) सूची-II: 1. पुणे (महाराष्ट्र) 2. गुरुग्राम (हरियाणा) 3. हैदराबाद (तेलंगाना) 4. बेंगलुरु (कर्नाटक)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04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198/200</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A-4, B-3, C-1, D-2 है। बेंगलुरु में इलेक्ट्रॉनिक सिटी और व्हाइटफील्ड भारत के आईटी उद्योग के वैश्विक प्रतीक हैं। हैदराबाद का 'साइबराबाद' (HITEC City) सूचना प्रौद्योगिकी, फार्मास्युटिकल और बायोटेक का विशाल केंद्र है। पुणे का हिंजेवाड़ी राजीव गांधी इन्फोटेक पार्क महाराष्ट्र का प्रमुख सॉफ्टवेयर निर्यात हब है। गुरुग्राम का डीएलएफ साइबर सिटी उत्तर भारत का सबसे बड़ा बहुराष्ट्रीय कॉर्पोरेट और सॉफ्टवेयर मुख्यालय परिसर है। ये सभी आधुनिक 'टेक्नोपोली' (Technopolies) के उत्कृष्ट उदाहरण हैं जहाँ उच्च कुशल व्हाइट-कॉलर कार्यबल कार्यरत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04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198/200</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'सूक्ष्म, लघु एवं मध्यम उद्यमों' (MSME) की संशोधित परिभाषा (वर्ष 2020 से प्रभावी) के संदर्भ में निम्नलिखित कथनों पर विचार कीजिए: A. सूक्ष्म उद्यम (Micro Enterprise): संयंत्र और मशीनरी में निवेश ₹1 करोड़ तक तथा वार्षिक टर्नओवर (कारोबार) ₹5 करोड़ तक। B. लघु उद्यम (Small Enterprise): संयंत्र और मशीनरी में निवेश ₹10 करोड़ तक तथा वार्षिक टर्नओवर ₹50 करोड़ तक। C. मध्यम उद्यम (Medium Enterprise): संयंत्र और मशीनरी में निवेश ₹50 करोड़ तक तथा वार्षिक टर्नओवर ₹250 करोड़ तक। D. विनिर्माण (Manufacturing) और सेवा (Services) दोनों क्षेत्रों के लिए अब एक समान समग्र मानदंड (Composite Criteria) लागू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642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199/200</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सही हैं। 'आत्मनिर्भर भारत अभियान' के तहत 1 जुलाई 2020 से MSME की परिभाषा को संशोधित किया गया था। पूर्ववर्ती परिभाषा में विनिर्माण और सेवा क्षेत्रों के लिए अलग-अलग सीमाएं थीं, जिसे समाप्त कर अब 'निवेश और वार्षिक टर्नओवर' का एक संयुक्त समग्र मानदंड (Composite Criteria) लागू किया गया है: 1. सूक्ष्म (Micro): निवेश ≤ ₹1 करोड़ और टर्नओवर ≤ ₹5 करोड़; 2. लघु (Small): निवेश ≤ ₹10 करोड़ और टर्नओवर ≤ ₹50 करोड़; 3. मध्यम (Medium): निवेश ≤ ₹50 करोड़ और टर्नओवर ≤ ₹250 करोड़। इसके अतिरिक्त निर्यात से होने वाले टर्नओवर को इस सीमा से बाहर रखा गया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642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199/200</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सरकार की 'उत्पादन आधारित प्रोत्साहन' (Production Linked Incentive - PLI) योजना का मुख्य उद्देश्य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में घरेलू विनिर्माण क्षमताओं को वैश्विक स्तर पर प्रतिस्पर्धी बनाना, आयात निर्भरता को घटाना, बड़े पैमाने पर निवेश आकर्षित करना और देश को वैश्विक आपूर्ति श्रृंखला (Global Supply Chain) का प्रमुख केंद्र बनाना।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के सभी कारखानों को तत्काल बंद कर केवल हस्तशिल्प को बढ़ावा देना।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उद्योगों से सभी आधुनिक मशीनों को हटाकर केवल शारीरिक श्रम अनिवार्य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सभी खनिजों को मुफ्त में विदेशों को निर्यात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200/200</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भारत में घरेलू विनिर्माण क्षमताओं को वैश्विक स्तर पर प्रतिस्पर्धी बनाना, आयात निर्भरता को घटाना, बड़े पैमाने पर निवेश आकर्षित करना और देश को वैश्विक आपूर्ति श्रृंखला (Global Supply Chain) का प्रमुख केंद्र बनाना।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देश के सभी कारखानों को तत्काल बंद कर केवल हस्तशिल्प को बढ़ावा 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उद्योगों से सभी आधुनिक मशीनों को हटाकर केवल शारीरिक श्रम अनिवार्य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सभी खनिजों को मुफ्त में विदेशों को निर्यात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सही है। भारत सरकार द्वारा शुरू की गई 'उत्पादन लिंक्ड प्रोत्साहन' (PLI) योजना का उद्देश्य घरेलू विनिर्माण को बढ़ावा देना और 14 प्रमुख रणनीतिक क्षेत्रों (जैसे ऑटोमोबाइल, इलेक्ट्रॉनिक्स व मोबाइल फोन, फार्मास्यूटिकल्स, विशेष इस्पात, सौर पीवी मॉड्यूल, उन्नत रसायन सेल बैटरी, कपड़ा आदि) में वृद्धिशील बिक्री पर 4% से 6% का वित्तीय प्रोत्साहन देना है। इस योजना ने भारत को मोबाइल फोन निर्माण में विश्व का दूसरा सबसे बड़ा उत्पादक बनाया है और सेमीकंडक्टर, रक्षा उपकरण तथा नवीकरणीय ऊर्जा में भारत की आत्मनिर्भरता को सुदृढ़ किया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200/200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