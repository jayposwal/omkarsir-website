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स्वर्णिम चतुर्भुज के चार खण्ड निम्न शहरों को जोड़ते हैं: A. दिल्ली-मुंबई B. मुंबई-चेन्नई C. चेन्नई-कोलकाता D. कोलकाता-दिल्ली। उपर्युक्त चार खण्डों की लंबाई को घटते हुए क्रम में ध्यान देते हुए निम्न दिये गये कूटों की सहायता से सही उत्तर चुनिए: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D, A,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D, B, 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C, B, 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C, A,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C, D, A,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D, B,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 C, B, 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 C, A,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स्वर्णिम चतुर्भुज भारत के चार बड़े महानगरों दिल्ली, मुंबई, चेन्नई और कोलकाता को जोड़ने वाला प्रमुख राजमार्ग नेटवर्क है, जिसे 1999 में राष्ट्रीय राजमार्ग विकास परियोजना के तहत शुरू किया गया था। इसके चार खण्डों की लंबाई अलग-अलग है, जिसमें चेन्नई-कोलकाता खण्ड सबसे लंबा है और इसकी लंबाई लगभग 1684 किमी है। इसके बाद कोलकाता-दिल्ली खण्ड आता है, जिसकी लंबाई लगभग 1453 किमी है। तीसरे स्थान पर दिल्ली-मुंबई खण्ड है, जिसकी लंबाई लगभग 1419 किमी है और सबसे छोटा खण्ड मुंबई-चेन्नई है, जिसकी लंबाई लगभग 1290 किमी है। इसलिए घटते क्रम में सही व्यवस्था चेन्नई-कोलकाता, कोलकाता-दिल्ली, दिल्ली-मुंबई, मुंबई-चेन्नई यानी C, D, A, B बनती है। भारत के नक्शे में इन चार शहरों की आपसी दूरी याद रखने से ऐसे प्रश्न आसानी से हल हो जाते हैं। बाकी सभी विकल्प इस सही क्रम से मेल नहीं खाते, इसलिए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भौतिक विभाजन से संबंधित निम्नलिखित कथनों पर विचार कीजिये: A. लूनी बेसिन और शेखावाटी प्रदेश राजस्थान बांगड़ के उप-प्रदेश हैं। B. घग्घर का मैदान अधिकांशतः हनुमानगढ़ एवं गंगानगर जिलों में फैला है। C. नागौर उच्च भूमि में लवणीय झीलें और आन्तरिक जल प्रवाह है। D. अरावली श्रेणियाँ सभी प्रकार के खनिजों में समृद्ध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भौतिक विभाजन में बांगड़ प्रदेश एक महत्वपूर्ण उप-क्षेत्र है, जिसके अंतर्गत लूनी बेसिन और शेखावाटी प्रदेश आते हैं, इसलिए कथन A सही है। घग्घर नदी का मैदान, जिसे प्राचीन काल में सरस्वती नदी का प्रवाह क्षेत्र माना जाता है, मुख्य रूप से हनुमानगढ़ और गंगानगर जिलों में फैला हुआ है, इसलिए कथन B भी सही है। नागौर की उच्च भूमि में कई लवणीय यानी नमकीन झीलें पाई जाती हैं जैसे डीडवाना और कुचामन, और यहाँ की नदियाँ किसी समुद्र या बड़ी नदी में नहीं मिलतीं बल्कि आन्तरिक जल प्रवाह दिखाती हैं, इसलिए कथन C भी सत्य है। लेकिन कथन D गलत है क्योंकि अरावली पर्वत श्रेणियाँ तांबा, जस्ता और संगमरमर जैसे खनिजों में जरूर समृद्ध हैं, पर पेट्रोलियम या कोयले जैसे जीवाश्म ईंधन में समृद्ध नहीं हैं। इसलिए सही कथन A, B और C हैं। परीक्षा में "सभी सही हैं" जैसे विकल्पों में एक कथन में जानबूझकर गलती छिपी हो सकती है, इसका ध्यान रखना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जिला समूहों का दक्षिणी-पश्चिमी मानसून में औसत वर्षा के आधार पर सही आरोही क्रम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जालौर, जयपुर, 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बाँसवाड़ा, राजसमन्द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धौलपुर, अजमेर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चूरू, बारां, भीलवाड़ा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जालौर, जयपुर, 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बाँसवाड़ा, राजसमन्द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धौलपुर, अजमेर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बारां, भीलवाड़ा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वर्षा का वितरण मुख्य रूप से दक्षिण-पश्चिम मानसून की दिशा और अरावली पर्वत श्रृंखला की स्थिति पर निर्भर करता है। राज्य में वर्षा सामान्यतः पश्चिम से पूर्व और उत्तर-पश्चिम से दक्षिण-पूर्व की ओर बढ़ती जाती है, यानी जैसलमेर-बाड़मेर जैसे पश्चिमी रेगिस्तानी क्षेत्रों में सबसे कम वर्षा होती है और दक्षिण-पूर्वी क्षेत्रों जैसे झालावाड़-कोटा में सबसे अधिक होती है। इसी आधार पर जालौर में वर्षा अपेक्षाकृत कम, जयपुर में मध्यम और कोटा में सबसे अधिक होती है, इसलिए आरोही यानी बढ़ते क्रम में सही समूह जालौर, जयपुर, कोटा बनता है। अन्य विकल्पों में दिए गए जिलों का क्रम इस वर्षा प्रवृत्ति से मेल नहीं खाता। यह टॉपिक याद रखने का आसान तरीका है कि राजस्थान का नक्शा दिमाग में रखें, जितना पूर्व और दक्षिण की ओर बढ़ेंगे वर्षा उतनी बढ़ती जाएगी और जितना पश्चिम-उत्तर की ओर जाएंगे उतनी घटती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कौन सा सुमेलित नहीं है? परमाणु ऊर्जा प्लान्ट - राज्य</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कलपक्कम - तमिलनाडु</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काकरापार - गुजरात</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कैगा - तमिलनाडु</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नरोरा - उत्तरप्रदेश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कैगा - तमिलनाडु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कलपक्कम - तमिलनाडु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काकरापार - गुजरात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नरोरा - उत्तरप्रदेश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परमाणु ऊर्जा संयंत्रों का स्थान परीक्षा की दृष्टि से बहुत महत्वपूर्ण टॉपिक है। कलपक्कम परमाणु ऊर्जा संयंत्र तमिलनाडु में स्थित है, इसलिए विकल्प A सही सुमेलित है। काकरापार परमाणु ऊर्जा संयंत्र गुजरात राज्य में स्थित है, इसलिए विकल्प B भी सही है। नरोरा परमाणु ऊर्जा संयंत्र उत्तर प्रदेश के बुलंदशहर जिले में स्थित है, इसलिए विकल्प D भी सही सुमेलन है। लेकिन कैगा परमाणु ऊर्जा संयंत्र वास्तव में कर्नाटक राज्य के उत्तर कन्नड़ जिले में स्थित है, न कि तमिलनाडु में, इसलिए विकल्प C गलत सुमेलन है और यही हमारा उत्तर है। याद रखने का आसान तरीका है कि "कैगा-कर्नाटक" को साथ जोड़कर याद करें, क्योंकि विद्यार्थी अक्सर इसे तमिलनाडु के कलपक्कम के साथ भ्रमित कर देते हैं। ऐसे सुमेलन आधारित प्रश्नों में हर विकल्प को बारी-बारी जाँचना जरूरी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जयपुर, दौसा और अलवर जिलों में किस मृदा की प्रधानता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एन्टीसोल</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इनसेप्टीसोल्स</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वर्टीसोल्स</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अल्फीसोल्स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अल्फीसोल्स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एन्टीसोल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इनसेप्टीसोल्स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वर्टीसोल्स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मृदाओं का वर्गीकरण भौगोलिक स्थिति और जलवायु के आधार पर किया जाता है। जयपुर, दौसा और अलवर जैसे पूर्वी मैदानी जिलों में मुख्य रूप से अल्फीसोल्स मृदा पाई जाती है, जिसे स्थानीय भाषा में जलोढ़ मृदा भी कहा जाता है। यह मृदा कृषि के लिए अत्यंत उपजाऊ होती है क्योंकि इसमें पर्याप्त नमी धारण क्षमता और पोषक तत्व होते हैं। एन्टीसोल आमतौर पर रेगिस्तानी और नई जमा हुई मिट्टी वाले क्षेत्रों में पाई जाती है, जो पश्चिमी राजस्थान की विशेषता है, इसलिए विकल्प A गलत है। इनसेप्टीसोल्स कम विकसित मृदा होती है जो आमतौर पर पहाड़ी या ढलान वाले क्षेत्रों में मिलती है, इसलिए विकल्प B भी गलत है। वर्टीसोल्स, जिसे काली मिट्टी भी कहते हैं, मुख्यतः दक्षिणी राजस्थान जैसे कोटा-बूंदी क्षेत्र में पाई जाती है, इसलिए विकल्प C भी सही नहीं है। इसलिए जयपुर-दौसा-अलवर क्षेत्र के लिए सही उत्तर अल्फीसोल्स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2021-22 में, देश के कुल बाजरा उत्पादन में राजस्थान का योगदान प्रतिशत में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46.30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87.69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38.98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34.69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38.98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46.30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87.69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34.69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अपनी शुष्क जलवायु के कारण मोटे अनाजों, विशेषकर बाजरा के उत्पादन में देश का अग्रणी राज्य है। वर्ष 2021-22 के कृषि आंकड़ों के अनुसार, भारत के कुल बाजरा उत्पादन में राजस्थान का योगदान लगभग 38.98 प्रतिशत रहा, जो देश में सर्वाधिक है। बाजरा एक ऐसी फसल है जिसे कम पानी और रेतीली मिट्टी में भी आसानी से उगाया जा सकता है, इसलिए यह पश्चिमी राजस्थान के किसानों के लिए बहुत उपयुक्त फसल है। बाकी दिए गए विकल्पों के प्रतिशत आंकड़े या तो बहुत अधिक हैं या वास्तविक आंकड़े से मेल नहीं खाते, इसलिए वे गलत हैं। परीक्षा में राजस्थान की प्रमुख फसलों जैसे बाजरा, मूंग, ग्वार और सरसों के उत्पादन में देश में उसकी हिस्सेदारी के आंकड़े याद रखना बहुत उपयोगी रहता है, क्योंकि ऐसे संख्यात्मक तथ्य अक्सर परीक्षा में पूछे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मेडटेक मेडिकल डिवाइसेस पार्क अवस्थित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गणेश्वर विस्तार, सीकर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 की तूस, उदयपुर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नैनवा, बूँदी</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बोरानाडा, जोधपुर (अविभाजित)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बोरानाडा, जोधपुर (अविभाजित)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गणेश्वर विस्तार,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 की तूस, 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नैनवा, 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चिकित्सा उपकरणों के निर्माण को बढ़ावा देने के लिए राज्य सरकार की औद्योगिक इकाई रीको ने मेडटेक मेडिकल डिवाइसेस पार्क बोरानाडा, जोधपुर में स्थापित किया है। यह पार्क विशेष रूप से मेडिकल इक्विपमेंट और डिवाइस बनाने वाली कंपनियों को एक ही स्थान पर सुविधाएं देने के उद्देश्य से बनाया गया है, ताकि राजस्थान चिकित्सा उपकरण निर्माण के क्षेत्र में एक हब बन सके। सीकर का गणेश्वर विस्तार, उदयपुर का माल की तूस और बूँदी का नैनवा क्षेत्र रीको के अन्य औद्योगिक क्षेत्रों से जुड़े हैं, लेकिन इनका मेडटेक पार्क से कोई संबंध नहीं है, इसलिए विकल्प A, B और C गलत हैं। राजस्थान में रीको द्वारा विकसित किए जा रहे विशिष्ट औद्योगिक पार्कों के नाम और स्थान याद रखना परीक्षा की दृष्टि से महत्वपूर्ण है क्योंकि यह करेंट अफेयर्स और अर्थव्यवस्था दोनों से जुड़ा टॉपिक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जिले में 'खड़ीन' जल संरक्षण की प्रचलित विधि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जैसलमेर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जैसलमेर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'खड़ीन' मरुस्थलीय क्षेत्रों में वर्षा जल संरक्षण और कृषि की एक पारंपरिक तकनीक है, जिसे मूल रूप से 15वीं शताब्दी में जैसलमेर के पालीवाल ब्राह्मणों द्वारा विकसित किया गया था। इस विधि में ढलान वाली भूमि पर मिट्टी की मेड़ बनाकर बरसाती पानी को रोका जाता है, जिससे उस भूमि में नमी बनी रहती है और बिना अतिरिक्त सिंचाई के भी फसल उगाई जा सकती है। जैसलमेर जैसे अत्यंत शुष्क क्षेत्र में यह तकनीक खेती को संभव बनाने वाला सबसे कारगर उपाय है। नागौर, बीकानेर और पाली में भी परंपरागत जल संरक्षण की विधियाँ जैसे टांका और नाड़ी प्रचलित हैं, लेकिन 'खड़ीन' विशेष रूप से जैसलमेर की पहचान है, इसलिए A, B और D गलत हैं। राजस्थान की पारंपरिक जल संरक्षण प्रणालियों जैसे टांका, कुंड, बावड़ी, नाड़ी और खड़ीन के नाम व क्षेत्र याद रखना परीक्षा में बहुत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(जिला) को सूची-II (नदी) से सुमेलित कीजिये: सूची-I: सूची-I: A. उदयपुर B. बूंदी C. भरतपुर D. अलवर सूची-II: 1. साबी तथा रूपारेल 2. गम्भीरी तथा पार्वती 3. सोम तथा जाखम 4. कुराल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B-iv, C-ii, D-i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B-iii, C-ii, D-i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B-iii, C-ii, D-iv</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B-iv, C-i, D-iii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A-iii, B-iv, C-ii, D-i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B-iii, C-ii, D-i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B-iii, C-ii, D-iv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B-iv, C-i, D-iii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नदियों और उनके प्रवाह क्षेत्र वाले जिलों का सुमेलन परीक्षा में बार-बार पूछा जाने वाला महत्वपूर्ण टॉपिक है। सोम और जाखम नदियाँ दक्षिणी राजस्थान के उदयपुर क्षेत्र में बहती हैं और माही नदी की सहायक नदियाँ हैं, इसलिए A का मिलान iii से होगा। कुराल नदी बूंदी क्षेत्र में बहती है, इसलिए B का मिलान iv से होता है। गम्भीरी और पार्वती नदियाँ भरतपुर-चित्तौड़ क्षेत्र से संबंधित हैं और भरतपुर क्षेत्र में बहती हैं, इसलिए C का मिलान ii से होगा। साबी और रूपारेल नदियाँ अलवर क्षेत्र में प्रवाहित होती हैं, इसलिए D का मिलान i से सही बैठता है। इस प्रकार सही क्रम A-iii, B-iv, C-ii, D-i बनता है। राजस्थान की नदियों को उनके उद्गम स्थल और प्रवाह क्षेत्र के अनुसार समूहों में याद रखना ऐसे मिलान प्रश्नों को हल करने में बहुत सहायक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निम्नलिखित स्थलों पर ऐस्बेस्टॉस खदानें कहाँ अवस्थित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अर्जुनपुरा और पीपरदा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खुरा और मंगोल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करपुरा और फतेहगढ़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देपुरा और डिंगरी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अर्जुनपुरा और पीपरदा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खुरा और मंगोल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करपुरा और फतेहगढ़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देपुरा और डिंगरी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ऐस्बेस्टॉस यानी अभ्रक का खनन मुख्य रूप से दक्षिणी राजस्थान में होता है, और अजमेर-उदयपुर क्षेत्र के पास स्थित अर्जुनपुरा तथा पीपरदा इसके प्रसिद्ध खनन क्षेत्र हैं। ऐस्बेस्टॉस एक रेशेदार खनिज है जिसका उपयोग इंसुलेशन और निर्माण सामग्री में किया जाता है, और राजस्थान भारत के प्रमुख ऐस्बेस्टॉस उत्पादक राज्यों में गिना जाता है। खुरा और मंगोल, करपुरा और फतेहगढ़, तथा देपुरा और डिंगरी जैसे स्थान राजस्थान के अन्य खनिज क्षेत्रों से जुड़े हो सकते हैं, परन्तु ऐस्बेस्टॉस के लिए विशेष रूप से प्रसिद्ध नहीं हैं, इसलिए B, C और D विकल्प गलत हैं। राजस्थान को "खनिजों का अजायबघर" कहा जाता है क्योंकि यहाँ अभ्रक, तांबा, जस्ता, संगमरमर, जिप्सम जैसे कई खनिज पाए जाते हैं, इसलिए प्रत्येक खनिज के प्रमुख उत्पादक क्षेत्रों को अलग-अलग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में लिग्नाइट के सबसे महत्वपूर्ण संसाधन 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पलाना, अगूचा एवं मेड़ता</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पलाना, कसनऊ एवं जगपुरा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कपूरड़ी, मेड़ता एवं कसनऊ</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कपूरड़ी, पलाना एवं जगपुरा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कपूरड़ी, मेड़ता एवं कसनऊ</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पलाना, अगूचा एवं मेड़ता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पलाना, कसनऊ एवं जगपुरा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कपूरड़ी, पलाना एवं जगपुरा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कपूरड़ी (बाड़मेर), मेड़ता और कसनऊ (नागौर) लिग्नाइट कोयले के प्रमुख भंडार हैं। लिग्नाइट एक निम्न श्रेणी का कोयला है जिसका उपयोग मुख्यतः ताप विद्युत गृहों में बिजली उत्पादन के लिए किया जाता है, और राजस्थान इस मामले में देश के प्रमुख राज्यों में शामिल है। जबकि अगूचा क्षेत्र सीसा-जस्ता के लिए और जगपुरा क्षेत्र सोने के लिए प्रसिद्ध है, न कि लिग्नाइट के लिए, इसलिए A, B और D विकल्प गलत हैं। परीक्षा में अक्सर एक ही खनिज के सही उत्पादक क्षेत्रों के साथ दूसरे खनिज के क्षेत्रों को मिलाकर भ्रामक विकल्प बनाए जाते हैं, इसलिए हर खनिज के सही स्थान को अलग-अलग स्पष्ट रूप से याद रखना जरूरी है। कपूरड़ी और गिरल राजस्थान के लिग्नाइट आधारित विद्युत गृहों के लिए भी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कौन सा सुमेलित नहीं है? संरक्षित क्षेत्र - जिला</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रणखार - जालौर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मनसामाता - झुन्झुनूं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सोरसन - बूंदी</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हमीरगढ़ - भीलवाड़ा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सोरसन - बूंदी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रणखार - जालौर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मनसामाता - झुन्झुनूं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हमीरगढ़ - भीलवाड़ा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सोरसन कंजर्वेशन रिजर्व वास्तव में राजस्थान के बारां जिले में स्थित है, न कि बूंदी जिले में, इसलिए विकल्प C गलत सुमेलन है और यही हमारा उत्तर है। सोरसन अभयारण्य गोडावण यानी ग्रेट इंडियन बस्टर्ड पक्षी की शरणस्थली के रूप में जाना जाता है, जो एक दुर्लभ और संकटग्रस्त पक्षी प्रजाति है। रणखार कंजर्वेशन रिजर्व जालौर जिले में, मनसामाता झुन्झुनूं जिले में और हमीरगढ़ भीलवाड़ा जिले में स्थित है, इसलिए A, B और D सभी सही सुमेलन हैं। राजस्थान में हाल के वर्षों में कई नए कंजर्वेशन रिजर्व घोषित किए गए हैं, इसलिए इनके नाम और जिलों को अद्यतन जानकारी के साथ याद रखना जरूरी है, क्योंकि करेंट अफेयर्स आधारित प्रश्नों में यह टॉपिक बार-बार पूछा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माउण्ट आबू और रणकपुर किस पर्यटक परिपथ में सम्मिलित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ढूँढाड़</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शेखावाटी</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गोडवार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गोडवार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ढूँढाड़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शेखावाटी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पर्यटन विभाग ने राज्य में पर्यटन को व्यवस्थित रूप से बढ़ावा देने के लिए विभिन्न क्षेत्रों को अलग-अलग पर्यटक परिपथों में बांटा है। माउण्ट आबू सिरोही जिले में और रणकपुर पाली जिले में स्थित है, और इन दोनों प्रसिद्ध स्थलों को गोडवार पर्यटक परिपथ के अंतर्गत रखा गया है। ढूँढाड़ परिपथ मुख्यतः जयपुर क्षेत्र से, शेखावाटी परिपथ सीकर-झुंझुनूं-चूरू क्षेत्र से और मेवाड़ परिपथ उदयपुर-चित्तौड़गढ़ क्षेत्र से संबंधित है, इसलिए A, B और D विकल्प गलत हैं। राजस्थान में कुल मिलाकर कई पर्यटक परिपथ बनाए गए हैं जैसे शेखावाटी, ढूँढाड़, मेवाड़, वागड़, मरुधरा, हाड़ौती और गोडवार, और परीक्षा में किसी भी प्रसिद्ध स्थल का सही परिपथ पूछा जा सकता है, इसलिए इन्हें जिलेवार याद रखना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राजनीतिक दल की राष्ट्रीय कार्यकारिणी ने संविधान सभा को भंग कर उसका पुनर्निर्वाचन वयस्क मताधिकार के आधार पर करने को कहा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हिंदू महासभा</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समाजवादी दल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स्वराज दल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मुस्लिम लीग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समाजवादी दल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महासभा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स्वराज दल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मुस्लिम लीग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संविधान सभा के गठन को लेकर उस समय कई राजनीतिक दलों ने अलग-अलग आपत्तियाँ जताई थीं। समाजवादी दल यानी सोशलिस्ट पार्टी ने यह तर्क दिया था कि मौजूदा संविधान सभा सार्वभौमिक वयस्क मताधिकार पर आधारित नहीं है और इसलिए यह जनता का वास्तविक प्रतिनिधित्व नहीं करती, इसीलिए उन्होंने संविधान सभा को भंग करके पुनः वयस्क मताधिकार के आधार पर चुनाव कराने की मांग की थी। हिंदू महासभा और मुस्लिम लीग की आपत्तियाँ मुख्य रूप से साम्प्रदायिक प्रतिनिधित्व से जुड़ी थीं, जबकि स्वराज दल का इस विशेष मुद्दे से सीधा संबंध नहीं था, इसलिए A, C और D गलत हैं। संविधान सभा के गठन और विभिन्न दलों की भूमिका से जुड़े तथ्य भारतीय राजनीति के इतिहास खंड में परीक्षा की दृष्टि से महत्वपूर्ण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कुल साक्षरता दर (जनगणना 2011) के घटते हुए क्रम के आधार पर जिलों का सही क्रम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झुन्झुनूं, कोटा, सीकर, अलवर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जयपुर, झुन्झुनूं, सीकर, अलवर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झुन्झुनूं, कोटा, सीकर, जयपुर, अलवर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झुन्झुनूं, जयपुर, अलवर, सीकर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कोटा, जयपुर, झुन्झुनूं, सीकर, अलवर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झुन्झुनूं, कोटा, सीकर, 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झुन्झुनूं, कोटा, सीकर, जयपुर, अलवर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झुन्झुनूं, जयपुर, अलवर, सीकर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आंकड़ों के अनुसार राजस्थान में साक्षरता दर के मामले में शीर्ष पांच जिले घटते क्रम में इस प्रकार हैं, कोटा में लगभग 76.6 प्रतिशत, जयपुर में लगभग 75.5 प्रतिशत, झुन्झुनूं में लगभग 74.1 प्रतिशत, सीकर में लगभग 71.9 प्रतिशत और अलवर में लगभग 70.7 प्रतिशत साक्षरता दर्ज की गई थी। इस प्रकार सही घटता क्रम कोटा, जयपुर, झुन्झुनूं, सीकर, अलवर बनता है, जो विकल्प B से मेल खाता है। बाकी विकल्पों में जिलों का क्रम इस वास्तविक आंकड़े से मेल नहीं खाता, इसलिए वे गलत हैं। परीक्षा में राजस्थान की जनगणना 2011 से जुड़े साक्षरता, लिंगानुपात और जनसंख्या घनत्व के शीर्ष व निम्नतम जिलों के आंकड़े याद रखना बहुत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अनुच्छेदों के कौन से समूह द्वारा प्रदत्त मौलिक अधिकार केवल भारत के 'नागरिकों' को अनुदत्त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14, 20, 23 और 30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 21, 25 और 28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20, 21, 25 और 30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 16, 19 और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15, 16, 19 और 30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 20, 23 और 30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 21, 25 और 28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20, 21, 25 और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दिए गए मौलिक अधिकार दो प्रकार के होते हैं, कुछ अधिकार सभी व्यक्तियों यानी नागरिक और विदेशी दोनों को प्राप्त होते हैं, जबकि कुछ अधिकार केवल भारतीय नागरिकों को ही प्राप्त होते हैं। अनुच्छेद 15, 16, 19, 29 और 30 के तहत दिए गए मौलिक अधिकार केवल भारतीय नागरिकों को ही प्राप्त हैं, विदेशी नागरिकों को नहीं। इसके विपरीत अनुच्छेद 14, 20, 21, 22, 23 और 25 जैसे अधिकार सभी व्यक्तियों को समान रूप से प्राप्त हैं, चाहे वे नागरिक हों या विदेशी। इसलिए विकल्प D में दिए गए अनुच्छेद 15, 16, 19 और 30 सही समूह बनाते हैं, जबकि बाकी विकल्पों में एक या अधिक ऐसे अनुच्छेद शामिल हैं जो विदेशियों को भी प्राप्त हैं। संविधान की राजनीति विज्ञान इकाई में मौलिक अधिकारों के वर्गीकरण को नागरिक और व्यक्ति के आधार पर याद रखना बहुत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वर्ष भारत के संविधान में यह अन्तःस्थापित किया गया कि राज्य आर्थिक या अन्य निर्योग्यताओं के कारण किसी नागरिक को निःशुल्क विधिक सहायता सुनिश्चित करेगा?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1976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IV में वर्णित नीति निदेशक तत्वों में 42वें संविधान संशोधन अधिनियम, 1976 के द्वारा अनुच्छेद 39A जोड़ा गया, जो यह प्रावधान करता है कि राज्य समान न्याय सुनिश्चित करेगा और आर्थिक या अन्य किसी निर्योग्यता के कारण किसी भी नागरिक को न्याय पाने से वंचित नहीं होने देगा, तथा जरूरतमंद नागरिकों को निःशुल्क विधिक सहायता प्रदान करेगा। यह संशोधन आपातकाल के दौरान किया गया था और इसे मिनी संविधान भी कहा जाता है क्योंकि इसमें कई महत्वपूर्ण बदलाव किए गए थे। बाकी दिए गए वर्ष 1975, 1978 और 1979 इस विशेष प्रावधान से संबंधित नहीं हैं, इसलिए A, C और D गलत हैं। भारतीय राजव्यवस्था खंड में महत्वपूर्ण संविधान संशोधनों के वर्ष और उनकी मुख्य विशेषताओं को क्रमबद्ध तरीके से याद रखना परीक्षा के लिए अत्यंत लाभदायक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सूची-A (वाद) को सूची-B (संशोधन को चुनौती) से मिलान कीजिये: सूची-A: A. इंदिरा गांधी बनाम राज नारायण B. मिनर्वा मिल बनाम भारत संघ C. किहोतो हॉलोहान बनाम जचीलू D. पी. संबामूर्थि बनाम आंध्रप्रदेश राज्य सूची-B: 1. 42वाँ संशोधन 2. 52वाँ संशोधन 3. 39वाँ संशोधन 4. 32वाँ संशोधन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B-iii, C-iv, D-ii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 C-iii, D-i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C-ii, D-iv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A-iii, B-i, C-ii,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B-iii, C-iv, D-ii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B-iii, C-i, D-iv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 C-iii, D-i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इतिहास में कई महत्वपूर्ण न्यायिक मामलों में संविधान संशोधनों को चुनौती दी गई है। इंदिरा गांधी बनाम राज नारायण वाद में 39वें संशोधन को चुनौती दी गई थी, जिसके द्वारा प्रधानमंत्री के चुनाव को न्यायिक समीक्षा से बाहर करने का प्रयास किया गया था, इसलिए A का मिलान iii से होता है। मिनर्वा मिल्स वाद में 42वें संशोधन को चुनौती दी गई थी जिसमें संसद को असीमित संशोधन शक्ति देने का प्रावधान था, इसलिए B का मिलान i से होगा। किहोतो हॉलोहान वाद दल-बदल विरोधी कानून यानी 52वें संशोधन से संबंधित है, इसलिए C का मिलान ii से होता है। पी. संबामूर्थि वाद प्रशासनिक अधिकरणों से जुड़े 32वें संशोधन को चुनौती देने से संबंधित है, इसलिए D का मिलान iv से सही बैठता है। इस प्रकार सही क्रम A-iii, B-i, C-ii, D-iv बनता है और यह विकल्प D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राष्ट्रपति के चुनाव के संबंध में निम्नलिखित में से कौन सा कथन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राष्ट्रपति का चुनाव एक निर्वाचक मंडल के सदस्यों द्वारा किया जाता है जिसमें संसद और विधान सभाओं के निर्वाचित सदस्य शामिल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निर्वाचक मंडल के प्रत्येक सदस्य के लिए वोट का मूल्य 1971 की जनगणना के आधार पर तय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चुनाव एकल संक्रमणीय मत के माध्यम से आनुपातिक प्रतिनिधित्व प्रणाली के अनुसार आयोजित किए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विधायक के मत का मूल्य राज्य की जनसंख्या में निर्वाचित सदस्यों की कुल संख्या का भाग देकर प्राप्त भागफल में 100 का भाग देने पर आता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विधायक के मत का मूल्य राज्य की जनसंख्या में निर्वाचित सदस्यों की कुल संख्या का भाग देकर प्राप्त भागफल में 100 का भाग देने पर आता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राष्ट्रपति का चुनाव एक निर्वाचक मंडल के सदस्यों द्वारा किया जाता है जिसमें संसद और विधान सभाओं के निर्वाचित सदस्य शामिल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निर्वाचक मंडल के प्रत्येक सदस्य के लिए वोट का मूल्य 1971 की जनगणना के आधार पर तय किया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चुनाव एकल संक्रमणीय मत के माध्यम से आनुपातिक प्रतिनिधित्व प्रणाली के अनुसार आयोजित किए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विधायक के मत का मूल्य निकालने की सही प्रक्रिया यह है कि राज्य की कुल जनसंख्या को निर्वाचित विधायकों की कुल संख्या से विभाजित किया जाता है, और फिर प्राप्त भागफल में 100 का नहीं बल्कि 1000 का भाग दिया जाता है, इसलिए विकल्प D में दिया गया कथन गलत है और यही हमारा उत्तर है। भारत के राष्ट्रपति का चुनाव वास्तव में एक निर्वाचक मंडल द्वारा होता है जिसमें संसद के दोनों सदनों और राज्य विधानसभाओं के निर्वाचित सदस्य शामिल होते हैं, इसलिए विकल्प A सही है। वोट का मूल्य तय करने में 1971 की जनगणना का आधार लिया जाता है, इसलिए B भी सही कथन है। चुनाव एकल संक्रमणीय मत प्रणाली और आनुपातिक प्रतिनिधित्व के आधार पर होता है, इसलिए C भी सही है। इस प्रकार केवल D ही गलत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भारत के चुनाव आयोग के संबंध में सही कथन पहचानें:</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चुनाव आयोग एक स्थायी संवैधानिक निकाय है और इसकी स्थापना 25 जनवरी, 1952 को की गई थी</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बहुमत द्वारा निर्णय लेने की शक्ति के साथ बहु-सदस्यीय आयोग की अवधारणा 1995 से लागू 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चुनाव पश्चात् सांसदों और विधायकों की निर्योग्यता के मामले में आयोग के पास परामर्शदात्री क्षेत्राधिकार भी 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चुनाव आयुक्तों की नियुक्ति करता है और उनका कार्यकाल पाँच वर्ष या 60 वर्ष की आयु तक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चुनाव पश्चात् सांसदों और विधायकों की निर्योग्यता के मामले में आयोग के पास परामर्शदात्री क्षेत्राधिकार भी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चुनाव आयोग एक स्थायी संवैधानिक निकाय है और इसकी स्थापना 25 जनवरी, 1952 को की गई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बहुमत द्वारा निर्णय लेने की शक्ति के साथ बहु-सदस्यीय आयोग की अवधारणा 1995 से लागू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चुनाव आयुक्तों की नियुक्ति करता है और उनका कार्यकाल पाँच वर्ष या 60 वर्ष की आयु तक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103 के अनुसार चुनाव आयोग सांसदों और विधायकों की चुनाव पश्चात् अयोग्यता के मामलों में राष्ट्रपति या राज्यपाल को सलाह देता है, यानी इस विषय में आयोग के पास परामर्शदात्री क्षेत्राधिकार होता है, इसलिए विकल्प C सही कथन है। भारत का चुनाव आयोग वास्तव में एक स्थायी संवैधानिक निकाय है लेकिन इसकी स्थापना 25 जनवरी, 1952 को नहीं बल्कि 25 जनवरी, 1950 को हुई थी, इसलिए विकल्प A गलत है। बहु-सदस्यीय आयोग की अवधारणा 1993 से लागू है, न कि 1995 से, इसलिए विकल्प B भी गलत है। चुनाव आयुक्तों का कार्यकाल छह वर्ष या 65 वर्ष की आयु तक होता है, न कि पाँच वर्ष या 60 वर्ष, इसलिए विकल्प D भी गलत है। इस प्रकार केवल विकल्प C ही सही सिद्ध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लोक सभा के अध्यक्ष की शक्तियों के बारे में निम्न में से कौन से कथन सही हैं? A. अध्यक्ष संसद के दोनों सदनों की संयुक्त बैठक की अध्यक्षता करते हैं। B. जब वित्त विधेयक निचले सदन से उच्च सदन को भेजा जाता है तो अध्यक्ष द्वारा उसे वित्त विधेयक के तौर पर प्रमाणपत्र दिया जाता है। C. अध्यक्ष को हटाये जाने का प्रस्ताव विचाराधीन हो, तब अध्यक्ष ना तो अध्यक्षता करेंगे और ना ही कार्यवाहियों में भाग लेंगे। D. मतों की समानता के अलावा, अध्यक्ष सदन में मतदान नहीं करते।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अध्यक्ष की शक्तियों से जुड़ा यह प्रश्न बारीकी से पढ़ने पर हल होता है। अध्यक्ष संसद के दोनों सदनों की संयुक्त बैठक की अध्यक्षता करते हैं, इसलिए कथन A सही है। जब कोई वित्त विधेयक लोकसभा से राज्यसभा भेजा जाता है तो अध्यक्ष उस पर वित्त विधेयक होने का प्रमाणपत्र देते हैं और यह प्रमाणपत्र अंतिम माना जाता है, इसलिए कथन B भी सही है। मतों की समानता की स्थिति के अलावा अध्यक्ष सामान्यतः मतदान नहीं करते, इसलिए कथन D भी सही है। लेकिन अध्यक्ष को हटाने का प्रस्ताव विचाराधीन होने पर अध्यक्ष सदन की अध्यक्षता तो नहीं कर सकते, परंतु वे सदन की कार्यवाही में भाग ले सकते हैं और बोल भी सकते हैं, इसलिए कथन C गलत है। इस प्रकार सही कथन A, B और D हैं, जो विकल्प C में सही रूप से दर्शाए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वो कौन सा विषय है जिस पर 31 दिसम्बर, 2023 को वित्त मंत्रालय द्वारा अधिसूचित वित्त आयोग अपनी सिफारिशें नहीं करेगा?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संघ और राज्यों के बीच करों के निवल आगमों का वितरण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के राजस्व की सहायता अनुदान को नियंत्रित करने वाले सिद्धांत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पंचायतों और नगरपालिकाओं के संसाधनों की पूर्ति के लिए राज्य की संचित निधि को बढ़ाने के उपाय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जलवायु प्रबंधन पहल के वित्त पोषण पर वर्तमान व्यवस्था की समीक्षा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जलवायु प्रबंधन पहल के वित्त पोषण पर वर्तमान व्यवस्था की समीक्षा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संघ और राज्यों के बीच करों के निवल आगमों का वितरण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के राजस्व की सहायता अनुदान को नियंत्रित करने वाले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पंचायतों और नगरपालिकाओं के संसाधनों की पूर्ति के लिए राज्य की संचित निधि को बढ़ाने के उपाय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16वें वित्त आयोग की विचारार्थ शर्तों यानी टर्म्स ऑफ रेफरेंस में जलवायु प्रबंधन पहल के वित्तपोषण पर वर्तमान व्यवस्था की समीक्षा को शामिल नहीं किया गया है, इसलिए विकल्प D सही उत्तर है। संघ और राज्यों के बीच करों के निवल आगमों का वितरण, राज्यों के लिए सहायता अनुदान के सिद्धांत, और पंचायतों-नगरपालिकाओं के संसाधनों को बढ़ाने के उपाय, ये सभी वित्त आयोग की परंपरागत विचारार्थ शर्तों में शामिल रहते हैं, इसलिए A, B और C गलत हैं। वित्त आयोग भारत में केंद्र और राज्यों के बीच वित्तीय संबंधों को संतुलित करने वाली एक संवैधानिक संस्था है, और प्रत्येक नए वित्त आयोग की विचारार्थ शर्तों में क्या नया जोड़ा या हटाया गया है, यह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2004 के लोकसभा चुनाव परिणामों से संबंधित निम्न कथनों पर विचार कीजिए: A. कांग्रेस ने 145 सीटें जीती थीं। B. भाजपा ने 145 से अधिक सीटें जीती थीं। C. सीपीआई (एम) ने 50 से अधिक सीटें जीती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2004 के लोकसभा आम चुनावों में कांग्रेस पार्टी ने कुल 145 सीटें जीती थीं और वह सबसे बड़े दल के रूप में उभरी थी, इसलिए कथन A सही है। इसी चुनाव में भारतीय जनता पार्टी यानी भाजपा ने 138 सीटें जीती थीं, जो 145 से कम है, इसलिए कथन B गलत है। वहीं सीपीआई एम यानी भारतीय कम्युनिस्ट पार्टी मार्क्सवादी ने केवल 43 सीटें जीती थीं, जो 50 से कम है, इसलिए कथन C भी गलत है। इस प्रकार केवल कथन A ही सही है और विकल्प A सही उत्तर बनता है। इस चुनाव के बाद संयुक्त प्रगतिशील गठबंधन यानी यूपीए की सरकार बनी थी और डॉ. मनमोहन सिंह प्रधानमंत्री बने थे। भारत के विभिन्न आम चुनावों में प्रमुख दलों की सीटों की संख्या याद रखना राजनीति के इतिहास खंड के लिए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केन्द्रीय सतर्कता आयोग की स्थापना निम्नलिखित में से किस समिति की सिफारिशों के आधार पर हुयी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संथानम समिति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केलकर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स्वर्ण सिंह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बकशी टेकचंद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संथानम समिति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केलकर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स्वर्ण सिंह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बकशी टेकचंद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भ्रष्टाचार रोकने के लिए के. संथानम की अध्यक्षता वाली 'भ्रष्टाचार निवारण समिति' का गठन 1962 में किया गया था, और इसी समिति की सिफारिशों के आधार पर 1964 में केंद्रीय सतर्कता आयोग यानी सीवीसी की स्थापना की गई। यह आयोग केंद्र सरकार के अंतर्गत भ्रष्टाचार की जांच और नियंत्रण के लिए सर्वोच्च संस्था के रूप में कार्य करता है। केलकर समिति कर सुधारों से, स्वर्ण सिंह समिति संविधान संशोधन और मौलिक कर्तव्यों से, तथा बकशी टेकचंद समिति भ्रष्टाचार निवारण के प्रारंभिक अध्ययन से जुड़ी थी, लेकिन सीधे तौर पर सीवीसी की स्थापना का श्रेय संथानम समिति को ही जाता है, इसलिए B, C और D गलत हैं। भारत में विभिन्न संवैधानिक और सांविधिक संस्थाओं की स्थापना किस समिति की सिफारिश पर हुई, यह जानकारी परीक्षा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मुख्यमंत्री ने अधिकतम बार राजस्थान में राष्ट्रपति शासन का सामना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हरिदेव जोशी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जयनारायण व्यास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शिवचरण माथुर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हरिदेव जोशी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जयनारायण व्यास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शिवचरण माथुर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कुल 4 बार यानी वर्ष 1967, 1977, 1980 और 1992 में राष्ट्रपति शासन लागू हो चुका है। इनमें से दो बार, यानी 1980 और 1992 में, भैरोंसिंह शेखावत मुख्यमंत्री के पद पर थे जब उनकी सरकार भंग होने पर राष्ट्रपति शासन लगाया गया, इसलिए वे अधिकतम बार राष्ट्रपति शासन का सामना करने वाले मुख्यमंत्री हैं। हरिदेव जोशी, जयनारायण व्यास और शिवचरण माथुर भी राजस्थान के महत्वपूर्ण मुख्यमंत्री रहे हैं, लेकिन इनमें से किसी ने भी दो बार राष्ट्रपति शासन का सामना नहीं किया, इसलिए A, C और D गलत हैं। राजस्थान में राष्ट्रपति शासन का इतिहास और उससे जुड़े मुख्यमंत्रियों के नाम याद रखना राज्य की राजनीति के इतिहास खंड में परीक्षा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नवम्बर 2024 के अंत तक, राजस्थान की मंत्रिपरिषद् में कितनी महिलाएँ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1</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नवंबर 2024 के अंत तक राजस्थान मंत्रिपरिषद में केवल दो महिला मंत्री थीं, दीया कुमारी जो उपमुख्यमंत्री के पद पर थीं, और मंजू बाघमार जो राज्य मंत्री के पद पर कार्यरत थीं। यह तथ्य राजस्थान की वर्तमान भाजपा सरकार के मंत्रिमंडल गठन से संबंधित है और करेंट अफेयर्स की दृष्टि से महत्वपूर्ण है। बाकी दिए गए विकल्पों में महिला मंत्रियों की संख्या वास्तविक आंकड़े से मेल नहीं खाती, इसलिए A, C और D गलत हैं। राज्य मंत्रिमंडल में महिलाओं और विभिन्न सामाजिक वर्गों के प्रतिनिधित्व से जुड़े आंकड़े अक्सर करेंट अफेयर्स आधारित प्रश्नों में पूछे जाते हैं, इसलिए राज्य सरकार की मंत्रिपरिषद की संरचना पर अद्यतन जानकारी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राजस्थान विधान सभा में अधीनस्थ विधान संबंधी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समिति संविधान या कानून द्वारा अधीनस्थ प्राधिकारी को सौंपे गए "आदेशों" की जाँच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समिति उन विधेयकों के प्रावधानों की जाँच कर सकती है जो आदेश देने के लिए शक्तियाँ सौंपने की माँग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विधायी शक्तियों के प्रत्यायोजन के प्रावधान वाले विधेयकों को समिति को संदर्भित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विधान सभा में प्रक्रिया और कार्य संचालन नियमों के नियम 240 द्वारा शासित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राजस्थान विधान सभा में प्रक्रिया और कार्य संचालन नियमों के नियम 240 द्वारा शासित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समिति संविधान या कानून द्वारा अधीनस्थ प्राधिकारी को सौंपे गए "आदेशों" की जाँच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समिति उन विधेयकों के प्रावधानों की जाँच कर सकती है जो आदेश देने के लिए शक्तियाँ सौंपने की माँग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अध्यक्ष विधायी शक्तियों के प्रत्यायोजन के प्रावधान वाले विधेयकों को समिति को संदर्भित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 प्रक्रिया और कार्य संचालन नियमों में अधीनस्थ विधान संबंधी समिति का प्रावधान नियम 240 में नहीं बल्कि नियम 239 में दिया गया है, इसलिए विकल्प D में दिया गया कथन गलत है और यही हमारा उत्तर है। अधीनस्थ विधान समिति का मुख्य कार्य यह देखना है कि सरकार द्वारा जारी किए गए नियम, आदेश और अधिसूचनाएं संविधान या मूल कानून की सीमाओं के भीतर हैं या नहीं, इसलिए विकल्प A सही कथन है। यह समिति उन विधेयकों की भी जांच करती है जो सरकार को नियम बनाने की शक्ति सौंपने की मांग करते हैं, इसलिए B भी सही है। विधानसभा अध्यक्ष ऐसे विधेयकों को इस समिति के पास भेजते हैं, इसलिए C भी सही कथन है। इस प्रकार केवल D ही गलत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राज्यपाल के संबंध में निम्नांकित में से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पुनर्गठन आयोग की अनुशंसा के आधार पर राजप्रमुख के पद को समाप्त कर दिया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7वें संविधान संशोधन से राजप्रमुख का पद समाप्त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गुरुमुख निहाल सिंह को 1 नवम्बर, 1956 को राजस्थान का पहला राज्यपाल नियुक्त किया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हरिभाऊ किसनराव बागडे ने 31 जुलाई, 2024 को राजस्थान के राज्यपाल का पदभार संभाला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गुरुमुख निहाल सिंह को 1 नवम्बर, 1956 को राजस्थान का पहला राज्यपाल नियुक्त किया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पुनर्गठन आयोग की अनुशंसा के आधार पर राजप्रमुख के पद को समाप्त कर दिया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7वें संविधान संशोधन से राजप्रमुख का पद समाप्त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हरिभाऊ किसनराव बागडे ने 31 जुलाई, 2024 को राजस्थान के राज्यपाल का पदभार संभाला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गुरुमुख निहाल सिंह को राजस्थान का पहला राज्यपाल 25 अक्टूबर 1956 को नियुक्त किया गया था और उन्होंने 1 नवम्बर 1956 को अपना पदभार ग्रहण किया था, इसलिए विकल्प C में दी गई नियुक्ति की तारीख गलत है क्योंकि नियुक्ति 1 नवम्बर को नहीं बल्कि पदभार ग्रहण 1 नवम्बर को हुआ था, अतः यही हमारा उत्तर है। राज्य पुनर्गठन आयोग की अनुशंसा और 7वें संविधान संशोधन अधिनियम के द्वारा राजप्रमुख के पद को समाप्त कर राज्यपाल का पद सृजित किया गया, इसलिए विकल्प A और B दोनों सही कथन हैं। हरिभाऊ किसनराव बागडे ने वास्तव में 31 जुलाई 2024 को राजस्थान के राज्यपाल का पदभार संभाला था, इसलिए D भी सही है। इस प्रकार केवल C में तथ्यात्मक भ्रम है, इसलिए वही गलत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में जिला आयोजना समिति का अध्यक्ष कौन बनता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जिला कलक्टर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जिला परिषद् का मुख्य कार्यकारी अधिकारी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 सदस्य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जिला प्रमुख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जिला प्रमुख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कलक्टर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परिषद् का मुख्य कार्यकारी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सदस्य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के अंतर्गत जिला आयोजना समिति का पदेन अध्यक्ष संबंधित जिले का 'जिला प्रमुख' होता है, जो जिला परिषद का निर्वाचित प्रमुख होता है। जिला आयोजना समिति का मुख्य कार्य जिले के विकास कार्यों की योजना बनाना और उन्हें समन्वित रूप से लागू करवाना है, ताकि पंचायती राज संस्थाओं और नगरपालिका क्षेत्रों में समान विकास हो सके। जिला कलक्टर एक प्रशासनिक अधिकारी होते हैं और वे आमतौर पर इस समिति के सदस्य सचिव के रूप में कार्य करते हैं, न कि अध्यक्ष के रूप में, इसलिए विकल्प A गलत है। जिला परिषद का मुख्य कार्यकारी अधिकारी और संसद सदस्य भी इस समिति के पदेन अध्यक्ष नहीं होते, इसलिए B और C भी गलत हैं। पंचायती राज व्यवस्था की संरचना और विभिन्न पदों के अधिकार क्षेत्र को याद रखना परीक्षा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अधिनियम के द्वारा जयपुर विकास प्राधिकरण की स्थापना हुयी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विकास प्राधिकरण अधिनियम, 1982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विकास प्राधिकरण अधिनियम, 1983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विकास प्राधिकरण अधिनियम, 1984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विकास प्राधिकरण अधिनियम, 1985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जयपुर विकास प्राधिकरण अधिनियम, 1982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विकास प्राधिकरण अधिनियम, 1983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विकास प्राधिकरण अधिनियम, 1984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विकास प्राधिकरण अधिनियम, 1985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शहर के सुनियोजित एवं व्यवस्थित विकास के लिए राजस्थान सरकार ने 'जयपुर विकास प्राधिकरण अधिनियम, 1982' पारित किया, जिसके तहत जयपुर विकास प्राधिकरण यानी जेडीए की स्थापना की गई। यह प्राधिकरण जयपुर शहर और उसके आसपास के क्षेत्रों में भूमि उपयोग की योजना बनाने, सड़क व अवसंरचना विकास करने और अवैध निर्माणों पर नियंत्रण रखने का कार्य करता है। बाकी दिए गए वर्ष 1983, 1984 और 1985 इस अधिनियम के पारित होने के वास्तविक वर्ष से मेल नहीं खाते, इसलिए B, C और D गलत हैं। राजस्थान के प्रमुख शहरों जैसे जयपुर, जोधपुर, कोटा और उदयपुर में स्थापित विकास प्राधिकरणों के गठन वर्ष और उनसे जुड़े अधिनियमों को याद रखना राज्य प्रशासन और नगरीय विकास से जुड़े प्रश्नों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रियासती राज्यों के किस समूह ने स्वाधीनता से पहले पंचायतों पर विधेयक पारित कर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अलवर, बाँसवाड़ा, करौली, सिरोही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बाँसवाड़ा, बीकानेर, भरतपुर, बूँदी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जोधपुर, जयपुर, उदयपुर, 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करौली, बूँदी, अलवर, जैसलमेर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जोधपुर, जयपुर, उदयपुर, सिरोही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 बाँसवाड़ा, करौली, सिरोही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 बीकानेर, भरतपुर, बूँदी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 बूँदी, अलवर, जैसलमेर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स्वतंत्रता से पूर्व राजस्थान की जोधपुर, जयपुर, उदयपुर यानी मेवाड़ और सिरोही जैसी रियासतों ने अपने-अपने क्षेत्रों में ग्राम पंचायतों के गठन के लिए अलग-अलग पंचायत अधिनियम पारित कर दिए थे, जो उस समय के हिसाब से एक प्रगतिशील कदम माना जाता है। इन रियासतों ने ग्रामीण स्वशासन को बढ़ावा देने के उद्देश्य से यह कानून बनाए, जबकि अन्य विकल्पों में दी गई रियासतों जैसे अलवर, बाँसवाड़ा, बीकानेर, भरतपुर, बूँदी, करौली और जैसलमेर ने स्वाधीनता पूर्व इस प्रकार के पंचायत अधिनियम पारित नहीं किए थे, इसलिए A, B और D गलत हैं। राजस्थान में पंचायती राज व्यवस्था का इतिहास रियासतकाल से लेकर स्वतंत्रता के बाद के गठन तक बहुत महत्वपूर्ण टॉपिक है, विशेषकर यह जानना कि किस रियासत ने पहले कदम उठाए।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राजस्थान सरकार के अधीन सेवारत व्यक्ति को प्रभावित करने वाले अनुशासनात्मक मामलों पर राजस्थान लोक सेवा आयोग से अनिवार्य परामर्श का प्रावधान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320(3)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318(1)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322(2)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325(4)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320(3)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322(2)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325(4)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320(3)(c) के अनुसार, राज्य सरकार के अधीन सेवारत किसी व्यक्ति को प्रभावित करने वाले सभी अनुशासनात्मक मामलों पर राज्य लोक सेवा आयोग जैसे राजस्थान लोक सेवा आयोग यानी आरपीएससी से परामर्श किया जाना अनिवार्य है। लोक सेवा आयोग का यह परामर्शदात्री कार्य सुनिश्चित करता है कि सरकारी कर्मचारियों के विरुद्ध अनुशासनात्मक कार्रवाई निष्पक्ष और उचित प्रक्रिया के अनुसार हो। अनुच्छेद 318 आयोग के सदस्यों की सेवा शर्तों से, अनुच्छेद 322 आयोग के व्यय से और अनुच्छेद 325 मतदाता सूची से संबंधित है, इसलिए B, C और D गलत हैं। लोक सेवा आयोगों से जुड़े संवैधानिक प्रावधानों और उनके कार्यों को अनुच्छेद संख्या के साथ याद रखना राजव्यवस्था खंड में बहुत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दिनांक को प्रमिल कुमार माथुर ने राजस्थान उच्च न्यायालय के रजिस्ट्रार जनरल का कार्यभार संभाला?</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20/02/2024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20/03/2024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20/04/2024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20/05/2024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20/04/2024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20/02/2024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20/03/2024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20/05/2024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प्रमिल कुमार माथुर ने राजस्थान उच्च न्यायालय के नए रजिस्ट्रार जनरल का कार्यभार 20 अप्रैल 2024 को ग्रहण किया था। रजिस्ट्रार जनरल उच्च न्यायालय का सबसे वरिष्ठ प्रशासनिक अधिकारी होता है जो न्यायालय के प्रशासनिक कार्यों, रिकॉर्ड प्रबंधन और न्यायिक प्रक्रियाओं के संचालन में महत्वपूर्ण भूमिका निभाता है। बाकी दी गई तिथियाँ फरवरी, मार्च और मई इस नियुक्ति की वास्तविक तिथि से मेल नहीं खातीं, इसलिए A, B और D गलत हैं। राजस्थान उच्च न्यायालय और उससे जुड़े प्रशासनिक व न्यायिक नियुक्तियों से संबंधित करेंट अफेयर्स के प्रश्न परीक्षा में अक्सर पूछे जाते हैं, इसलिए न्यायपालिका से जुड़ी हालिया नियुक्तियों पर नजर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लोकायुक्त और उप-लोकायुक्त अधिनियम, 1973 की धारा 7 के तहत, लोकायुक्त को कुछ मामलों में मंत्रियों और लोक सेवकों के खिलाफ आरोपों की जाँच करने का अधिकार है। निम्नलिखित में से कौन सा विषय उन जाँचों का हिस्सा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सेवकों द्वारा पहुँचाई गई अकारण हानि या पीड़ा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अवैध लाभ प्राप्त करने के लिए लोक सेवक के रूप में अपनी स्थिति का दुरुपयोग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महिलाओं का यौन उत्पीड़न, जातिगत भेदभाव और बच्चों के खिलाफ हिंसा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सेवक की हैसियत से भ्रष्टाचार का दोषी होने या पारदर्शिता की कमी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महिलाओं का यौन उत्पीड़न, जातिगत भेदभाव और बच्चों के खिलाफ हिंसा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सेवकों द्वारा पहुँचाई गई अकारण हानि या पीड़ा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अवैध लाभ प्राप्त करने के लिए लोक सेवक के रूप में अपनी स्थिति का दुरुपयोग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सेवक की हैसियत से भ्रष्टाचार का दोषी होने या पारदर्शिता की कमी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लोकायुक्त एवं उप-लोकायुक्त अधिनियम, 1973 की धारा 7 के तहत लोकायुक्त मुख्य रूप से भ्रष्टाचार, पद के दुरुपयोग, अकारण पीड़ा पहुँचाने और प्रशासनिक अनियमितताओं की जांच करता है, जो लोक सेवकों के आधिकारिक आचरण से संबंधित होती हैं। महिलाओं का यौन उत्पीड़न, जातिगत भेदभाव और बच्चों के खिलाफ हिंसा जैसे आपराधिक मामलों की जांच पुलिस और संबंधित आपराधिक न्याय व्यवस्था द्वारा की जाती है, न कि लोकायुक्त द्वारा, इसलिए विकल्प C सही उत्तर है क्योंकि यह लोकायुक्त की जांच के दायरे से बाहर है। विकल्प A, B और D सभी लोकायुक्त की जांच के दायरे में आने वाले वास्तविक विषय हैं। लोकायुक्त संस्था का उद्देश्य प्रशासनिक भ्रष्टाचार पर अंकुश लगाना है, न कि आपराधिक मामलों की जांच करना।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सामान्य वर्ग के उम्मीदवार के लिए महापौर का चुनाव लड़ने हेतु अमानत राशि कितनी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₹20,000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₹30,000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₹30,000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नगर निगम के महापौर पद का चुनाव लड़ने वाले सामान्य वर्ग के उम्मीदवार के लिए निर्धारित अमानत यानी जमानत राशि ₹30,000 है। यह राशि उम्मीदवारी नामांकन के समय जमा करानी होती है और यदि उम्मीदवार को कुल पड़े वैध मतों के एक निश्चित प्रतिशत से कम मत मिलते हैं तो यह राशि जब्त कर ली जाती है। यह प्रावधान चुनाव प्रक्रिया में गंभीर उम्मीदवारों की भागीदारी सुनिश्चित करने के लिए बनाया गया है। बाकी दी गई राशियां ₹10,000, ₹20,000 और ₹40,000 वास्तविक निर्धारित राशि से मेल नहीं खातीं, इसलिए A, B और D गलत हैं। स्थानीय स्वशासन चुनावों में विभिन्न पदों जैसे पार्षद, सभापति और महापौर के लिए निर्धारित अमानत राशि और आरक्षित वर्गों के लिए इसमें दी जाने वाली छूट को याद रखना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सूचना आयुक्त की नियुक्ति राज्यपाल द्वारा एक समिति की सिफारिश पर की जाती है। निम्नलिखित में से कौन इस समिति का सदस्य नहीं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विधान सभा में विपक्ष का नेता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द्वारा मनोनीत केबिनेट मंत्री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उच्च न्यायालय का मुख्य न्यायाधीश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उच्च न्यायालय का मुख्य न्यायाधीश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विधान सभा में विपक्ष का नेता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द्वारा मनोनीत केबिनेट मंत्री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सूचना का अधिकार अधिनियम, 2005 के अनुसार राज्य सूचना आयुक्त की नियुक्ति के लिए बनाई गई समिति में मुख्यमंत्री अध्यक्ष के रूप में, विधानसभा में विपक्ष का नेता और मुख्यमंत्री द्वारा मनोनीत एक केबिनेट मंत्री सदस्य के रूप में शामिल होते हैं। इस समिति में उच्च न्यायालय के मुख्य न्यायाधीश का कोई स्थान नहीं होता, क्योंकि यह नियुक्ति एक कार्यपालिका प्रक्रिया है न कि न्यायिक, इसलिए विकल्प D सही उत्तर है क्योंकि वे इस समिति के सदस्य नहीं होते। मुख्यमंत्री, विपक्ष के नेता और मनोनीत मंत्री तीनों वास्तव में इस समिति के सदस्य होते हैं, इसलिए A, B और C गलत विकल्प हैं क्योंकि प्रश्न में पूछा गया है कि कौन सदस्य नहीं होता। सूचना के अधिकार अधिनियम से जुड़ी नियुक्ति प्रक्रियाओं को ध्यान से पढ़ना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मानव अधिकार आयोग के निम्नलिखित अध्यक्षों में से किन्होंने पाँच वर्ष की पदावधि पूरी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श्रीमती कांता भटनागर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एन. के. 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एस. सगीर अहमद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प्रकाश टांटिया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एन. के. 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श्रीमती कांता भटनागर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एस. सगीर अहमद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प्रकाश टांटिया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एन. के. जैन ने राजस्थान राज्य मानवाधिकार आयोग के अध्यक्ष के रूप में वर्ष 2005 से 2010 तक अपना पूरा पांच वर्ष का कार्यकाल सफलतापूर्वक पूरा किया था, जो इस पद पर एक दुर्लभ उपलब्धि मानी जाती है क्योंकि अक्सर अध्यक्ष अपने कार्यकाल की समाप्ति से पहले ही पद छोड़ देते हैं या स्थानांतरित हो जाते हैं। अन्य दिए गए न्यायाधीशों जैसे न्यायमूर्ति कांता भटनागर, न्यायमूर्ति एस. सगीर अहमद और न्यायमूर्ति प्रकाश टांटिया ने भी इस पद पर सेवाएं दीं, लेकिन इनमें से किसी ने भी पूरे पांच वर्ष का कार्यकाल पूरा नहीं किया, इसलिए A, C और D गलत हैं। राजस्थान राज्य मानवाधिकार आयोग की स्थापना और उसके विभिन्न अध्यक्षों के कार्यकाल से जुड़े तथ्य राज्य की संवैधानिक व सांविधिक संस्थाओं के अध्ययन में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सिटिजन चार्टर का उद्देश्य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गुणात्मक और समयबद्ध सेवा प्रदान करना</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नागरिक उन्मुखी शासन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उत्तरदायी सरकार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जनता की माँगों की प्रभावी सुनवाई का तंत्र सृजित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जनता की माँगों की प्रभावी सुनवाई का तंत्र सृजित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गुणात्मक और समयबद्ध सेवा प्रदान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नागरिक उन्मुखी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उत्तरदायी सरकार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सिटिजन चार्टर यानी नागरिक अधिकार पत्र का मुख्य उद्देश्य सरकारी सेवाओं को समयबद्ध और गुणवत्तापूर्ण ढंग से नागरिकों तक पहुंचाना तथा शासन को अधिक उत्तरदायी और नागरिक उन्मुखी बनाना है, इसलिए विकल्प A, B और C सिटिजन चार्टर के वास्तविक उद्देश्यों में शामिल हैं। जनता की मांगों और शिकायतों की सुनवाई के लिए अलग से लोक शिकायत निवारण तंत्र बनाया जाता है, जो सिटिजन चार्टर से भिन्न एक अलग व्यवस्था है, इसलिए विकल्प D सिटिजन चार्टर का सीधा उद्देश्य नहीं है और यही हमारा सही उत्तर है। सिटिजन चार्टर की अवधारणा सबसे पहले ब्रिटेन में शुरू हुई थी और भारत में इसे प्रशासनिक सुधारों के तहत विभिन्न विभागों में लागू किया गया है। लोक प्रशासन से जुड़े इन दोनों अवधारणाओं के अंतर को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वर्ष में भारत की सकल राष्ट्रीय आय एवं शुद्ध राष्ट्रीय आय में वार्षिक वृद्धि की दर प्रचलित एवं स्थिर दोनों ही कीमतों पर ऋणात्मक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2018-19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2019-20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2020-21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2021-22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2020-21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2018-19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2019-20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2021-22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वर्ष 2020-21 में कोविड-19 महामारी और उसके कारण लगाए गए देशव्यापी लॉकडाउन के गंभीर प्रभाव से भारत की सकल राष्ट्रीय आय यानी जीएनआई और शुद्ध राष्ट्रीय आय यानी एनएनआई दोनों में प्रचलित और स्थिर दोनों प्रकार की कीमतों पर नकारात्मक वृद्धि दर्ज की गई थी। यह भारतीय अर्थव्यवस्था के इतिहास में एक असाधारण घटना थी क्योंकि लॉकडाउन के कारण उत्पादन, व्यापार और सेवाएं लगभग ठप पड़ गई थीं। वर्ष 2018-19, 2019-20 और 2021-22 में भारत की अर्थव्यवस्था ने सकारात्मक वृद्धि दर दर्ज की थी, भले ही 2019-20 में वृद्धि दर अपेक्षाकृत धीमी रही हो, इसलिए A, B और D गलत हैं। भारतीय अर्थव्यवस्था खंड में कोविड काल के आर्थिक आंकड़ों को विशेष रूप से याद रखना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जी.एस.टी. के "इनपुट कर जमा तंत्र" के लाभ के सम्बन्ध में निम्न में से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दोहरे करारोपण को रोकता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उत्पादन पर कर से बचाता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स्टार्ट-अप को कर से राहत प्रदान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उत्पादकों को रिकॉर्ड रखने की जरूरत नहीं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यह दोहरे करारोपण को रोकता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उत्पादन पर कर से बचाता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स्टार्ट-अप को कर से राहत प्रदान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उत्पादकों को रिकॉर्ड रखने की जरूरत नहीं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वस्तु एवं सेवा कर यानी जीएसटी प्रणाली में "इनपुट टैक्स क्रेडिट" तंत्र का सबसे बड़ा और मुख्य लाभ यह है कि यह कर पर कर लगने वाले प्रभाव यानी कैस्केडिंग इफेक्ट या दोहरे करारोपण को रोकता है, जिससे अंतिम उपभोक्ता पर करों का बोझ कम होता है। इस व्यवस्था के तहत उत्पादन की प्रत्येक श्रृंखला में जो कर पहले चुकाया जा चुका है, उसे अगले चरण के कर से घटा दिया जाता है। यह कहना गलत होगा कि यह उत्पादन पर कर से पूरी तरह बचाता है या विशेष रूप से स्टार्ट-अप को राहत देता है, क्योंकि यह लाभ सभी पंजीकृत व्यापारियों को समान रूप से मिलता है, इसलिए B और C गलत हैं। इनपुट टैक्स क्रेडिट का लाभ लेने के लिए रिकॉर्ड रखना अनिवार्य होता है, न कि इसकी आवश्यकता समाप्त होती है, इसलिए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 निवेश पोर्टल के संबंध में निम्नलिखित में से कौन सा कथन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 निवेश पोर्टल मंजूरी/अनुमोदन के लिए वन-स्टॉप केंद्र के रूप में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सीधे मुख्यमंत्री के अधीन एक "वन स्टॉप शॉप" सुविधा है, वन स्टॉप शॉप के नियम 26.11.2020 को अधिसूचित किए गए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पोर्टल प्रासंगिक नियमों, आदेशों और नीतिगत पहलों से संबंधित अद्यतन जानकारी प्रदान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एकल बिंदु (ऑनलाइन) इंटरफेस और समयबद्ध निकासी प्रणाली प्रदान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सीधे मुख्यमंत्री के अधीन एक "वन स्टॉप शॉप" सुविधा है, वन स्टॉप शॉप के नियम 26.11.2020 को अधिसूचित किए गए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 निवेश पोर्टल मंजूरी/अनुमोदन के लिए वन-स्टॉप केंद्र के रूप में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पोर्टल प्रासंगिक नियमों, आदेशों और नीतिगत पहलों से संबंधित अद्यतन जानकारी प्रदान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एकल बिंदु (ऑनलाइन) इंटरफेस और समयबद्ध निकासी प्रणाली प्रदान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निवेश पोर्टल राजस्थान में निवेशकों को त्वरित मंजूरी और अनुमोदन दिलाने के लिए 'वन स्टॉप शॉप' के रूप में कार्य करता है, लेकिन इसके नियम वास्तव में 26.11.2020 को अधिसूचित नहीं किए गए थे, इसलिए विकल्प B में दिया गया कथन गलत है और यही हमारा उत्तर है। यह पोर्टल वास्तव में मंजूरी और अनुमोदन के लिए एकल केंद्र के रूप में कार्य करता है, इसलिए विकल्प A सही कथन है। यह प्रासंगिक नियमों, आदेशों और नीतिगत पहलों की अद्यतन जानकारी भी उपलब्ध कराता है, इसलिए C भी सही है। यह पोर्टल निवेशकों को एकल बिंदु ऑनलाइन इंटरफेस और समयबद्ध निकासी की सुविधा भी देता है, इसलिए D भी सही कथन है। राजस्थान में निवेश को बढ़ावा देने वाली योजनाओं और पोर्टल्स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मुद्रास्फीति के सन्दर्भ में निम्न में से कौन सा/से कथन सही है/हैं? A. कोर मुद्रास्फीति में खाद्य और ऊर्जा की कीमतें शामिल रहती हैं। B. हैडलाइन मुद्रास्फीति से खाद्य स्फीति बाहर रहती है। C. कोर मुद्रास्फीति की अपेक्षा हैडलाइन मुद्रास्फीति की प्रकृति ज्यादा परिवर्तनशील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मुद्रास्फीति के अध्ययन में हैडलाइन मुद्रास्फीति और कोर मुद्रास्फीति के बीच का अंतर समझना जरूरी है। हैडलाइन मुद्रास्फीति में खाद्य और ऊर्जा सहित सभी वस्तुएं शामिल होती हैं, जो कि मौसमी बदलाव और अंतरराष्ट्रीय बाजार के उतार-चढ़ाव के कारण अत्यधिक परिवर्तनशील यानी वोलेटाइल होती हैं, इसलिए कथन C सही है। दूसरी ओर कोर मुद्रास्फीति में खाद्य और ऊर्जा की कीमतों को शामिल नहीं किया जाता क्योंकि इनकी कीमतें अल्पकालिक कारणों से तेजी से बदलती रहती हैं, इसलिए कथन A गलत है क्योंकि इसमें उल्टा तथ्य कहा गया है। इसी तरह कथन B भी गलत है क्योंकि हैडलाइन मुद्रास्फीति में खाद्य स्फीति बाहर नहीं बल्कि शामिल रहती है। इस प्रकार केवल कथन C सही है और विकल्प D सही उत्तर है। भारतीय रिजर्व बैंक मौद्रिक नीति बनाते समय कोर मुद्रास्फीति को अधिक महत्व देता है क्योंकि यह अंतर्निहित मूल्य प्रवृत्ति को बेहतर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सूची-I में कृषि फसलें तथा सूची-II में 2021-22 में इन फसलों के उत्पादन में प्रथम स्थान पर रहे राज्यों के नाम हैं। संकेतांकों का प्रयोग करते हुए उन्हें सुमेलित कीजिये: सूची-I: सूची-I: A. पोषक अनाज B. कुल दलहन C. मूँगफली D. सोयाबीन सूची-II: 1. i. राजस्थान 2. ii. कर्नाटक 3. iii. मध्यप्रदेश 4. iv. महाराष्ट्र 5. v. गुजरात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B-iii, C-v, D-iv</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C-iv, D-ii</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C-v, D-iv</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B-v, C-ii, D-iii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B-iii, C-v,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B-iii, C-v, D-iv</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C-iv, D-ii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B-v, C-ii, D-iii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कृषि आंकड़ों के अनुसार वर्ष 2021-22 में पोषक अनाज यानी न्यूट्रीसेरियल्स के उत्पादन में कर्नाटक राज्य देश में प्रथम स्थान पर रहा, इसलिए A का मिलान ii से होता है। कुल दलहन उत्पादन में मध्य प्रदेश राज्य प्रथम स्थान पर रहा, इसलिए B का मिलान iii से होगा। मूंगफली के उत्पादन में गुजरात राज्य देश में सबसे आगे रहा, इसलिए C का मिलान v से सही बैठता है। सोयाबीन के उत्पादन में महाराष्ट्र राज्य प्रथम स्थान पर रहा, इसलिए D का मिलान iv से होता है। इस प्रकार सही क्रम A-ii, B-iii, C-v, D-iv बनता है, जो विकल्प C में सही रूप से दिया गया है। भारत के कृषि भूगोल में विभिन्न फसलों के प्रमुख उत्पादक राज्यों को याद रखना परीक्षा के लिए बहुत उपयोगी है क्योंकि ये आंकड़े हर वर्ष अपडेट होते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"राष्ट्रीय खाद्य सुरक्षा अधिनियम" (एनएफएसए) के संबंध में निम्नलिखित कथनों पर विचार कीजिये: A. यह 5 जुलाई, 2013 को अधिनियमित किया गया। B. वर्तमान में लगभग 50 करोड़ व्यक्ति इसके अन्तर्गत आते हैं। C. यह अधिनियम कानूनी रूप से 75% ग्रामीण आबादी और 50% शहरी आबादी को सब्सिडी युक्त खाद्यान्न प्राप्त करने का अधिकार देता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B एवं C दोनों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B दोनों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C दोनों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एवं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एवं C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एवं C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एवं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एवं C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खाद्य सुरक्षा अधिनियम यानी एनएफएसए को 5 जुलाई 2013 को अधिनियमित किया गया था, इसलिए कथन A सही है। यह अधिनियम कानूनी रूप से देश की 75 प्रतिशत ग्रामीण आबादी और 50 प्रतिशत शहरी आबादी को सस्ते दर पर सब्सिडी युक्त खाद्यान्न प्राप्त करने का अधिकार देता है, इसलिए कथन C भी सही है। लेकिन वर्तमान में इस अधिनियम के तहत लगभग 50 करोड़ नहीं बल्कि 80 करोड़ से अधिक लोग शामिल हैं, इसलिए कथन B गलत है। इस प्रकार सही कथन A और C हैं, जो विकल्प C में सही रूप से दिए गए हैं। राष्ट्रीय खाद्य सुरक्षा अधिनियम भारत में गरीबों को कम कीमत पर अनाज उपलब्ध कराने वाली एक महत्वपूर्ण योजना है, और इससे जुड़े आंकड़ों को अद्यतन रखना जरूरी है क्योंकि लाभार्थियों की संख्या समय-समय पर संशोधित होती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खुशहाली रिपोर्ट 2024 के सन्दर्भ में निम्न कथनों पर विचार कीजिये: A. भारत का स्थान 140 से अधिक देशों में 126 था, जो कि इसके पड़ोसी देशों चीन, नेपाल, पाकिस्तान, म्यांमार, श्रीलंका और बांग्लादेश से भी निम्न है। B. पिछले कुछ वर्षों में भारत के स्थान में कुछ विशेष परिवर्तन नहीं हुआ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खुशहाली रिपोर्ट 2024 में भारत का स्थान 143 देशों की सूची में 126वां रहा, और भारत की रैंकिंग में पिछले कुछ वर्षों में कोई बड़ा सुधार नहीं हुआ है, यानी रैंकिंग लगभग स्थिर बनी हुई है, इसलिए कथन B सही है। कथन A में यह कहा गया है कि भारत का स्थान 140 से अधिक देशों में 126 था, जो कि तकनीकी रूप से सही प्रतीत होता है लेकिन आधिकारिक सर्वे और संबंधित रिपोर्ट के अनुसार भारत के पड़ोसी देशों की तुलनात्मक स्थिति का पूरा विवरण A में सही रूप से नहीं दर्शाया गया है, इसलिए इसे गलत माना गया है। इस प्रकार केवल कथन B सही है और विकल्प B सही उत्तर है। विश्व खुशहाली रिपोर्ट संयुक्त राष्ट्र द्वारा हर वर्ष जारी की जाती है और इसमें आय, सामाजिक समर्थन, स्वस्थ जीवन प्रत्याशा जैसे कारकों के आधार पर देशों की रैंकिंग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कार्मिकों का जनसंख्या से अनुपात को परिभाषित किया जाता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श्रम शक्ति में नियोजित व्यक्तियों का प्रतिशत</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कार्यशील आयु की जनसंख्या में नियोजित व्यक्तियों का प्रतिशत</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जनसंख्या में नियोजित व्यक्तियों का प्रतिशत</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जनसंख्या में कार्यशील आयु की जनसंख्या का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कुल जनसंख्या में नियोजित व्यक्तियों का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श्रम शक्ति में नियोजित व्यक्तियों का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कार्यशील आयु की जनसंख्या में नियोजित व्यक्तियों का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जनसंख्या में कार्यशील आयु की जनसंख्या का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कार्मिकों का जनसंख्या से अनुपात यानी वर्कर टू पॉपुलेशन रेशियो, को कुल जनसंख्या में कार्यरत यानी नियोजित व्यक्तियों के प्रतिशत के रूप में परिभाषित किया जाता है। यह संकेतक किसी अर्थव्यवस्था में रोजगार की स्थिति और उत्पादक जनशक्ति के उपयोग को समझने के लिए इस्तेमाल किया जाता है और श्रम बल सर्वेक्षणों में इसका व्यापक उपयोग होता है। श्रम शक्ति में नियोजित व्यक्तियों का प्रतिशत, कार्यशील आयु की जनसंख्या में नियोजित व्यक्तियों का प्रतिशत, और कुल जनसंख्या में कार्यशील आयु की जनसंख्या का प्रतिशत, ये सभी अलग-अलग आर्थिक संकेतक हैं जिनका उपयोग अलग-अलग उद्देश्यों के लिए किया जाता है, इसलिए A, B और D गलत हैं। भारतीय अर्थव्यवस्था में रोजगार से जुड़े विभिन्न संकेतकों जैसे श्रम बल भागीदारी दर, बेरोजगारी दर और वर्कर पॉपुलेशन रेशियो के बीच अंतर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1991 के बाद शुरू हुए वित्तीय क्षेत्र के सुधारों से निम्न में से कौन सा सम्बन्धित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पूँजी पर्याप्तता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गैर-आस्तिकारी परिसम्पत्तियाँ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एफ.आर.बी.एम. अधिनियम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सरफेसी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एफ.आर.बी.एम. अधिनियम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पूँजी पर्याप्तता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गैर-आस्तिकारी परिसम्पत्तियाँ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सरफेसी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उत्तरदायित्व एवं बजट प्रबंधन अधिनियम यानी एफआरबीएम अधिनियम को वर्ष 2003 में सरकार के राजकोषीय घाटे को नियंत्रित करने के उद्देश्य से लाया गया था, और यह 1991 के आर्थिक उदारीकरण के तहत शुरू किए गए वित्तीय क्षेत्र सुधारों का हिस्सा नहीं है, इसलिए विकल्प C सही उत्तर है। पूंजी पर्याप्तता मानदंड, गैर-निष्पादित परिसंपत्तियों यानी एनपीए के प्रबंधन के नियम और सरफेसी अधिनियम, ये सभी बैंकिंग और वित्तीय क्षेत्र में 1991 के बाद हुए सुधारों से सीधे जुड़े हैं, इसलिए A, B और D सभी वास्तव में इन सुधारों से संबंधित हैं। भारत में 1991 में नरसिम्हन समिति की सिफारिशों के बाद बैंकिंग क्षेत्र में व्यापक सुधार किए गए थे, और इनसे जुड़े विभिन्न कानूनों व नियमों के समय और उद्देश्य को अलग-अलग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राजकोषीय घाटे के सम्बन्ध में निम्न कथनों पर विचार करें: A. वर्ष 2022-23 में वास्तविक राजकोषीय घाटा राज्य सकल घरेलू उत्पाद का 3.76 प्रतिशत रहा है। B. यह एफ.आर.बी.एम. अधिनियम, 2005 द्वारा अनुमोदित सीमा से कम है। C. वर्ष 2022-23 का राजकोषीय घाटा 2021-22 की तुलना में अधिक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C दोनों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व C दोनों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व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व C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व C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व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व C दोनों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वर्ष 2022-23 का राजकोषीय घाटा राज्य सकल घरेलू उत्पाद यानी जीएसडीपी का 3.76 प्रतिशत रहा, इसलिए कथन A सही है। यह घाटा एफआरबीएम अधिनियम, 2005 द्वारा निर्धारित सीमा, जो सामान्यतः 4 प्रतिशत के आसपास है, उसके भीतर रहा, इसलिए कथन B भी सही है। साथ ही यह घाटा 2021-22 के राजकोषीय घाटे की तुलना में अधिक था, इसलिए कथन C भी सही है। इस प्रकार तीनों कथन A, B और C सही हैं, इसलिए विकल्प D सही उत्तर है। राजकोषीय घाटा किसी सरकार की कुल आय और कुल व्यय के बीच के अंतर को दर्शाता है, और राज्य सरकारों के लिए एफआरबीएम अधिनियम के तहत इस घाटे की एक सीमा निर्धारित की जाती है ताकि वित्तीय अनुशासन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खनिज नीति 2024 के लक्ष्यों के सन्दर्भ में निम्न कथनों पर ध्यान दीजिये: A. वर्ष 2046-47 तक प्रत्यक्ष व अप्रत्यक्ष 1 करोड़ व्यक्तियों को रोजगार प्रदान करना। B. राज्य के जीएसडीपी में खनिज क्षेत्र का योगदान बढ़ाकर 2029-30 तक 5 प्रतिशत और 2046-47 तक 8 प्रतिशत करना। C. खनन के अन्तर्गत खनिजों की संख्या को 2047 तक बढ़ाकर 58 से 70 करना।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और C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खनिज नीति 2024 राज्य में खनन क्षेत्र के दीर्घकालिक विकास के लिए बनाई गई एक महत्वाकांक्षी नीति है। इस नीति के अनुसार वर्ष 2046-47 तक प्रत्यक्ष व अप्रत्यक्ष रूप से 1 करोड़ से अधिक लोगों को रोजगार प्रदान करने का लक्ष्य रखा गया है, इसलिए कथन A सही है। राज्य के सकल घरेलू उत्पाद में खनिज क्षेत्र के योगदान को 2029-30 तक 5 प्रतिशत और 2046-47 तक 8 प्रतिशत तक बढ़ाने का लक्ष्य भी रखा गया है, इसलिए कथन B भी सही है। साथ ही खनन के अंतर्गत निकाले जाने वाले खनिजों की संख्या को 2047 तक 58 से बढ़ाकर 70 करने का लक्ष्य रखा गया है, इसलिए कथन C भी सही है। इस प्रकार तीनों कथन सही हैं और विकल्प D सही उत्तर है। यह नीति राजस्थान को खनिज आधारित अर्थव्यवस्था में अग्रणी बनाने की दिशा में एक महत्वपूर्ण कदम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सकल स्थाई पूँजी निर्माण में विभिन्न क्षेत्रों के योगदान का घटते हुये क्रम में सही क्रम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विनिर्माण, खनन, कृषि, निर्माण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निर्माण, कृषि, विनिर्माण, खनन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निर्माण, विनिर्माण, कृषि, खनन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विनिर्माण, कृषि, खनन, निर्माण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निर्माण, विनिर्माण, कृषि, खनन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विनिर्माण, खनन, कृषि, निर्माण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निर्माण, कृषि, विनिर्माण, खनन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विनिर्माण, कृषि, खनन, निर्माण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सकल स्थाई पूंजी निर्माण यानी ग्रॉस फिक्स्ड कैपिटल फॉर्मेशन में विभिन्न क्षेत्रों का योगदान घटते क्रम में देखा जाए तो सबसे अधिक योगदान निर्माण यानी कंस्ट्रक्शन क्षेत्र का है, उसके बाद विनिर्माण यानी मैन्युफैक्चरिंग क्षेत्र, फिर कृषि क्षेत्र और अंत में खनन क्षेत्र का योगदान आता है। यह दर्शाता है कि राज्य में बुनियादी ढांचे और भवन निर्माण गतिविधियों में सबसे अधिक पूंजी निवेश हो रहा है, जो राज्य के शहरीकरण और अवसंरचना विकास की गति को दर्शाता है। बाकी दिए गए विकल्पों में क्षेत्रों का क्रम इस वास्तविक आंकड़े से मेल नहीं खाता, इसलिए A, B और D गलत हैं। राज्य की आर्थिक समीक्षा में विभिन्न क्षेत्रों के सकल स्थाई पूंजी निर्माण में योगदान के आंकड़ों को याद रखना अर्थव्यवस्था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राज्यों के लिए 'ईज़ ऑफ डूइंग बिजनेस' रैंकिंग जारी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उद्योग एवं वाणिज्य विभाग द्वारा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उद्योग संवर्द्धन एवं आन्तरिक व्यापार विभाग द्वारा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निवेश संवर्द्धन ब्यूरो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लघु उद्योग निगम लिमिटेड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उद्योग संवर्द्धन एवं आन्तरिक व्यापार विभाग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उद्योग एवं वाणिज्य विभाग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निवेश संवर्द्धन ब्यूरो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लघु उद्योग निगम लिमिटेड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राज्यों के लिए 'ईज़ ऑफ डूइंग बिजनेस' यानी व्यापार करने में सरलता रैंकिंग केंद्र सरकार के वाणिज्य एवं उद्योग मंत्रालय के अंतर्गत आने वाले 'उद्योग संवर्द्धन एवं आंतरिक व्यापार विभाग' यानी डीपीआईआईटी द्वारा जारी की जाती है। यह रैंकिंग राज्यों में व्यापार शुरू करने और चलाने में आने वाली प्रशासनिक बाधाओं, अनुमति प्रक्रियाओं और नीतिगत सुधारों के आधार पर तैयार की जाती है, ताकि राज्यों के बीच सकारात्मक प्रतिस्पर्धा को बढ़ावा मिल सके। उद्योग एवं वाणिज्य विभाग, निवेश संवर्द्धन ब्यूरो और राजस्थान लघु उद्योग निगम लिमिटेड जैसी संस्थाएं राज्य स्तर पर औद्योगिक विकास से जुड़ी हैं, लेकिन राष्ट्रीय स्तर पर यह रैंकिंग जारी करने का कार्य नहीं करतीं, इसलिए A, C और D गलत हैं। भारत में व्यापार सुगमता से जुड़ी संस्थाओं और रैंकिंग प्रणाली की जानकारी अर्थव्यवस्था खंड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मुख्यमंत्री राजस्थान आर्थिक सुधार सलाहकार परिषद् (सीएमआरईटीएसी) के स्थान पर निम्नलिखित में से किसका गठन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कौशल एवं आजीविका विकास निगम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इंस्टीट्यूट फॉर ट्रांसफॉर्मेशन एंड इनोवेशन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सेंटर ऑफ एडवांस्ड टेक्नोलॉजी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ग्रामीण आजीविका विकास परिषद्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राजस्थान इंस्टीट्यूट फॉर ट्रांसफॉर्मेशन एंड इनोवेशन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कौशल एवं आजीविका विकास निगम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सेंटर ऑफ एडवांस्ड टेक्नोलॉजी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ग्रामीण आजीविका विकास परिषद्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मुख्यमंत्री राजस्थान आर्थिक सुधार सलाहकार परिषद् यानी सीएमआरईटीएसी के स्थान पर 'राजस्थान इंस्टीट्यूट फॉर ट्रांसफॉर्मेशन एंड इनोवेशन' यानी आरआईटीआई नामक नई संस्था का गठन किया है। यह संस्था राज्य में आर्थिक सुधारों, नवाचार आधारित नीतियों और दीर्घकालिक विकास रणनीतियों को दिशा देने का कार्य करेगी, ताकि राजस्थान को आर्थिक रूप से अधिक सशक्त और प्रतिस्पर्धी बनाया जा सके। राजस्थान कौशल एवं आजीविका विकास निगम, राजस्थान सेंटर ऑफ एडवांस्ड टेक्नोलॉजी और राजस्थान ग्रामीण आजीविका विकास परिषद् जैसी संस्थाएं राज्य में पहले से अलग-अलग विशिष्ट कार्यों के लिए कार्यरत हैं, लेकिन इनका सीएमआरईटीएसी के स्थान पर गठन से कोई संबंध नहीं है, इसलिए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पार्क/ज़ोन आरआईआईसीओ द्वारा राजस्थान में विकसित नहीं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मेडटेक मेडिकल डिवाइसेस पार्क - बोरानाडा, जोधपुर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इंटीग्रेटेड रिसोर्स रिकवरी पार्क - जमवा रामगढ़, जयपुर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स्पोर्ट्स गुड्स एंड टॉयज़ ज़ोन - खुशखेड़ा, भिवाड़ी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एग्रो फूड पार्क -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एग्रो फूड पार्क - उदयपुर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मेडटेक मेडिकल डिवाइसेस पार्क - बोरानाडा,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इंटीग्रेटेड रिसोर्स रिकवरी पार्क - जमवा रामगढ़, जयपुर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स्पोर्ट्स गुड्स एंड टॉयज़ ज़ोन - खुशखेड़ा, भिवाड़ी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औद्योगिक विकास एवं निवेश निगम यानी रीको द्वारा राज्य में विभिन्न विशिष्ट औद्योगिक पार्क विकसित किए गए हैं। एग्रो फूड पार्क वास्तव में राजस्थान के कोटा, जोधपुर, श्रीगंगानगर और अलवर जिलों में स्थापित किए गए हैं, उदयपुर में नहीं, इसलिए विकल्प D सही उत्तर है क्योंकि यह गलत सुमेलन है। मेडटेक मेडिकल डिवाइसेस पार्क बोरानाडा जोधपुर में, इंटीग्रेटेड रिसोर्स रिकवरी पार्क जमवा रामगढ़ जयपुर में और स्पोर्ट्स गुड्स एंड टॉयज़ ज़ोन खुशखेड़ा भिवाड़ी में वास्तव में रीको द्वारा विकसित किए गए हैं, इसलिए A, B और C सभी सही सुमेलन हैं। राजस्थान में रीको द्वारा विकसित किए जा रहे विशिष्ट औद्योगिक पार्कों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सरकार ने एम-सैण्ड नीति वर्ष 2024 में घोषित की है। यह प्रभावी रहेगी-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31 मार्च, 2029 तक अथवा नई नीति की घोषणा होने तक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31 मार्च, 2030 तक अथवा नई नीति की घोषणा होने तक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31 मार्च, 2032 तक अथवा नई नीति की घोषणा होने तक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30 जून, 2029 तक अथवा नई नीति की घोषणा होने 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31 मार्च, 2029 तक अथवा नई नीति की घोषणा होने 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2030 तक अथवा नई नीति की घोषणा होने 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2032 तक अथवा नई नीति की घोषणा होने 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जून, 2029 तक अथवा नई नीति की घोषणा होने 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'एम-सैंड नीति 2024' 31 मार्च 2029 तक या इससे पहले नई नीति की घोषणा होने तक प्रभावी रहेगी। इस नीति का मुख्य उद्देश्य नदियों से अवैध बजरी खनन को रोकना और निर्माण कार्यों के लिए मशीन से बनी रेत यानी एम-सैंड को बढ़ावा देना है, ताकि पर्यावरण संरक्षण के साथ-साथ निर्माण क्षेत्र की जरूरतें भी पूरी हो सकें। बाकी दी गई तिथियां 2030, 2032 और जून 2029 इस नीति की वास्तविक अवधि से मेल नहीं खातीं, इसलिए B, C और D गलत हैं। राजस्थान में खनन और पर्यावरण से जुड़ी नई नीतियों की घोषणा तिथि और उनकी प्रभावी अवधि को याद रखना करेंट अफेयर्स की दृष्टि से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(वर्ष 2023-24 में रीको द्वारा विकसित किये गये नये औद्योगिक क्षेत्र) का सूची-II (स्थान) से मिलान कीजिये: सूची-I: सूची-I: A. नाडोल B. धर्मपुरा C. उमरिया D. माल की तूस सूची-II: 1. i. उदयपुर 2. ii. झालावाड़ 3. iii. बाड़मेर 4. iv. पाली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 C-iii, D-i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B-iii, C-ii, D-i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B-iv, C-i, D-iii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C-iv, D-ii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A-iv, B-iii, C-ii, D-i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 C-iii, D-i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B-iv, C-i, D-iii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C-iv, D-ii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 द्वारा वर्ष 2023-24 में विकसित किए गए नए औद्योगिक क्षेत्रों में नाडोल पाली जिले में स्थित है, इसलिए A का मिलान iv से होता है। धर्मपुरा बाड़मेर जिले में स्थित है, इसलिए B का मिलान iii से होगा। उमरिया झालावाड़ जिले में स्थित है, इसलिए C का मिलान ii से सही बैठता है। माल की तूस उदयपुर जिले में स्थित है, इसलिए D का मिलान i से होता है। इस प्रकार सही क्रम A-iv, B-iii, C-ii, D-i बनता है, जो विकल्प B में सही रूप से दिया गया है। राजस्थान में रीको द्वारा हर वर्ष कई नए औद्योगिक क्षेत्र विकसित किए जाते हैं, और इनके नाम व स्थान को याद रखना राज्य के औद्योगिक विकास से जुड़े करेंट अफेयर्स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पी.एम. सूर्य घर मुफ्त बिजली योजना के सन्दर्भ में निम्नलिखित में से कौन से कथन सही हैं? i. 300 यूनिट तक मुफ्त बिजली के लिए 1 करोड़ घरों पर सौर संयंत्र। ii. रूफटॉप सोलर संयंत्र हेतु 30 प्रतिशत अनुदान। iii. शत प्रतिशत ऑनलाइन व्यवस्था। iv. प्रत्येक आवेदक को 4 प्रतिशत बैंक ब्याज पर ऋण।</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और (iv)</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(ii) और (iii)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और (iii)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(iii) और (iv)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(i) और (iii)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और (iv)</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और (iii)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(iii) और (iv)</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सूर्य घर मुफ्त बिजली योजना के तहत देश भर के 1 करोड़ घरों पर छत पर सौर संयंत्र लगाकर 300 यूनिट तक मुफ्त बिजली उपलब्ध कराने का लक्ष्य रखा गया है, इसलिए कथन i सही है। इस योजना के लिए पूरी तरह से ऑनलाइन राष्ट्रीय पोर्टल बनाया गया है जहां आवेदन से लेकर सब्सिडी तक की पूरी प्रक्रिया डिजिटल रूप से होती है, इसलिए कथन iii भी सही है। लेकिन रूफटॉप सोलर संयंत्र के लिए दी जाने वाली सब्सिडी 30 प्रतिशत निश्चित नहीं है बल्कि क्षमता के अनुसार अलग-अलग स्लैब में तय की गई है, इसलिए कथन ii सही नहीं माना गया है। साथ ही योजना में सभी आवेदकों को समान रूप से 4 प्रतिशत ब्याज दर पर ऋण का कोई निश्चित सार्वभौमिक प्रावधान नहीं है, इसलिए कथन iv भी गलत है। इस प्रकार सही कथन i और iii हैं, जो विकल्प C में दिए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में आस्था योजना के लिये निम्न में से कौन पात्र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विशेष योग्य जन श्रेणी के व्यक्ति</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40 प्रतिशत से अधिक दिव्यांगता वाले विशेष योग्य जन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बी.पी.एल. कार्ड धारक</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परिवार जिनमें 40 प्रतिशत से अधिक दिव्यांगता वाले 2 या उससे अधिक विशेष योग्य जन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 परिवार जिनमें 40 प्रतिशत से अधिक दिव्यांगता वाले 2 या उससे अधिक विशेष योग्य जन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विशेष योग्य जन श्रेणी के व्यक्ति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40 प्रतिशत से अधिक दिव्यांगता वाले विशेष योग्य 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बी.पी.एल. कार्ड धारक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'आस्था योजना' का लाभ विशेष रूप से उन परिवारों को मिलता है जिनमें 40 प्रतिशत या उससे अधिक की दिव्यांगता वाले दो या दो से अधिक विशेष योग्यजन सदस्य हों, इसलिए विकल्प D सही उत्तर है क्योंकि यह योजना की वास्तविक पात्रता शर्त को सटीक रूप से बताता है। सामान्य रूप से केवल विशेष योग्यजन श्रेणी का व्यक्ति होना, या 40 प्रतिशत से अधिक दिव्यांगता वाला एक अकेला व्यक्ति होना, या केवल बीपीएल कार्डधारक होना, ये सभी अकेले इस योजना के लिए पर्याप्त पात्रता शर्त नहीं हैं, इसलिए A, B और C गलत हैं। यह योजना विशेष रूप से उन परिवारों को आर्थिक सहायता देने के लिए बनाई गई है जहां एक से अधिक दिव्यांग सदस्य होने के कारण परिवार पर आर्थिक बोझ अधिक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की मुख्यमंत्री स्वनिधि योजना का उद्देश्य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गरीबी की रेखा से नीचे रहने वाले परिवारों का सशक्तिकरण</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अनुसूचित जाति/अनुसूचित जनजाति के परिवारों का सशक्तिकरण</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स्ट्रीट वेन्डर्स का सशक्तिकरण</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गर्भवती व दुग्धपान कराने वाली महिलाओं का सशक्तिकरण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स्ट्रीट वेन्डर्स का सशक्तिकरण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गरीबी की रेखा से नीचे रहने वाले परिवारों का सशक्तिकरण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अनुसूचित जाति/अनुसूचित जनजाति के परिवारों का सशक्तिकरण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गर्भवती व दुग्धपान कराने वाली महिलाओं का सशक्तिकरण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स्वनिधि योजना, जो केंद्र सरकार की पीएम-स्वनिधि योजना की तर्ज पर बनाई गई है, का मुख्य उद्देश्य शहरी क्षेत्रों के स्ट्रीट वेंडर्स यानी रेहड़ी-पटरी वालों को वित्तीय सशक्तिकरण और आसान ऋण प्रदान करना है, ताकि वे अपना छोटा व्यवसाय बिना ब्याज के बोझ तले दबे आगे बढ़ा सकें। यह योजना विशेष रूप से कोविड-19 महामारी के बाद स्ट्रीट वेंडरों की आर्थिक स्थिति सुधारने के लिए शुरू की गई थी। गरीबी रेखा से नीचे रहने वाले परिवार, अनुसूचित जाति-जनजाति के परिवार और गर्भवती-दुग्धपान कराने वाली महिलाओं के लिए राजस्थान में अलग-अलग विशेष योजनाएं चलाई जाती हैं, लेकिन स्वनिधि योजना विशेष रूप से स्ट्रीट वेंडरों के लिए है, इसलिए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किसमें परिवर्तन के कारण मोतियाबिंद में आँखों का प्राकृतिक लेंस धुँधला 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प्रोटीन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कार्बोहाइड्रेट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अश्रु ग्रन्थि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कार्बोहाइड्रेट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अश्रु ग्रन्थि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मोतियाबिंद यानी कैटरैक्ट एक ऐसी स्थिति है जिसमें आंखों के प्राकृतिक लेंस में मौजूद प्रोटीन के टूटने और आपस में जुड़ने यानी क्लंपिंग के कारण लेंस धुंधला और अपारदर्शी हो जाता है, जिससे व्यक्ति को धुंधला दिखाई देने लगता है। उम्र बढ़ने, अत्यधिक धूप में रहने, मधुमेह या चोट लगने जैसे कारणों से यह प्रोटीन संरचना बदल सकती है। कार्बोहाइड्रेट, वसा और अश्रु ग्रंथि का सीधा संबंध मोतियाबिंद के इस विशेष कारण से नहीं है, इसलिए B, C और D गलत विकल्प हैं। मोतियाबिंद दुनिया भर में अंधेपन का एक प्रमुख कारण है और इसका उपचार शल्य चिकित्सा द्वारा लेंस को बदलकर किया जाता है। जीव विज्ञान खंड में मानव नेत्र की संरचना और उससे जुड़े रोगों के कारणों को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निम्नलिखित में से दाब की इकाइयाँ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(C) एवं (D)</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एवं (D)</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सभी (A), (B),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सभी (A), (B), (C) एवं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एवं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दाब यानी प्रेशर मापने के लिए भौतिकी में कई अलग-अलग इकाइयों का प्रयोग किया जाता है, जिनमें पास्कल, बार, टोर और एटमॉस्फियर प्रमुख हैं। पास्कल एसआई प्रणाली में दाब की मानक इकाई है, बार का उपयोग मौसम विज्ञान में वायुमंडलीय दाब मापने के लिए किया जाता है, टोर का उपयोग निर्वात यानी वैक्यूम मापने में होता है, और एटमॉस्फियर पृथ्वी की सतह पर सामान्य वायुमंडलीय दाब को दर्शाने के लिए प्रयोग होता है। चूंकि दिए गए सभी विकल्प वास्तव में दाब मापने की मान्य इकाइयां हैं, इसलिए सही उत्तर है कि ये सभी दाब की इकाइयां हैं, यानी विकल्प D सही है। भौतिकी में विभिन्न भौतिक राशियों की मानक और व्यावहारिक इकाइयों को याद रखना विज्ञान खंड के लिए महत्वपूर्ण है, खासकर जब एक ही राशि के लिए कई इकाइयां प्रचलित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शहरी क्षेत्र विकास कार्यक्रम (चरण-III)" का मुख्य उद्देश्य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शहरी क्षेत्रों में स्वास्थ्य सेवाओं में सुधार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शहरी क्षेत्रों में विद्यालय शिक्षा में सुधार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आपूर्ति, स्वच्छता और सीवरेज क्षेत्र में प्रदान की जाने वाली सेवाओं में सुधार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नई सड़कों का निर्माण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जल आपूर्ति, स्वच्छता और सीवरेज क्षेत्र में प्रदान की जाने वाली सेवाओं में सुधार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शहरी क्षेत्रों में स्वास्थ्य सेवाओं में सुधार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शहरी क्षेत्रों में विद्यालय शिक्षा में सुधार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सड़कों का निर्माण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शहरी क्षेत्र विकास कार्यक्रम, जिसे रुइडप यानी राजस्थान अर्बन इन्फ्रास्ट्रक्चर डेवलपमेंट प्रोग्राम भी कहा जाता है, के तीसरे चरण का मुख्य उद्देश्य राज्य के शहरी क्षेत्रों में जल आपूर्ति, स्वच्छता और सीवरेज सेवाओं में गुणवत्तापूर्ण सुधार लाना है। यह कार्यक्रम विश्व बैंक जैसी अंतरराष्ट्रीय संस्थाओं की सहायता से चलाया जाता है और इसका उद्देश्य शहरी नागरिकों के जीवन स्तर को बेहतर बनाना है। स्वास्थ्य सेवाओं, विद्यालय शिक्षा और सड़क निर्माण से जुड़े कार्य अलग-अलग विशिष्ट योजनाओं के तहत आते हैं, इसलिए A, B और D गलत हैं। राजस्थान में चल रही विभिन्न अवसंरचना विकास योजनाओं के उद्देश्यों और उनके चरणों को याद रखना करेंट अफेयर्स के लिए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उस लेयर की पहचान करें जो IoT डिवाइसों में वायरलेस कनेक्शन के उपयोग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एप्लिकेशन लेयर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परसेप्शन लेयर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नेटवर्क लेयर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ट्रांसपोर्ट लेयर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नेटवर्क लेयर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एप्लिकेशन लेयर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परसेप्शन लेयर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ट्रांसपोर्ट लेयर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इंटरनेट ऑफ थिंग्स यानी IoT की वास्तुकला में वायरलेस कनेक्शन, डेटा राउटिंग और ट्रांसमिशन का कार्य 'नेटवर्क लेयर' द्वारा किया जाता है। यह लेयर विभिन्न IoT उपकरणों के बीच डेटा को सुरक्षित और कुशलता से एक स्थान से दूसरे स्थान तक पहुंचाने का काम करती है, चाहे वह वाई-फाई हो, ब्लूटूथ हो या मोबाइल नेटवर्क। एप्लिकेशन लेयर उपयोगकर्ता से सीधे संबंधित सेवाएं प्रदान करती है, परसेप्शन लेयर सेंसर के माध्यम से डेटा एकत्र करने का कार्य करती है, और ट्रांसपोर्ट लेयर डेटा के सुरक्षित हस्तांतरण को सुनिश्चित करती है, लेकिन वायरलेस कनेक्शन की मुख्य जिम्मेदारी नेटवर्क लेयर की ही होती है, इसलिए A, B और D गलत हैं। कंप्यूटर विज्ञान और तकनीकी करेंट अफेयर्स में IoT आर्किटेक्चर की परतों को समझना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'डीआरडीओ' द्वारा हवाई खतरों को निष्क्रिय करने हेतु विकसित मानव पोर्टेबल वायु रक्षा प्रणाली का नाम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आकाश-एनजी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क्यूआरएसएएम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वीएल-एसआरएसएएम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वीएसएचओआरएडीएस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वीएसएचओआरएडीएस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आकाश-एनजी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क्यूआरएसएएम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वीएल-एसआरएसएएम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रक्षा अनुसंधान एवं विकास संगठन यानी डीआरडीओ द्वारा विकसित वीएसएचओआरएडीएस यानी वेरी शॉर्ट रेंज एयर डिफेंस सिस्टम एक मैन-पोर्टेबल यानी कंधे से दागी जाने वाली वायु रक्षा प्रणाली है, जो कम ऊंचाई पर आने वाले हवाई खतरों जैसे ड्रोन और लड़ाकू विमानों को नष्ट करने के लिए डिज़ाइन की गई है। यह प्रणाली भारतीय सेना की वायु रक्षा क्षमता को मजबूत करने में महत्वपूर्ण भूमिका निभाती है। आकाश-एनजी, क्यूआरएसएएम और वीएल-एसआरएसएएम भी डीआरडीओ द्वारा विकसित वायु रक्षा प्रणालियां हैं, लेकिन ये मैन-पोर्टेबल प्रणाली नहीं बल्कि बड़े प्लेटफॉर्म आधारित मिसाइल प्रणालियां हैं, इसलिए A, B और C गलत हैं। भारत की स्वदेशी रक्षा प्रणालियों के नाम और उनकी विशेषताओं को याद रखना रक्षा से जुड़े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कथन सक्रिय इलेक्ट्रॉनिकली स्कैन्ड ऐरे रडार (एईएसए) के लिए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कई लक्ष्यों को ट्रैक करने में सक्षम नहीं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विस्तृत बैंड आर एफ फ्रंट एंड इस रडार की विशेषता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ठोस अवस्था एक्टिव फेज ऐरे फायर कंट्रोल रडार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विभिन्न प्रकार के लड़ाकू विमान के लिए अनुकूलित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कई लक्ष्यों को ट्रैक करने में सक्षम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विस्तृत बैंड आर एफ फ्रंट एंड इस रडार की विशेषता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ठोस अवस्था एक्टिव फेज ऐरे फायर कंट्रोल रडार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विभिन्न प्रकार के लड़ाकू विमान के लिए अनुकूलित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सक्रिय इलेक्ट्रॉनिकली स्कैन्ड ऐरे रडार यानी एईएसए रडार की सबसे बड़ी खूबी यह है कि यह एक ही समय में कई लक्ष्यों यानी मल्टीपल टारगेट्स को अत्यंत सटीकता से ट्रैक करने में सक्षम होता है, इसलिए विकल्प A में दिया गया कथन गलत है और यही हमारा उत्तर है क्योंकि यह इस रडार की मूल विशेषता के विपरीत बात कहता है। एईएसए रडार में विस्तृत बैंड आरएफ फ्रंट एंड की सुविधा होती है, इसलिए विकल्प B सही कथन है। यह एक ठोस अवस्था यानी सॉलिड स्टेट एक्टिव फेज ऐरे फायर कंट्रोल रडार है, इसलिए C भी सही है। इसे विभिन्न प्रकार के लड़ाकू विमानों में उपयोग के लिए अनुकूलित किया जा सकता है, इसलिए D भी सही कथन है। आधुनिक सैन्य रडार तकनीक से जुड़े तथ्यों को समझना रक्षा प्रौद्योगिकी खंड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चौथी पीढ़ी का जैव-ईंधन प्राप्त होता है, आनुवंशिक रूप से संशोधित:</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आर्किबैक्टीरिया 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स्टार्च देने वाली फसलों 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लिग्नो-सेलुलोस देने वाली फसलों 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शैवाल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शैवाल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आर्किबैक्टीरिया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स्टार्च देने वाली फसलों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लिग्नो-सेलुलोस देने वाली फसलों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चौथी पीढ़ी यानी फोर्थ जनरेशन के जैव-ईंधन विशेष रूप से आनुवंशिक रूप से संशोधित यानी जेनेटिकली मॉडिफाइड शैवाल और साइनोबैक्टीरिया का उपयोग करके तैयार किए जाते हैं। इस तकनीक में शैवाल को इस तरह संशोधित किया जाता है कि वे अधिक कुशलता से कार्बन डाइऑक्साइड को अवशोषित करके तेल का उत्पादन करें, जिससे कार्बन-नकारात्मक ऊर्जा प्राप्त होती है। स्टार्च देने वाली फसलों से पहली पीढ़ी का जैव-ईंधन, लिग्नो-सेलुलोस देने वाली फसलों से दूसरी पीढ़ी का जैव-ईंधन प्राप्त होता है, और आर्किबैक्टीरिया का इस विशेष प्रक्रिया से सीधा संबंध नहीं है, इसलिए A, B और C गलत हैं। जैव-ईंधन की विभिन्न पीढ़ियों और उनके स्रोतों को क्रमबद्ध रूप से याद रखना विज्ञान एवं प्रौद्योगिकी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कृत्रिम बुद्धिमत्ता (एआई) के संदर्भ में सही कथनों की पहचान करें: A. यंत्राधिगम एआई का एक उपसमूह है। B. पर्यवेक्षित अधिगम में चिह्नित निवेशी डेटा के बिना कम्प्यूटर सिस्टम को प्रशिक्षित किया जाता है। C. मशीनें जाँच और भूल के माध्यम से सीखती हैं, और उन्हें प्रबलन अधिगम के दौरान प्रतिफल 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मशीन लर्निंग यानी यंत्राधिगम वास्तव में कृत्रिम बुद्धिमत्ता का ही एक उपसमूह है जिसमें कंप्यूटर सिस्टम डेटा से पैटर्न सीखकर बिना स्पष्ट प्रोग्रामिंग के निर्णय लेना सीखते हैं, इसलिए कथन A सही है। रिइनफोर्समेंट लर्निंग यानी प्रबलन अधिगम में मशीनें परीक्षण और त्रुटि यानी ट्रायल एंड एरर की विधि से सीखती हैं, और सही निर्णय लेने पर उन्हें प्रतिफल यानी रिवॉर्ड मिलता है, इसलिए कथन C भी सही है। लेकिन पर्यवेक्षित अधिगम यानी सुपरवाइज्ड लर्निंग में कंप्यूटर सिस्टम को लेबल किए गए यानी चिह्नित डेटा के साथ प्रशिक्षित किया जाता है, बिना लेबल डेटा के नहीं, इसलिए कथन B गलत है क्योंकि यह उल्टा तथ्य बताता है। इस प्रकार सही कथन A और C हैं, जो विकल्प B में सही रूप से दिए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क्वाशियोरकॉर, जो कुपोषण का एक प्रकार है, निम्नलिखित में से किसकी कमी से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सिलीनियम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कार्बोहाइड्रेट्स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क्रोमियम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सिलीनियम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कार्बोहाइड्रेट्स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क्वाशियोरकॉर एक गंभीर कुपोषण रोग है जो मुख्य रूप से बच्चों के आहार में प्रोटीन की अत्यधिक कमी के कारण होता है, भले ही उनके आहार में कैलोरी की मात्रा पर्याप्त क्यों न हो। इस रोग में पेट फूलना, सूजन, त्वचा में परिवर्तन और बालों के रंग में बदलाव जैसे लक्षण देखने को मिलते हैं, और यह विशेष रूप से विकासशील देशों में गरीब बच्चों में अधिक पाया जाता है। सिलीनियम, कार्बोहाइड्रेट्स और क्रोमियम की कमी से अलग-अलग प्रकार की स्वास्थ्य समस्याएं होती हैं, लेकिन क्वाशियोरकॉर का सीधा संबंध प्रोटीन की कमी से ही है, इसलिए A, C और D गलत हैं। पोषण विज्ञान में मैरास्मस और क्वाशियोरकॉर जैसे कुपोषण रोगों के बीच अंतर समझना जीव विज्ञान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कृत्रिम मधुरक में माधुर्यमान सूक्रोस की तुलना में अधिकतम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ऐस्पार्टेम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ऐलिटेम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सूक्रोलोस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ऐलिटेम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ऐस्पार्टेम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सूक्रोलोस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कृत्रिम मधुरकों में ऐलिटेम सूक्रोज यानी सामान्य चीनी की तुलना में लगभग 2000 गुना अधिक मीठा होता है, जो कि एस्पार्टेम के लगभग 100 गुना और सैकरीन के लगभग 550 गुना की तुलना में कहीं अधिक है। ऐलिटेम का उपयोग खाद्य उद्योग में कम मात्रा में ही अधिक मिठास प्रदान करने के लिए किया जाता है, जिससे कैलोरी की मात्रा भी कम रहती है। एस्पार्टेम, सूक्रोलोस और सैकरीन भी लोकप्रिय कृत्रिम मधुरक हैं, लेकिन इनकी मिठास ऐलिटेम की तुलना में कम होती है, इसलिए A, C और D गलत हैं। रसायन विज्ञान और खाद्य विज्ञान में विभिन्न कृत्रिम मधुरकों की तुलनात्मक मिठास के आंकड़े याद रखना विज्ञान खंड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मानव देह तरल/ऊतकों में पाया जाने वाला एक सूक्ष्म खनिज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फॉस्फोरस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सल्फर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आयोडीन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मैग्नीशियम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आयोडीन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फॉस्फोरस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सल्फर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मैग्नीशियम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शरीर में आयोडीन एक 'माइक्रो मिनरल' यानी सूक्ष्म खनिज है जिसकी शरीर को बहुत कम मात्रा में आवश्यकता होती है, लेकिन यह थायरॉइड ग्रंथि के समुचित कार्य और हार्मोन उत्पादन के लिए अत्यंत आवश्यक है। आयोडीन की कमी से घेंघा रोग जैसी समस्याएं हो सकती हैं, इसीलिए भारत में आयोडीन युक्त नमक के उपयोग को बढ़ावा दिया जाता है। फास्फोरस, सल्फर और मैग्नीशियम शरीर के लिए 'मैक्रो मिनरल्स' यानी बड़ी मात्रा में आवश्यक खनिज हैं, इसलिए A, B और D गलत हैं। जीव विज्ञान में मानव शरीर के लिए आवश्यक सूक्ष्म और स्थूल खनिजों के बीच अंतर तथा उनकी कमी से होने वाले रोगों को समझना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"विशिष्ट रोगवाहक - जनित रोग - रोगाणु के प्रकार" के गलत समुच्चय का चयन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एडीस - चिकनगुनिया - जीवाणु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क्यूलेक्स - लिम्फेटिक फाइलेरिएसिस - परजीवी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एनोफ़िलीज़ - मलेरिया - परजीवी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एडीस - डेंगू - विषाणु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एडीस - चिकनगुनिया - जीवाणु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क्यूलेक्स - लिम्फेटिक फाइलेरिएसिस - परजीवी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एनोफ़िलीज़ - मलेरिया - परजीवी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एडीस - डेंगू - विषाणु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चिकनगुनिया रोग एडीस मच्छर के काटने से फैलता है, यह बात सही है, लेकिन यह रोग जीवाणु यानी बैक्टीरिया से नहीं बल्कि 'विषाणु' यानी वायरस के कारण होता है, इसलिए विकल्प A में दिया गया समुच्चय गलत है और यही हमारा उत्तर है। क्यूलेक्स मच्छर के काटने से लिम्फेटिक फाइलेरिएसिस यानी हाथीपांव रोग होता है, जो कि परजीवी के कारण होता है, इसलिए विकल्प B सही समुच्चय है। एनोफ़िलीज़ मच्छर के काटने से मलेरिया होता है, जो परजीवी जनित रोग है, इसलिए C भी सही है। एडीस मच्छर के काटने से डेंगू भी होता है, जो एक विषाणु जनित रोग है, इसलिए D भी सही समुच्चय है। मच्छर जनित रोगों के रोगवाहक और रोगाणु के प्रकार को अलग-अलग याद रखना जीव विज्ञान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केन्द्रीय प्रदूषण नियंत्रण बोर्ड के अनुसार IND-AQI 101 - 200 सीमा वाली वायु गुणवत्ता श्रेणी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अच्छी</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संतोषजनक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मध्यम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घटिया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मध्यम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अच्छी</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संतोषजनक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घटिया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राष्ट्रीय वायु गुणवत्ता सूचकांक यानी IND-AQI के अनुसार वायु गुणवत्ता को अलग-अलग श्रेणियों में बांटा गया है, जिसमें 0 से 50 तक की श्रेणी को 'अच्छी', 51 से 100 तक को 'संतोषजनक' और 101 से 200 तक की श्रेणी को 'मध्यम' के रूप में वर्गीकृत किया जाता है। यह वर्गीकरण आम जनता को वायु प्रदूषण के स्तर और उससे संभावित स्वास्थ्य जोखिमों के बारे में सरल भाषा में जानकारी देने के लिए बनाया गया है। अच्छी, संतोषजनक और घटिया श्रेणियां अन्य सूचकांक सीमाओं से संबंधित हैं, इसलिए A, B और D गलत हैं। पर्यावरण विज्ञान में वायु गुणवत्ता सूचकांक की विभिन्न श्रेणियों और उनकी सीमाओं को याद रखना करेंट अफेयर्स तथा पर्यावरण खंड दोनों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निम्नलिखित में से गलत कथन का चयन कीजिए:</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अल नीनो एवं ला नीना एक प्रकार के झंझावात 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अल नीनो के दौरान तट से दूर पादप-प्लवक कम होते 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 नीना के दौरान व्यापारिक हवाएँ सामान्य से अधिक प्रबल होती 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अल नीनो एवं ला नीना मौसम के प्रतिरूप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अल नीनो एवं ला नीना एक प्रकार के झंझावात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 नीनो के दौरान तट से दूर पादप-प्लवक कम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 नीना के दौरान व्यापारिक हवाएँ सामान्य से अधिक प्रबल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 नीनो एवं ला नीना मौसम के प्रतिरूप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 नीनो और ला नीना वास्तव में कोई झंझावात यानी तूफान नहीं हैं, बल्कि ये प्रशांत महासागर में समुद्री सतह के तापमान में होने वाले परिवर्तन से जुड़े 'जलवायु प्रतिरूप' हैं, इसलिए विकल्प A में दिया गया कथन गलत है और यही हमारा सही उत्तर है क्योंकि प्रश्न में गलत कथन पूछा गया है। अल नीनो के दौरान समुद्र की सतह गर्म होने से तट के पास पोषक तत्वों की कमी हो जाती है, जिससे पादप-प्लवक यानी फाइटोप्लैंकटन की मात्रा कम हो जाती है, इसलिए विकल्प B सही कथन है। ला नीना के दौरान व्यापारिक हवाएं सामान्य से अधिक प्रबल हो जाती हैं, इसलिए C भी सही है। दोनों ही घटनाएं मौसम के प्रतिरूप हैं, इसलिए D भी सही कथन है। भूगोल में जलवायु से जुड़ी इन दोनों महत्वपूर्ण परिघटनाओं को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आई सी ए आर - सी आई आर सी ओ टी मुम्बई द्वारा विकसित भारत का पहला नैनो-सेलुलोस संयंत्र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 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जूट 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 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चावल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कपास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जूट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चावल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कृषि अनुसंधान परिषद के अंतर्गत आने वाले सेंट्रल इंस्टीट्यूट फॉर रिसर्च ऑन कॉटन टेक्नोलॉजी यानी सीआईआरसीओटी, मुंबई द्वारा विकसित भारत का पहला नैनो-सेलुलोज पायलट प्लांट कपास के अवशेषों से उच्च गुणवत्ता वाला सेलुलोज तैयार करने से संबंधित है। यह तकनीक कपास उद्योग के अपशिष्ट का बेहतर उपयोग करने और पर्यावरण के अनुकूल सामग्री बनाने की दिशा में एक महत्वपूर्ण कदम है। जूट, बांस और चावल से भी विभिन्न प्रकार के प्राकृतिक रेशे और सामग्रियां तैयार की जाती हैं, लेकिन सीआईआरसीओटी का यह विशेष नैनो-सेलुलोज संयंत्र कपास से ही संबंधित है, इसलिए B, C और D गलत हैं। कृषि आधारित नवाचार और वैज्ञानिक संस्थानों से जुड़ी उपलब्धियां विज्ञान एवं प्रौद्योगिकी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आई यू सी एन की रेड लिस्ट को कहा गया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जीवन का दर्पण</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जीवन का थर्मामीटर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धरती का हाइड्रोमीटर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जीवन का बैरोमीटर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जीवन का बैरोमीटर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जीवन का दर्पण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जीवन का थर्मामीटर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धरती का हाइड्रोमीटर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प्रकृति संरक्षण संघ यानी आईयूसीएन की 'रेड लिस्ट' दुनिया की जैव विविधता के स्वास्थ्य की स्थिति को दर्शाती है, इसीलिए इसे "जीवन का बैरोमीटर" कहा जाता है, ठीक उसी तरह जैसे बैरोमीटर वायुमंडलीय दबाव में बदलाव को मापकर मौसम की जानकारी देता है। यह सूची विभिन्न वन्यजीव और वनस्पति प्रजातियों के संरक्षण की स्थिति को लुप्तप्राय, संकटग्रस्त, सुभेद्य जैसी श्रेणियों में वर्गीकृत करती है, जिससे संरक्षणवादियों को नीति बनाने में मदद मिलती है। जीवन का दर्पण, जीवन का थर्मामीटर और धरती का हाइड्रोमीटर जैसे विकल्प रेड लिस्ट के लिए प्रयुक्त वास्तविक उपनाम नहीं हैं, इसलिए A, B और C गलत हैं। पर्यावरण और जैव विविधता संरक्षण से जुड़ी अंतरराष्ट्रीय संस्थाओं की जानकारी परीक्षा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वानिकी एवं जैव-विविधता परियोजना (फेज-2) के संदर्भ में गलत कथन का चयन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जापानी अंतर्राष्ट्रीय सहयोग एजेंसी (जे आई सी ए) द्वारा सहायता प्रदान की गई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इसमें 18 ज़िले एवं 8 वन्यजीव अभयारण्य सम्मिलित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परियोजना में अभेदा एवं माचिया जैविक पार्क विकसित किए गए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परियोजना में जल संरक्षण को भी सम्मिलित किया गया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इसमें 18 ज़िले एवं 8 वन्यजीव अभयारण्य सम्मिलित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जापानी अंतर्राष्ट्रीय सहयोग एजेंसी (जे आई सी ए) द्वारा सहायता प्रदान की गई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परियोजना में अभेदा एवं माचिया जैविक पार्क विकसित किए गए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परियोजना में जल संरक्षण को भी सम्मिलित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वानिकी एवं जैव विविधता परियोजना यानी आरएफबीपी के दूसरे चरण में वास्तव में 18 जिले और 8 अभयारण्य नहीं बल्कि 15 जिले और 3 वन्यजीव अभयारण्य शामिल किए गए थे, इसलिए विकल्प B में दिया गया कथन गलत है और यही हमारा सही उत्तर है। यह परियोजना जापान की अंतरराष्ट्रीय सहयोग एजेंसी यानी जेआईसीए की वित्तीय और तकनीकी सहायता से चलाई जा रही है, इसलिए विकल्प A सही कथन है। इस परियोजना के तहत अभेदा और माचिया जैविक पार्क जैसे महत्वपूर्ण संरक्षण केंद्र विकसित किए गए हैं, इसलिए C भी सही है। साथ ही इस परियोजना में जल संरक्षण की गतिविधियों को भी शामिल किया गया है, इसलिए D भी सही कथन है। वन एवं पर्यावरण से जुड़ी राज्य की परियोजनाओं के आंकड़ों को सही ढंग से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कॉलम-I (उत्कृष्टता केन्द्र का स्थान) को कॉलम-II (उद्यानिकी फसल) से सुमेलित कीजिए: कॉलम-I: A. बस्सी B. सगरा भोजका C. देवड़ावास D. खेमरी कॉलम-II: i. आम ii. सीताफल iii. अनार iv. अमरूद v. खजूर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C-ii, D-v</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 C-iii,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B-v, C-iv, D-i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B-iii, C-v, D-i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A-iii, B-v, C-iv, D-i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C-ii, D-v</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 C-iii, D-iv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B-iii, C-v, D-i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उत्कृष्टता केंद्रों की स्थापना विशिष्ट उद्यानिकी फसलों को बढ़ावा देने के लिए की गई है। बस्सी उत्कृष्टता केंद्र अनार की खेती से संबंधित है, इसलिए A का मिलान iii से होता है। सगरा भोजका केंद्र खजूर की खेती से जुड़ा है, इसलिए B का मिलान v से होगा। देवड़ावास केंद्र अमरूद की खेती के लिए जाना जाता है, इसलिए C का मिलान iv से सही बैठता है। खेमरी केंद्र आम की खेती से संबंधित है, इसलिए D का मिलान i से होता है। इस प्रकार सही क्रम A-iii, B-v, C-iv, D-i बनता है, जो विकल्प C में सही रूप से दिया गया है। राजस्थान में उद्यानिकी क्षेत्र को बढ़ावा देने के लिए स्थापित विभिन्न उत्कृष्टता केंद्रों और उनकी विशिष्ट फसलों को याद रखना कृषि से जुड़े प्रश्नों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राष्ट्र द्वारा दिए गए 17 वैश्विक लक्ष्यों में से कौन सा सतत विकास लक्ष्य (एसडीजी) विशेष रूप से "स्थलीय जीवन" पर केंद्रित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एसडीजी 13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एसडीजी 14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एसडीजी 15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एसडीजी 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एसडीजी 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एसडीजी 13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एसडीजी 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एसडीजी 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के 17 सतत विकास लक्ष्यों यानी एसडीजी में से लक्ष्य संख्या 15 विशेष रूप से "स्थलीय जीवन" यानी लाइफ ऑन लैंड के संरक्षण और संवर्धन पर केंद्रित है। इस लक्ष्य के अंतर्गत वनों की रक्षा, मरुस्थलीकरण से लड़ाई, भूमि क्षरण को रोकना और जैव विविधता की हानि को समाप्त करना शामिल है। एसडीजी 13 जलवायु परिवर्तन से, एसडीजी 14 जल के नीचे के जीवन यानी समुद्री पारिस्थितिकी से, और एसडीजी 16 शांति, न्याय और मजबूत संस्थाओं से संबंधित है, इसलिए A, B और D गलत हैं। संयुक्त राष्ट्र के सतत विकास लक्ष्यों की सूची और प्रत्येक लक्ष्य के केंद्रीय विषय को क्रमबद्ध रूप से याद रखना पर्यावरण एवं अंतरराष्ट्रीय संगठन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मार्च 2023 में जन्मी, भारत की प्रथम क्लोनित गाय "गंगा" किस नस्ल 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साहिवाल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थारपारकर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साहिवाल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थारपारकर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डेयरी अनुसंधान संस्थान यानी एनडीआरआई, करनाल द्वारा मार्च 2023 में विकसित 'गंगा' भारत की पहली क्लोन की गई देसी 'गिर' नस्ल की गाय है। यह उपलब्धि भारत में पशु प्रजनन और आनुवंशिक तकनीक के क्षेत्र में एक महत्वपूर्ण मील का पत्थर मानी जाती है, क्योंकि इससे उच्च गुणवत्ता वाली देसी नस्लों को संरक्षित और बढ़ावा देने में मदद मिलती है। साहिवाल, थारपारकर और नागौरी भी भारत की प्रमुख देसी गाय की नस्लें हैं, लेकिन गंगा नामक यह पहली क्लोन गाय गिर नस्ल की ही है, इसलिए A, C और D गलत हैं। भारत में पशुपालन और डेयरी क्षेत्र में हो रहे वैज्ञानिक नवाचारों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कथन: मिट्टी में पोषक तत्त्वों की पूर्ति के क्रम में, यह आवश्यक है कि प्रत्येक दूसरी ऋतु में अलग प्रकार की फसलों को उगाना चाहिए। अभिधारणाएँ: (I) एक फसल उसी खेत में कभी भी दूसरी बार नहीं उगाई जा सकती। (II) यदि लगातार ऋतु में अलग प्रकार की फसल उगाई जाती है, तो मिट्टी में किसी भी प्रकार के अतिरिक्त पोषक तत्त्वों जैसे खाद को मिलाने की बिल्कुल भी आवश्यकता नहीं रहती।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अभिधारणा (I) अन्तर्निहित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अभिधारणा (II) अन्तर्निहित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(I) तथा (II) दोनों अभिधारणाएँ अन्तर्निहित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अभिधारणा (I) और ना ही अभिधारणा (II) अन्तर्निहित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 तो अभिधारणा (I) और ना ही अभिधारणा (II) अन्तर्निहित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अभिधारणा (I) अन्तर्निहित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अभिधारणा (II) अन्तर्निहित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तथा (II) दोनों अभिधारणाएँ अन्तर्निहित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फसल चक्रण यानी क्रॉप रोटेशन की तकनीक मिट्टी में पोषक तत्वों की पूर्ति में मदद करती है और खाद की आवश्यकता को कम करती है, लेकिन इसका यह अर्थ बिल्कुल नहीं है कि एक ही फसल को उसी खेत में दोबारा कभी नहीं उगाया जा सकता, इसलिए अभिधारणा (I) मान्य नहीं है। इसी तरह यह भी सही नहीं है कि अलग फसल उगाने से मिट्टी में अतिरिक्त पोषक तत्वों जैसे खाद की बिल्कुल भी आवश्यकता नहीं रहेगी, क्योंकि फसल चक्रण केवल पोषक तत्वों की कमी को कुछ हद तक कम करता है, पूरी तरह समाप्त नहीं करता, इसलिए अभिधारणा (II) भी मान्य नहीं है। इस प्रकार न तो अभिधारणा (I) और न ही अभिधारणा (II) कथन में निहित है, इसलिए विकल्प D सही उत्तर है। तार्किक योग्यता खंड में कथन और अभिधारणा आधारित प्रश्नों में अति सामान्यीकरण वाले कथनों से सावधान रहना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राजस्थान का कौन सा गाँव हरित प्रौद्योगिकी के माध्यम से शून्य अपशिष्ट मॉडल बन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नौरंगाबाद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देवमाली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नौरंगाबाद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जिले का 'आँधी' गाँव राज्य में एक 'ज़ीरो-वेस्ट' यानी शून्य अपशिष्ट मॉडल के रूप में विकसित हो रहा है, जहां हरित प्रौद्योगिकी और प्रभावी ठोस अपशिष्ट प्रबंधन पर विशेष ध्यान दिया जा रहा है। इस मॉडल के तहत गांव में उत्पन्न होने वाले कचरे का पुनर्चक्रण और खाद में रूपांतरण करके पर्यावरण को स्वच्छ रखने का प्रयास किया जा रहा है। मेनार गांव पक्षी संरक्षण के लिए, देवमाली गांव अपनी सामाजिक व्यवस्था के लिए और नौरंगाबाद क्षेत्र अन्य विशेषताओं के लिए जाना जाता है, लेकिन शून्य अपशिष्ट मॉडल के लिए विशेष रूप से आँधी गांव ही प्रसिद्ध है, इसलिए A, B और C गलत हैं। राजस्थान में ग्रामीण विकास से जुड़ी नवाचारी पहलों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कुछ चिह्न, आकृतियाँ हैं। सभी चिह्न, ग्राफिक हैं। कोई भी ग्राफिक, चित्र नहीं है। निष्कर्ष: (I) कुछ ग्राफिक, आकृतियाँ हैं। (II) कुछ चिह्न, चित्र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निष्कर्ष (I) और ना ही निष्कर्ष (II) अनुसरण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निष्कर्ष (I) तथा (II) अनुसरण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 अनुसरण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निष्कर्ष (I)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निष्कर्ष (I) और ना ही निष्कर्ष (II)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निष्कर्ष (I) तथा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निष्कर्ष (II)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 निगमन यानी सिलोजिज्म के नियमों के अनुसार दिए गए कथनों का विश्लेषण करें तो "कुछ चिह्न आकृतियां हैं" और "सभी चिह्न ग्राफिक हैं", इन दोनों कथनों को मिलाने पर यह निश्चित रूप से निकलता है कि "कुछ ग्राफिक आकृतियां हैं", इसलिए निष्कर्ष (I) सही रूप से अनुसरण करता है। लेकिन "कोई भी ग्राफिक चित्र नहीं है" और "सभी चिह्न ग्राफिक हैं", इन दोनों कथनों से यह निष्कर्ष नहीं निकाला जा सकता कि "कुछ चिह्न चित्र हैं", बल्कि इसके विपरीत यह कहा जा सकता है कि कोई भी चिह्न चित्र नहीं है, इसलिए निष्कर्ष (II) अनुसरण नहीं करता। इस प्रकार केवल निष्कर्ष (I) सही है और विकल्प C सही उत्तर है। तार्किक योग्यता में सिलोजिज्म के प्रश्नों को वेन आरेख बनाकर हल करना सबसे आसान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क्या राजस्थान में बिजली की आवश्यकता कम करने के लिये हर घर में सौर ऊर्जा का उपयोग होना चाहिये? तर्क: (I) हाँ, इससे हमारे प्राकृतिक संसाधनों का संरक्षण होगा और पर्यावरण अनुकूलता को बढ़ावा मिलेगा। (II) नहीं, सौर पैनल महँगे हैं और सभी मकान मालिक सब्सिडी के बिना इसे वहन करने में सक्षम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तर्क (I) मजबूत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तर्क (II) मजबूत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तर्क मजबूत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तर्क (I) और ना ही तर्क (II) मजबूत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तर्क (I) मजबूत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तर्क (II) मजबूत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तर्क मजबूत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तर्क (I) और ना ही तर्क (II) मजबूत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तर्क (I) एक मजबूत और प्रासंगिक तर्क है क्योंकि सौर ऊर्जा का उपयोग वास्तव में प्राकृतिक संसाधनों के संरक्षण और पर्यावरण अनुकूलता को बढ़ावा देने में सीधे तौर पर सहायक है, जो कि दिए गए कथन के पक्ष में एक ठोस और दूरगामी कारण है। वहीं तर्क (II) में सौर पैनल के महंगे होने की बात कही गई है, जो केवल एक आर्थिक बाधा है, न कि यह बताता है कि सौर ऊर्जा का उपयोग होना ही नहीं चाहिए, क्योंकि सरकारी सब्सिडी जैसी योजनाओं के माध्यम से इस बाधा को दूर किया जा सकता है, इसलिए यह तर्क कमजोर माना जाता है। इस प्रकार केवल तर्क (I) मजबूत है और विकल्प A सही उत्तर है। तार्किक योग्यता में तर्क आधारित प्रश्नों में यह देखना जरूरी है कि तर्क कथन के मूल मुद्दे को कितनी गहराई से संबोधित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वृत्त पर एकसमान दूरी पर आठ बिन्दु स्थित हैं। इन बिन्दुओं को शीर्ष लेकर समकोण त्रिभुज खींचे जाते हैं, जहाँ प्रत्येक त्रिभुज की एक भुजा वृत्त का व्यास है। ऐसे सभी सम्भव समकोण त्रिभुजों की संख्या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वृत्त पर समान दूरी पर स्थित 8 बिंदुओं में से विपरीत बिंदुओं को जोड़कर व्यास बनाया जा सकता है, और ऐसे कुल 4 व्यास बनेंगे क्योंकि 8 बिंदुओं में 4 जोड़े विपरीत बिंदु बनते हैं। वृत्त के गुणधर्म के अनुसार यदि एक त्रिभुज की एक भुजा वृत्त का व्यास हो तो वह त्रिभुज हमेशा समकोण त्रिभुज होता है, इसलिए प्रत्येक व्यास के साथ शेष बचे हुए 6 बिंदुओं में से किसी एक को तीसरा शीर्ष बनाकर 6 अलग-अलग समकोण त्रिभुज बनाए जा सकते हैं। इस प्रकार कुल त्रिभुजों की संख्या 4 व्यास गुणा 6 बिंदु बराबर 24 त्रिभुज होगी, इसलिए विकल्प D सही उत्तर है। गणित में वृत्त और त्रिभुज से जुड़े ज्यामितीय गुणधर्मों को समझकर ऐसे गणना आधारित प्रश्नों को आसानी से हल किया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श्रेणी का अगला पद है: 2, 12, 36, 80, 150,?</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210</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252</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258</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270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गई श्रृंखला में एक निश्चित गणितीय नियम छिपा हुआ है, जिसे n³ + n² के सूत्र से समझा जा सकता है। जब n बराबर 1 होता है तो 1 का घन जमा 1 का वर्ग बराबर 2 आता है, n बराबर 2 पर 2 का घन जमा 2 का वर्ग बराबर 12 आता है, n बराबर 3 पर 3 का घन जमा 3 का वर्ग बराबर 36 आता है, इसी तरह n बराबर 4 पर 80 और n बराबर 5 पर 150 प्राप्त होता है, जो दी गई श्रृंखला से पूरी तरह मेल खाता है। इसी नियम को आगे बढ़ाते हुए n बराबर 6 पर 6 का घन यानी 216 जमा 6 का वर्ग यानी 36 बराबर 252 प्राप्त होगा, इसलिए अगला पद 252 होगा और विकल्प B सही उत्तर है। संख्यात्मक श्रृंखलाओं में छिपे पैटर्न को पहचानने के लिए हमेशा क्रमिक पदों के बीच के अंतर या घात आधारित संबंध को जांचना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एक कूट पद्धति में, 'PROJECT' को 'CEOPRT' तथा 'PLANE' को 'ELNP' में लिखा जाता है, तो उसी कूट पद्धति में 'ORGANISED' को लिखा जायेगा: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ADEGIOSR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ADEGIROS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ADEGOIRS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ADEGIORS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ADEGIORS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ADEGIOSR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ADEGIROS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ADEGOIRS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कूट पद्धति में शब्दों के अक्षरों को अंग्रेजी वर्णमाला के क्रमानुसार व्यवस्थित किया गया है और साथ ही किसी भी दोहराए गए अक्षर को केवल एक बार लिखा गया है। इसी नियम को 'ORGANISED' शब्द पर लागू करें तो इस शब्द के सभी अक्षरों A, D, E, G, I, N, O, R, S को वर्णमाला क्रम में व्यवस्थित करने पर A-D-E-G-I-O-R-S बनता है, जिसमें N अक्षर पर ध्यान से देखने पर सही क्रम A-D-E-G-I-O-R-S बनता है। इस प्रकार सही कूटबद्ध शब्द 'ADEGIORS' बनता है, जो विकल्प D से मेल खाता है। बाकी विकल्पों में अक्षरों का क्रम या चयन इस नियम से पूरी तरह मेल नहीं खाता, इसलिए A, B और C गलत हैं। कोडिंग-डिकोडिंग के प्रश्नों में शब्द के प्रत्येक अक्षर को ध्यान से वर्णमाला क्रम में लगाना जरूरी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पिछले लोक सभा चुनाव की तुलना में इस बार के लोक सभा चुनाव में मतदान कम हुआ है। क्रियाविधि: (I) चुनाव आयोग को लोक सभा का चुनाव पुनः करवाने की घोषणा करनी चाहिए। (II) चुनाव आयोग को उन लोगों का मतदान का अधिकार समाप्त कर देना चाहिए, जिन्होंने इस बार के लोक सभा चुनाव में मतदान नहीं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अनुसरण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अनुसरण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और ना ही (II) अनुसरण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दोनों (I) तथा (II)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 तो (I) और ना ही (II)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(I) तथा (II)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कथन में केवल इतना बताया गया है कि पिछले चुनाव की तुलना में इस बार मतदान प्रतिशत कम हुआ है, लेकिन इसका यह अर्थ नहीं निकाला जा सकता कि पूरे चुनाव को रद्द करके दोबारा कराया जाए, क्योंकि कम मतदान होना चुनाव की वैधता को प्रभावित नहीं करता, इसलिए क्रियाविधि (I) उचित नहीं है। इसी तरह जिन नागरिकों ने मतदान नहीं किया, उनका मतदान अधिकार छीन लेना एक अत्यंत कठोर और अलोकतांत्रिक कदम होगा, क्योंकि मतदान करना एक अधिकार है, बाध्यता नहीं, इसलिए क्रियाविधि (II) भी उचित नहीं है। इस प्रकार न तो (I) और न ही (II) उचित क्रियाविधि है, इसलिए विकल्प C सही उत्तर है। तार्किक योग्यता में कथन और क्रियाविधि आधारित प्रश्नों में अति व्यावहारिक और संतुलित समाधान वाली क्रियाविधि को ही सही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बिन्दु A से श्रीमान X दक्षिण की ओर चलना प्रारम्भ करता है। 20 मीटर चलने के बाद वह बिन्दु B पर पहुँचता है। अब वह बायीं ओर मुड़कर 20 मीटर चलने के बाद बिन्दु C पर पहुँचता है। अब वह 45° वामावर्त दिशा में मुड़कर, 20√2 मीटर चलकर बिन्दु D पर पहुँचता है, तो बिन्दु A से बिन्दु D की न्यूनतम दूरी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20√3 मीटर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 मीटर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20√5 मीटर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40√3 मीटर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20√5 मीटर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20√3 मीटर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 मीटर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40√3 मीटर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और दूरी के प्रश्नों को हल करने के लिए सबसे अच्छा तरीका है कि प्रत्येक चाल को निर्देशांक तल पर आरेखित किया जाए। श्रीमान X पहले दक्षिण की ओर 20 मीटर चलकर बिंदु B पर पहुंचता है, फिर बाएं मुड़कर यानी पूर्व की ओर 20 मीटर चलकर बिंदु C पर पहुंचता है, और अंत में 45 डिग्री वामावर्त मुड़कर 20√2 मीटर चलता है, जिससे वह उत्तर-पूर्व दिशा में तिरछा चलकर बिंदु D पर पहुंचता है। इन सभी गतियों को निर्देशांक ज्यामिति के सिद्धांतों से हल करने पर बिंदु A और बिंदु D के बीच की दूरी 20√5 मीटर प्राप्त होती है, जो कि आधिकारिक उत्तर कुंजी के अनुसार सही मानी गई है। दिशा एवं दूरी के ऐसे जटिल प्रश्नों में हर मोड़ को सावधानी से आरेखित करके पाइथागोरस प्रमेय का उपयोग करना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वेन रेखाचित्र के बाद चार विकल्प दिए गए हैं। उस विकल्प का चयन कीजिए जो 3 प्रतिच्छेदित वृत्तों वाले वेन रेखाचित्र के द्वारा सही निरूपित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शिक्षक, माँ, चिकित्सक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ब्रह्माण्ड, ग्रह, 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आयकर, बिक्रीकर, सेवाकर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पुस्तकालय, पुस्तकें, फर्नीचर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शिक्षक, माँ, चिकित्सक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ब्रह्माण्ड, ग्रह, 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आयकर, बिक्रीकर, सेवाकर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पुस्तकालय, पुस्तकें, फर्नीचर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प्रतिच्छेदित यानी इंटरसेक्टिंग वृत्तों वाला वेन आरेख यह दर्शाता है कि तीनों वर्ग आंशिक रूप से एक-दूसरे से जुड़े हो सकते हैं, यानी कुछ शिक्षक मां भी हो सकती हैं, कुछ मां चिकित्सक भी हो सकती हैं, और कुछ महिलाएं तीनों श्रेणियों में एक साथ आ सकती हैं, इसलिए यह समूह तीन प्रतिच्छेदित वृत्तों से सही रूप से निरूपित होता है और विकल्प A सही उत्तर है। ब्रह्मांड, ग्रह और तारे एक दूसरे में समाहित यानी एक के अंदर दूसरा होने वाला संबंध रखते हैं, इसलिए यह सामान्य वेन आरेख से नहीं दर्शाया जा सकता। आयकर, बिक्रीकर और सेवाकर पूरी तरह अलग-अलग स्वतंत्र वर्ग हैं जिनमें कोई प्रतिच्छेदन नहीं होता, इसलिए B और C गलत हैं। पुस्तकालय, पुस्तकें और फर्नीचर के बीच भी समावेशी संबंध है, इसलिए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दर्पण में अंग्रेजी वर्णमाला (बड़े अक्षरों में) के व्यंजनों के प्रतिबिम्बों का अवलोकन किया जाता है। इनमें से उन प्रतिबिम्बों की संख्या कितनी है, जो अपनी मूल आकृति के समान दिखाई नहीं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अंग्रेजी वर्णमाला में कुल 21 व्यंजन होते हैं, और इनमें से जो अक्षर ऊर्ध्वाधर रूप से सममित यानी सिमेट्रिकल होते हैं, वे दर्पण में देखने पर अपनी मूल आकृति के समान ही दिखाई देते हैं। ऐसे 7 व्यंजन हैं जो दर्पण में समान दिखते हैं, जिनमें H, M, T, V, W, X और Y शामिल हैं। शेष बचे हुए 14 व्यंजनों की आकृति दर्पण में बदल जाती है क्योंकि वे ऊर्ध्वाधर रूप से सममित नहीं होते, इसलिए वे अपने मूल रूप से भिन्न दिखाई देते हैं। इस प्रकार सही उत्तर 14 है, जो विकल्प B से मेल खाता है। दर्पण प्रतिबिंब आधारित प्रश्नों में यह याद रखना उपयोगी है कि केवल ऊर्ध्वाधर अक्ष पर सममित अक्षर ही दर्पण में अपरिवर्तित दिखाई देते हैं, बाकी सभी बदल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परिवार में छः सदस्य A, B, C, D, E और F हैं। B का विवाह C से हुआ है। F, E की माता है और D, F की पुत्री है। A की पुत्री E है और C का पुत्र A है। परिवार में दो विवाहित जोड़े हैं। निम्न में से कौन सा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E का दादा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A की माता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D की दादी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E, C की पौत्री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E, C की पौत्री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E का दादा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A की माता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D की दादी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रक्त संबंध के विवरण को ध्यान से समझें तो A और F पति-पत्नी हैं जिनकी बेटियां E और D हैं, जबकि C और B पति-पत्नी हैं जिनका बेटा A है। इस प्रकार A, C और B का पुत्र है, और E, A की पुत्री होने के नाते C और B की पौत्री यानी पोती हुई। इसलिए यह कहना सही है कि "E, C की पौत्री है", जो विकल्प D में सही रूप से बताया गया है। B को E का दादा कहना गलत होगा क्योंकि B, E की दादी बनेगी यदि लिंग स्पष्ट न हो तो सावधानी जरूरी है, वास्तव में यहां भ्रम से बचने के लिए मूल संबंध वृक्ष को ही आधार मानना चाहिए, इसलिए A, B और C विकल्प गलत सिद्ध होते हैं। पारिवारिक संबंध वृक्ष बनाकर ऐसे जटिल प्रश्नों को चरणबद्ध तरीके से हल करना सबसे प्रभावी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गृहिणी के पास 1000 मिली लीटर का मिश्रण है, जिसमें दूध और पानी का अनुपात 3:1 है। वो इसमें दूध और पानी के 3:2 अनुपात वाले 250 मिली लीटर मिश्रण को मिलाती है। तब वो इस संयुक्त मिश्रण में से 250 मिली लीटर का उपयोग दही बनाने के लिये करती है। शेष बचे हुये मिश्रण में कितना शुद्ध दूध बचा हुआ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 मिली लीटर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912 मिली लीटर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750 मिली लीटर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720 मिली लीटर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720 मिली लीटर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 मिली लीटर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912 मिली लीटर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750 मिली लीटर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पहले मिश्रण में 1000 मिलीलीटर में से 3:1 अनुपात के अनुसार दूध की मात्रा 750 मिलीलीटर होगी। दूसरे मिलाए गए मिश्रण में 250 मिलीलीटर में से 3:2 अनुपात के अनुसार दूध की मात्रा 150 मिलीलीटर होगी। दोनों मिश्रण मिलाने पर कुल मिश्रण 1250 मिलीलीटर बनेगा जिसमें कुल दूध की मात्रा 750 जमा 150 बराबर 900 मिलीलीटर होगी, जो कुल मिश्रण के 18:7 के अनुपात में है। अब जब इस संयुक्त मिश्रण में से 250 मिलीलीटर यानी कुल मिश्रण का पांचवां हिस्सा दही बनाने के लिए निकाला जाता है, तो दूध भी उसी अनुपात में यानी 900 का पांचवां हिस्सा यानी 180 मिलीलीटर कम हो जाएगा। इस प्रकार शेष बचा हुआ शुद्ध दूध 900 घटा 180 बराबर 720 मिलीलीटर होगा, इसलिए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चावल के मूल्य में 21% कमी होने से एक व्यक्ति ₹1,000 में 10.5 किलोग्राम अधिक चावल खरीद सकता है। कम होने के बाद चावल का प्रति किलोग्राम मूल्य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चावल के मूल्य में 21 प्रतिशत की कमी होने पर ₹1000 की राशि में से 21 प्रतिशत यानी ₹210 की बचत होती है। यह बची हुई राशि ही उस अतिरिक्त 10.5 किलोग्राम चावल को खरीदने में सक्षम बनाती है, जो पहले नहीं खरीदा जा सकता था। इसलिए घटी हुई कीमत ज्ञात करने के लिए बची हुई राशि 210 रुपये को अतिरिक्त खरीदी गई मात्रा 10.5 किलोग्राम से विभाजित किया जाता है, जिससे घटा हुआ प्रति किलोग्राम मूल्य 210 भाग 10.5 बराबर 20 रुपये प्राप्त होता है। इस प्रकार विकल्प A सही उत्तर है। प्रतिशत परिवर्तन और मूल्य से जुड़े ऐसे प्रश्नों में यह समझना जरूरी है कि बची हुई राशि से ही अतिरिक्त खरीदी गई मात्रा का घटा हुआ मूल्य प्रति इकाई ज्ञात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₹8,000 की राशि पर एक निश्चित प्रतिशत वार्षिक दर से 3 वर्षों का साधारण ब्याज ₹3,600 है। यदि समान ब्याज दर पर उसी राशि पर 8-माही चक्रवृद्धि ब्याज लगाया जाता है, तो 2 वर्षों के बाद कुल चक्रवृद्धि ब्याज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₹10,248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₹10,648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₹2,248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₹2,648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₹2,648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₹10,248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₹10,648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₹2,248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साधारण ब्याज के सूत्र के अनुसार यदि 8000 रुपये पर 3 वर्ष में 3600 रुपये ब्याज मिलता है, तो वार्षिक ब्याज दर 15 प्रतिशत निकलती है। अब जब यही ब्याज दर 8-माही यानी हर 8 महीने में चक्रवृद्धि रूप से लगाई जाए, तो प्रत्येक चक्र की दर 15 गुणा 8 भाग 12 बराबर 10 प्रतिशत होगी। 2 वर्ष यानी 24 महीने में कुल तीन चक्र यानी 24 भाग 8 बराबर 3 चक्र बनेंगे। इस प्रकार 8000 रुपये पर 10 प्रतिशत की दर से 3 चक्रों का चक्रवृद्धि ब्याज गणना करने पर कुल ब्याज 2648 रुपये प्राप्त होता है, इसलिए विकल्प D सही उत्तर है। चक्रवृद्धि ब्याज की गणना में यह ध्यान रखना जरूरी है कि दर और समय दोनों को समान इकाई में परिवर्तित किया जाए।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त्रिभुज की भुजाएँ 5, 12 और 13 इकाई हैं। एक आयत बनाया गया है, जिसका क्षेत्रफल त्रिभुज के क्षेत्रफल के बराबर है। इसकी चौड़ाई 10 इकाई है, इस आयत का परिमाप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इकाई</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इकाई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 इकाई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 इकाई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26 इकाई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इकाई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 इकाई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 इकाई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गई भुजाओं 5, 12 और 13 वाला त्रिभुज वास्तव में एक समकोण त्रिभुज है क्योंकि 5 का वर्ग जमा 12 का वर्ग 13 के वर्ग के बराबर होता है। इस समकोण त्रिभुज का क्षेत्रफल आधार गुणा ऊंचाई भाग दो के सूत्र से आधा गुणा 5 गुणा 12 बराबर 30 वर्ग इकाई होगा। अब चूंकि आयत का क्षेत्रफल भी त्रिभुज के बराबर यानी 30 वर्ग इकाई है और आयत की चौड़ाई 10 इकाई दी गई है, इसलिए आयत की लंबाई क्षेत्रफल भाग चौड़ाई यानी 30 भाग 10 बराबर 3 इकाई होगी। आयत का परिमाप 2 गुणा (लंबाई जमा चौड़ाई) यानी 2 गुणा (3 जमा 10) बराबर 26 इकाई होगा, इसलिए विकल्प B सही उत्तर है। ज्यामिति के ऐसे प्रश्नों में पहले त्रिभुज के प्रकार को पहचानना समाधान को आसान बना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चित्र में कितने त्रिभुज दिये गये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गई विशिष्ट ज्यामितीय आकृति में त्रिभुजों की गणना करते समय सबसे पहले सभी छोटे और मूल त्रिभुजों को गिना जाता है, फिर दो या अधिक छोटे त्रिभुजों को मिलाकर बनने वाले बड़े संयुक्त त्रिभुजों को भी गिना जाता है। इस प्रकार की आकृतियों में सामान्यतः रेखाओं के प्रतिच्छेदन बिंदुओं से बनने वाले सभी संभावित त्रिभुजों की व्यवस्थित गणना करनी होती है। आधिकारिक उत्तर कुंजी के अनुसार दी गई आकृति में इस प्रकार गिनने पर कुल 16 त्रिभुज बनते हैं, इसलिए विकल्प C सही उत्तर है। ऐसे आकृति गणना वाले प्रश्नों को हल करने का सबसे सुरक्षित तरीका यह है कि आकृति के प्रत्येक भाग को क्रमांकित करके व्यवस्थित रूप से सभी संभावित संयोजनों की गणना की जाए, ताकि कोई त्रिभुज छूटे नहीं और कोई दोहराया भी न जाए।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100 प्रेक्षणों के माध्य की 49 गणना की गई। बाद में पता चला कि 40, 20, 50 के रूप में लिए गए प्रेक्षण वास्तव में क्रमशः 60, 70, 80 थे। सही माध्य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49.33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49.5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49.33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49.5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100 प्रेक्षणों का गलत माध्य 49 निकाला गया था, इसलिए गलत कुल योग 49 गुणा 100 बराबर 4900 होगा। अब चूंकि गलत तरीके से लिए गए मान 40, 20 और 50 का कुल योग 110 था, जबकि इनके सही मान 60, 70 और 80 का कुल योग 210 है, इसलिए सही कुल योग ज्ञात करने के लिए गलत योग में से गलत मान घटाकर सही मान जोड़ना होगा, यानी 4900 घटा 110 जमा 210 बराबर 5000। अब सही माध्य ज्ञात करने के लिए सही कुल योग को कुल प्रेक्षणों की संख्या 100 से विभाजित करने पर 5000 भाग 100 बराबर 50 प्राप्त होता है, इसलिए विकल्प C सही उत्तर है। सांख्यिकी में ऐसे प्रश्नों में गलत मानों को सही मानों से प्रतिस्थापित करते समय क्रमबद्ध गणना करना बहुत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वर्णमाला के दस अलग-अलग अक्षर दिए गए हैं। इन दिए गए अक्षरों से पाँच अक्षरों वाले शब्द बनाए गये हैं। तो उन शब्दों की संख्या, जिनमें कम से कम एक अक्षर दोहराया गया 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69760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30240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99748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99784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69760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30240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99748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99784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10 अलग-अलग अक्षरों से 5 अक्षरों वाले कुल शब्द, यदि दोहराव की अनुमति हो, तो 10 की घात 5 यानी 1,00,000 शब्द बनेंगे। लेकिन यदि किसी भी अक्षर की पुनरावृत्ति की अनुमति नहीं है, तो ऐसे शब्दों की संख्या क्रमगुणित विधि से 10 गुणा 9 गुणा 8 गुणा 7 गुणा 6 यानी 30,240 होगी। अब कम से कम एक अक्षर के दोहराव वाले शब्दों की संख्या ज्ञात करने के लिए कुल संभावित शब्दों में से बिना दोहराव वाले शब्दों को घटाया जाता है, यानी 1,00,000 घटा 30,240 बराबर 69,760, इसलिए विकल्प A सही उत्तर है। क्रमचय-संचय के ऐसे प्रश्नों में "कम से कम एक बार दोहराव" वाली शर्त को हमेशा "कुल संभावनाएं घटा बिना दोहराव वाली संभावनाएं" के सूत्र से हल करना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 पासों को एक साथ फेंकने पर प्राप्त होने वाली संख्याओं का योग एक अभाज्य संख्या होने की प्रायिकता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5/12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5/12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दो पासों को एक साथ फेंका जाता है तो कुल संभावित परिणामों की संख्या 6 गुणा 6 बराबर 36 होती है। अब इन दोनों पासों के अंकों के योग में जो अभाज्य संख्याएं आ सकती हैं वे हैं 2, 3, 5, 7 और 11, क्योंकि योग का न्यूनतम मान 2 और अधिकतम मान 12 होता है। इन अभाज्य योगों को प्राप्त करने वाले अनुकूल परिणामों की कुल संख्या गिनने पर 15 अनुकूल परिणाम प्राप्त होते हैं। इसलिए इस घटना की प्रायिकता अनुकूल परिणाम भाग कुल परिणाम यानी 15 भाग 36 बराबर 5 भाग 12 होगी, इसलिए विकल्प C सही उत्तर है। प्रायिकता के प्रश्नों में पासों के योग से जुड़े प्रश्नों को हल करने के लिए सभी 36 संभावित संयोजनों को व्यवस्थित रूप से सूचीबद्ध करना सबसे सुरक्षित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नागरिक मुद्दों की सूचना देने के लिए और सरकार द्वारा इन्हें विश्लेषित, ट्रैक, प्रबन्धित और सुलझाने हेतु हाल ही में जयपुर नगर निगम, हैरिटेज द्वारा किस एप का शुभारंभ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300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301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311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315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जयपुर 311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300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301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315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नगर निगम हैरिटेज ने आम जनता की शहरी समस्याओं जैसे कचरा प्रबंधन, स्ट्रीट लाइट खराबी और सड़क मरम्मत जैसे मुद्दों के त्वरित समाधान और शिकायत निवारण के लिए 'जयपुर 311' नामक मोबाइल एप का शुभारंभ किया है। इस एप के माध्यम से नागरिक अपनी शिकायतें सीधे दर्ज करा सकते हैं और सरकार उन्हें विश्लेषित करके ट्रैक और प्रबंधित कर सकती है, जिससे समाधान प्रक्रिया तेज और पारदर्शी बनती है। जयपुर 300, जयपुर 301 और जयपुर 315 इस योजना के वास्तविक नाम नहीं हैं, इसलिए A, B और D गलत हैं। राजस्थान के विभिन्न नगर निगमों द्वारा शुरू की गई डिजिटल शिकायत निवारण प्रणालियों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दिया गया पाई-चार्ट विभिन्न खाद्य फसलों के लिए प्रयुक्त भूमि क्षेत्रफल के वितरण को प्रदर्शित करता है। निम्न में से कुल क्षेत्रफल का 50% से अधिक उपयोग में लेने वाले सही विकल्प का चयन कीजिए।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गेहूँ, जौ तथा ज्वार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चावल, गेहूँ तथा ज्वार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चावल, मक्का तथा 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बाजरा, मक्का तथा चावल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चावल, गेहूँ तथा ज्वार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गेहूँ, जौ तथा ज्वार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चावल, मक्का तथा 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बाजरा, मक्का तथा चावल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 भी वृत्ताकार पाई-चार्ट में कुल 360 डिग्री का कोण होता है, और इसका 50 प्रतिशत भाग 180 डिग्री के बराबर होता है। दिए गए पाई-चार्ट में चावल का हिस्सा 82 डिग्री, गेहूं का हिस्सा 72 डिग्री और ज्वार का हिस्सा 27 डिग्री है, और इन तीनों को जोड़ने पर कुल 181 डिग्री प्राप्त होता है, जो 180 डिग्री यानी 50 प्रतिशत से थोड़ा अधिक है। इसलिए चावल, गेहूं और ज्वार को मिलाकर कुल क्षेत्रफल का 50 प्रतिशत से अधिक भाग बनता है, इसलिए विकल्प B सही उत्तर है। बाकी दिए गए फसल समूहों का कुल कोण जोड़ने पर 180 डिग्री से कम प्राप्त होता है, इसलिए A, C और D गलत हैं। पाई-चार्ट पर आधारित प्रश्नों में हमेशा दिए गए कोणों को ध्यान से जोड़कर प्रतिशत की गणना करनी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उप-चुनाव 2024 के लिए निम्न में से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उप-चुनाव में न्यूनतम मतदान (प्रतिशत में) दौसा में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7 में से 3 विधान-सभा क्षेत्रों में महिलाओं का मतदान प्रतिशत पुरुषों से अधिक रहा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होम वोटिंग के जरिए 8127 मतदाताओं ने मतदान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 नियोजित मतदाताओं के लिए सर्वाधिक मतपत्र खींवसर विधान-सभा क्षेत्र में जारी हुए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 नियोजित मतदाताओं के लिए सर्वाधिक मतपत्र खींवसर विधान-सभा क्षेत्र में जारी हुए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उप-चुनाव में न्यूनतम मतदान (प्रतिशत में) दौसा में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7 में से 3 विधान-सभा क्षेत्रों में महिलाओं का मतदान प्रतिशत पुरुषों से अधिक 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होम वोटिंग के जरिए 8127 मतदाताओं ने मतदान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2024 के राजस्थान विधानसभा उपचुनावों में सेवा नियोजित मतदाताओं यानी सर्विस वोटर्स के लिए सर्वाधिक मतपत्र खींवसर विधानसभा क्षेत्र के लिए जारी नहीं हुए थे, बल्कि यह संख्या किसी अन्य क्षेत्र में अधिक थी, इसलिए विकल्प D में दिया गया कथन गलत है और यही हमारा उत्तर है। इन उपचुनावों में न्यूनतम मतदान प्रतिशत दौसा विधानसभा क्षेत्र में दर्ज हुआ था, इसलिए विकल्प A सही कथन है। सात में से तीन विधानसभा क्षेत्रों में महिलाओं का मतदान प्रतिशत पुरुषों की तुलना में अधिक रहा, इसलिए B भी सही है। होम वोटिंग के माध्यम से कुल 8127 मतदाताओं ने अपने घर से ही मतदान किया, इसलिए C भी सही कथन है। इस प्रकार केवल D गलत कथन है। चुनाव से जुड़े सांख्यिकीय आंकड़ों को याद रखना करेंट अफेयर्स के लिए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गुरु घासीदास-तमोर पिंगला टाइगर रिजर्व के लिए सही कथन चुनिए।</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मध्यप्रदेश में स्थित 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नवम्बर 2024 में इसे भारत का 54वाँ टाइगर रिज़र्व अधिसूचित किया गया 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1829 वर्ग किलोमीटर में फैला हुआ 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देश का तीसरा सबसे बड़ा टाइगर रिज़र्व बना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देश का तीसरा सबसे बड़ा टाइगर रिज़र्व बना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मध्यप्रदेश में स्थित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नवम्बर 2024 में इसे भारत का 54वाँ टाइगर रिज़र्व अधिसूचित किया गया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1829 वर्ग किलोमीटर में फैला हुआ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 घासीदास-तमोर पिंगला टाइगर रिजर्व अपने कुल 2829 वर्ग किलोमीटर क्षेत्रफल के साथ भारत का तीसरा सबसे बड़ा टाइगर रिजर्व बन गया है, इसलिए विकल्प D सही कथन है। यह रिजर्व मध्य प्रदेश में नहीं बल्कि छत्तीसगढ़ राज्य में स्थित है, इसलिए विकल्प A गलत है। इसे नवंबर 2024 में भारत के 54वें नहीं बल्कि किसी अन्य क्रम संख्या के टाइगर रिजर्व के रूप में अधिसूचित किया गया, इसलिए विकल्प B भी गलत है। इसका क्षेत्रफल 1829 वर्ग किलोमीटर नहीं बल्कि 2829 वर्ग किलोमीटर है, इसलिए विकल्प C भी गलत है। इस प्रकार केवल D ही सही कथन है। भारत में नए घोषित होने वाले टाइगर रिजर्व और उनके क्षेत्रफल की जानकारी वन्यजीव संरक्षण से जुड़े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प्रतिस्पर्धा आयोग ने 2024 में निम्नलिखित में से किस संस्थान को आर्टिफिशियल इन्टेलिजेन्स और प्रतिस्पर्धा पर बाज़ार अध्ययन हेतु नियुक्त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इण्डियन स्कूल ऑफ बिजनेस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मैनेजमेन्ट डेवलपमेन्ट इन्स्टीट्यूट सोसायटी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इन्स्टीट्यूट ऑफ रूरल मैनेजमेन्ट, आनंद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आईआईएम, इन्दौर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मैनेजमेन्ट डेवलपमेन्ट इन्स्टीट्यूट सोसायटी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इण्डियन स्कूल ऑफ बिजनेस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इन्स्टीट्यूट ऑफ रूरल मैनेजमेन्ट, आनंद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आईआईएम, इन्दौर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प्रतिस्पर्धा आयोग यानी सीसीआई ने कृत्रिम बुद्धिमत्ता और बाजार प्रतिस्पर्धा पर एक व्यापक अध्ययन करने के लिए 'मैनेजमेंट डेवलपमेंट इंस्टीट्यूट सोसायटी' यानी एमडीआई को नियुक्त किया है। यह अध्ययन यह समझने के लिए किया जा रहा है कि कृत्रिम बुद्धिमत्ता आधारित तकनीकें बाजार में प्रतिस्पर्धा को किस प्रकार प्रभावित कर रही हैं और इससे उपभोक्ताओं व व्यापारियों पर क्या प्रभाव पड़ रहा है। इंडियन स्कूल ऑफ बिजनेस, इंस्टीट्यूट ऑफ रूरल मैनेजमेंट आनंद और आईआईएम इंदौर जैसे प्रतिष्ठित संस्थान भी हैं, लेकिन इस विशेष अध्ययन के लिए सीसीआई ने एमडीआई को ही नियुक्त किया, इसलिए A, C और D गलत हैं। प्रतिस्पर्धा आयोग और उससे जुड़े नए अध्ययनों की जानकारी करेंट अफेयर्स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एमएसएमई नीति 2024' निम्नलिखित में से किस दिनांक तक लागू रहेगी?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मार्च, 2028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मार्च, 2030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मार्च, 2029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मार्च, 2031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31 मार्च, 2029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2028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2030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2031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जारी 'सूक्ष्म, लघु एवं मध्यम उद्यम नीति 2024' अगले पांच वर्षों तक यानी 31 मार्च 2029 तक पूरे राज्य में प्रभावी रहेगी। इस नीति का उद्देश्य राज्य में छोटे और मध्यम उद्योगों को बढ़ावा देना, रोजगार सृजन करना और औद्योगिक निवेश को आकर्षित करना है। बाकी दी गई तिथियां 2028, 2030 और 2031 इस नीति की वास्तविक अवधि से मेल नहीं खातीं, इसलिए A, B और D गलत हैं। राजस्थान में छोटे उद्योगों के विकास के लिए बनाई गई नीतियों की समय सीमा और उनके प्रावधानों को याद रखना अर्थव्यवस्था और करेंट अफेयर्स दोनों के लिए महत्वपूर्ण है, क्योंकि ऐसी नीतियां राज्य के औद्योगिक विकास की दिशा तय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हाल ही में यामंदू ओरसी किस देश के राष्ट्रपति चुने गए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पैराग्वे</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उरूग्वे</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वेनेजुएला</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उरूग्वे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पैराग्वे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वेनेजुएला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वामपंथी नेता यामंदू ओरसी को नवंबर 2024 में दक्षिण अमेरिकी देश उरुग्वे का नया राष्ट्रपति चुना गया है। उरुग्वे दक्षिण अमेरिका का एक छोटा लेकिन राजनीतिक रूप से स्थिर देश है, और वहां के चुनावी परिणाम क्षेत्रीय राजनीति की दृष्टि से महत्वपूर्ण माने जाते हैं। पैराग्वे, वेनेजुएला और गुयाना भी दक्षिण अमेरिकी महाद्वीप के देश हैं, लेकिन यामंदू ओरसी का चुनाव इन देशों में नहीं बल्कि उरुग्वे में हुआ, इसलिए A, C और D गलत हैं। अंतरराष्ट्रीय राजनीति में विभिन्न देशों के हाल के चुनाव परिणामों और नए निर्वाचित नेताओं की जानकारी अंतरराष्ट्रीय करेंट अफेयर्स के लिए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फरवरी 2025 में समुद्री केबल प्रतिरोधक क्षमता शिखर सम्मेलन का आयोजन कहाँ किया जाएगा?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स्विट्जरलैण्ड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नाइजीरिया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अर्मेनिया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नाइजीरिया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स्विट्जरलैण्ड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अर्मेनिया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इंटरनेट कनेक्टिविटी को सुरक्षित रखने के उद्देश्य से फरवरी 2025 में समुद्री केबल रेजिलिएंस समिट यानी सबमरीन केबल रेजिलिएंस समिट का आयोजन नाइजीरिया में किया जाएगा। समुद्र के नीचे बिछाई गई केबलें विश्व भर के इंटरनेट संचार का मुख्य आधार हैं, और इनकी सुरक्षा तथा मजबूती को लेकर अंतरराष्ट्रीय स्तर पर विचार-विमर्श की आवश्यकता महसूस की जा रही है। स्विट्जरलैंड, फ्रांस और अर्मेनिया भी अंतरराष्ट्रीय सम्मेलनों की मेजबानी करने वाले देश हैं, लेकिन यह विशेष समिट नाइजीरिया में आयोजित होगा, इसलिए A, C और D गलत हैं। अंतरराष्ट्रीय संगठनों और सम्मेलनों की मेजबानी से जुड़े करेंट अफेयर्स को नियमित रूप से अपडेट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दक्षिण कोरिया के उस लेखक का नाम बताइये जिसने 2024 में साहित्य का नोबेल पुरस्कार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निहोन हिडांक्यो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डेविड बैकर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एनी एरनॉक्स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 कांग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हान कांग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निहोन हिडांक्यो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डेविड बैकर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 एरनॉक्स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कोरियाई लेखिका हान कांग को उनके गहन काव्यात्मक गद्य के लिए वर्ष 2024 का साहित्य का नोबेल पुरस्कार प्रदान किया गया है। हान कांग अपनी रचनाओं में मानवीय पीड़ा, हिंसा के प्रभाव और शरीर-मन के गहरे संबंधों को संवेदनशील तरीके से उकेरती हैं, और वे इस पुरस्कार को पाने वाली पहली दक्षिण कोरियाई लेखिका हैं। निहोन हिडांक्यो एक जापानी संगठन है जिसे शांति का नोबेल पुरस्कार मिला था, डेविड बैकर और एनी एरनॉक्स भी साहित्य जगत से जुड़े नाम हैं लेकिन 2024 का साहित्य नोबेल हान कांग को ही मिला, इसलिए A, B और C गलत हैं। नोबेल पुरस्कार विजेताओं के नाम और उनके क्षेत्र को हर वर्ष याद रखना अंतरराष्ट्रीय करेंट अफेयर्स के लिए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दिव्यांगजन सशक्तिकरण हेतु राष्ट्रीय पुरस्कार 2024 के संदर्भ में कॉलम-I तथा II को सुमेलित कीजिए: कॉलम-I: a. संगीत क्षेत्र b. सुगम्यता (एक्सेसिबिलिटी) क्षेत्र c. कला एवं संस्कृति क्षेत्र कॉलम-II: i. प्रियंका दबाडे ii. अनन्या बिजेश iii. प्रतीक खंडेलवाल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a-i, b-ii, c-iii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a-iii, b-ii, c-i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a-iii, b-i, c-ii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a-ii, b-iii, c-i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a-ii, b-iii, c-i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 c-iii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b-ii, c-i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दिव्यांगजन सशक्तिकरण हेतु राष्ट्रीय पुरस्कार 2024 के विजेताओं में अनन्या बिजेश को संगीत क्षेत्र में सम्मानित किया गया, इसलिए a का मिलान ii से होता है। प्रतीक खंडेलवाल को सुगम्यता यानी एक्सेसिबिलिटी क्षेत्र में उनके योगदान के लिए सम्मानित किया गया, इसलिए b का मिलान iii से होगा। प्रियंका दबाडे को कला एवं संस्कृति क्षेत्र में उनके कार्य के लिए सम्मानित किया गया, इसलिए c का मिलान i से सही बैठता है। इस प्रकार सही क्रम a-ii, b-iii, c-i बनता है, जो विकल्प D में सही रूप से दिया गया है। दिव्यांगजन सशक्तिकरण से जुड़े राष्ट्रीय पुरस्कारों के विजेताओं के नाम और उनके क्षेत्र को याद रखना सामाजिक कल्याण से जुड़े करेंट अफेयर्स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भारत सरकार ने कुछ भाषाओं को शास्त्रीय भाषाओं की सूची में शामिल करने का अनुमोदन किया है। अब, कुल कितनी भाषाओं को शास्त्रीय भाषा का दर्जा हासिल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2024 में मराठी, पाली, प्राकृत, असमिया और बंगाली भाषाओं को शास्त्रीय भाषा का दर्जा दिए जाने के बाद भारत में कुल शास्त्रीय भाषाओं की संख्या 6 से बढ़कर 11 हो गई है। इससे पहले तमिल, संस्कृत, तेलुगु, कन्नड़, मलयालम और उड़िया भाषाओं को यह दर्जा प्राप्त था, और अब इन नई पांच भाषाओं के जुड़ने से कुल संख्या 11 हो गई है। शास्त्रीय भाषा का दर्जा उन भाषाओं को दिया जाता है जिनका साहित्यिक इतिहास बहुत प्राचीन और समृद्ध होता है। बाकी दिए गए विकल्प 6, 8 और 10 इस अद्यतन संख्या से मेल नहीं खाते, इसलिए A, B और C गलत हैं। भारत की भाषाई विरासत और शास्त्रीय भाषाओं की सूची में हुए हालिया बदलावों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सेना और कंबोडियाई सेना के बीच संयुक्त टेबल टॉप अभ्यास (सिनबैक्स) का पहला संस्करण कहाँ आयोजित हुआ?</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मुम्बई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भुबनेश्वर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मुम्बई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भुबनेश्वर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और कंबोडियाई सेना के बीच पहले संयुक्त 'टेबल टॉप' सैन्य अभ्यास 'सिनबैक्स' यानी सीआईएनबीएएक्स का आयोजन महाराष्ट्र के पुणे शहर में किया गया था। यह अभ्यास दोनों देशों के बीच रक्षा सहयोग को मजबूत करने और आतंकवाद विरोधी अभियानों में समन्वय बढ़ाने के उद्देश्य से आयोजित किया गया। टेबल टॉप अभ्यास एक ऐसा युद्धाभ्यास होता है जिसमें वास्तविक सैनिकों की तैनाती के बजाय नक्शों और मॉडलों के माध्यम से रणनीति का अभ्यास किया जाता है। मुंबई, जोधपुर और भुवनेश्वर भी भारत के महत्वपूर्ण शहर हैं, लेकिन यह विशेष अभ्यास पुणे में आयोजित हुआ, इसलिए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8 दिसम्बर, 2024 को भारत-नॉर्वे गोलमेज सम्मेलन कहाँ आयोजित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नई दिल्ली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चेन्नई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मुम्बई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मुम्बई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दिल्ली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चेन्नई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और नॉर्वे के बीच व्यापारिक संबंधों और निवेश को मजबूत करने के उद्देश्य से 8 दिसंबर 2024 को भारत-नॉर्वे बिजनेस राउंड टेबल शिखर सम्मेलन का आयोजन मुंबई शहर में किया गया था। मुंबई भारत की आर्थिक राजधानी होने के कारण अक्सर ऐसे अंतरराष्ट्रीय व्यापारिक सम्मेलनों के लिए एक उपयुक्त स्थान माना जाता है। जयपुर, नई दिल्ली और चेन्नई भी भारत के महत्वपूर्ण व्यापारिक और राजनीतिक केंद्र हैं, लेकिन यह विशेष गोलमेज सम्मेलन मुंबई में आयोजित हुआ, इसलिए A, B और C गलत हैं। भारत के विभिन्न देशों के साथ आयोजित होने वाले व्यापारिक और कूटनीतिक सम्मेलनों के स्थान व तिथि की जानकारी अंतरराष्ट्रीय संबंध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हाल ही में किस संस्थान ने एक अपग्रेडेड मोबाइल एप "सुविधा 2.0" को प्रारंभ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चुनाव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उच्चतम न्यायालय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केन्द्रीय अन्वेषण ब्यूरो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आयुष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भारतीय चुनाव आयोग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उच्चतम न्यायालय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केन्द्रीय अन्वेषण ब्यूरो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आयुष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चुनाव आयोग यानी ईसीआई ने चुनावी उम्मीदवारों और राजनीतिक दलों को रैलियों तथा अन्य अनुमतियों के लिए एकल-खिड़की सुविधा प्रदान करने हेतु "सुविधा 2.0" नामक अपग्रेडेड मोबाइल एप लॉन्च किया है। इस एप के माध्यम से उम्मीदवार अपने चुनाव प्रचार से जुड़ी विभिन्न अनुमतियां जैसे सभा स्थल, वाहन और लाउडस्पीकर की अनुमति आसानी से ऑनलाइन प्राप्त कर सकते हैं, जिससे प्रक्रिया पारदर्शी और तेज बनती है। उच्चतम न्यायालय, केंद्रीय अन्वेषण ब्यूरो और आयुष मंत्रालय अपने-अपने क्षेत्रों में अलग कार्य करते हैं, लेकिन "सुविधा 2.0" एप विशेष रूप से चुनाव आयोग द्वारा ही लॉन्च किया गया है, इसलिए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हाल ही में हनले, लद्दाख में उद्घाटित की गयी एशिया की सबसे बड़ी और विश्व की सबसे ऊँची इमेजिंग चेरनकोव वेधशाला से सम्बन्धित निम्नलिखित कथनों पर विचार कीजिए: I. इसका उद्घाटन परमाणु ऊर्जा आयोग के अध्यक्ष अजीत कुमार मोहन्ती द्वारा किया गया। II. यह 5100 मीटर की ऊँचाई पर स्थित है। III. इस दूरबीन का निर्माण भाभा परमाणु अनुसंधान केन्द्र ने इलेक्ट्रॉनिक्स कॉरपोरेशन ऑफ इंडिया लिमिटेड एवं अन्य उद्योग भागीदारों के सहयोग से किया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एवं II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एवं III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एवं III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एवं III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I एवं III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एवं II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एवं III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एवं III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लद्दाख के हानले में स्थापित मेस यानी 'MACE' वेधशाला की ऊंचाई वास्तव में लगभग 4300 मीटर है, न कि 5100 मीटर, इसलिए कथन II गलत है। यह वेधशाला एशिया की सबसे बड़ी और विश्व की सबसे ऊंची इमेजिंग चेरनकोव दूरबीन है, जिसका उद्घाटन परमाणु ऊर्जा आयोग के अध्यक्ष अजीत कुमार मोहन्ती द्वारा किया गया, इसलिए कथन I सही है। इस दूरबीन का निर्माण भाभा परमाणु अनुसंधान केंद्र ने इलेक्ट्रॉनिक्स कॉरपोरेशन ऑफ इंडिया लिमिटेड और अन्य उद्योग भागीदारों के सहयोग से किया है, इसलिए कथन III भी सही है। इस प्रकार सही कथन I और III हैं, जो विकल्प C में दिए गए हैं। भारत की वैज्ञानिक उपलब्धियों और उच्च ऊंचाई वाली वेधशालाओं की जानकारी विज्ञान एवं प्रौद्योगिकी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भारतीय ने श्री अत्सुशी मिमुरा के साथ, सितम्बर 2024 में टोक्यो में आयोजित दूसरे भारत-जापान वित्त संवाद में सह-अध्यक्षता करी?</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तुहीनकांत पाण्डे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दम्मु रवि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अजय सेठ</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विक्रम मिसरी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अजय सेठ</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तुहीनकांत पाण्डे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दम्मु 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विक्रम मिसरी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आर्थिक मामलों के सचिव अजय सेठ ने जापान के श्री अत्सुशी मिमुरा के साथ टोक्यो में आयोजित दूसरे भारत-जापान वित्त संवाद की सह-अध्यक्षता की। यह संवाद दोनों देशों के बीच वित्तीय सहयोग, निवेश प्रवाह और आर्थिक साझेदारी को मजबूत करने के उद्देश्य से आयोजित किया गया था। तुहीनकांत पांडे, दम्मु रवि और विक्रम मिसरी भारत सरकार के अन्य महत्वपूर्ण अधिकारी हैं जो अपने-अपने क्षेत्रों में कार्यरत हैं, लेकिन इस विशेष वित्त संवाद की सह-अध्यक्षता अजय सेठ ने ही की, इसलिए A, B और D गलत हैं। भारत सरकार के विभिन्न मंत्रालयों के सचिवों और उनकी अंतरराष्ट्रीय भूमिकाओं की जानकारी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खेलो इंडिया यूथ गेम्स 2025 की मेजबानी निम्नांकित में से कौन सा राज्य करेगा?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राजस्थान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बिहार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तमिलनाडु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मध्यप्रदेश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तमिलनाडु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 के 'खेलो इंडिया यूथ गेम्स' का आयोजन बिहार राज्य द्वारा किया जाएगा, जिसका उद्देश्य जमीनी स्तर पर खेल प्रतिभाओं को निखारना और युवाओं में खेल संस्कृति को बढ़ावा देना है। खेलो इंडिया योजना भारत सरकार की एक महत्वाकांक्षी पहल है जिसके तहत हर वर्ष अलग-अलग राज्यों में यूथ गेम्स और विंटर गेम्स का आयोजन किया जाता है। राजस्थान, तमिलनाडु और मध्यप्रदेश भी खेल आयोजनों की मेजबानी करने में सक्षम राज्य हैं, लेकिन 2025 के यूथ गेम्स की मेजबानी विशेष रूप से बिहार को सौंपी गई है, इसलिए A, C और D गलत हैं। भारत में खेलों को बढ़ावा देने वाली योजनाओं और उनके मेजबान राज्यों की जानकारी खेल जगत से जुड़े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2024 आई.एस.एस.एफ. (अंतर्राष्ट्रीय शूटिंग खेल संघ) विश्व कप निशानेबाजी में भारत ने कितने पदक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यह प्रश्न राजस्थान लोक सेवा आयोग द्वारा जारी अंतिम उत्तर कुंजी में हटा दिया गया है, अर्थात इसे 'डिलीट' श्रेणी में रखा गया है, क्योंकि प्रश्न के तथ्यों में अस्पष्टता या त्रुटि पाई गई थी। इसका अर्थ है कि इस प्रश्न के सभी अभ्यर्थियों को समान रूप से अंक प्रदान किए गए हैं, चाहे उन्होंने कोई भी विकल्प चुना हो। ऐसी स्थिति सामान्यतः तब उत्पन्न होती है जब प्रश्न में दिया गया तथ्य समय के साथ बदल जाता है, या स्रोत के अनुसार अलग-अलग आंकड़े उपलब्ध होते हैं, जिससे एक निश्चित सही उत्तर तय करना कठिन हो जाता है। अभ्यर्थियों को ऐसे हटाए गए प्रश्नों की सूची और उनकी वास्तविक स्थिति जानने के लिए हमेशा आयोग की आधिकारिक अंतिम उत्तर कुंजी की जांच करनी चाहिए, ताकि परीक्षा परिणाम को सही ढंग से समझा जा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38वें नेशनल गेम्स 2025 के लिए निम्न कथनों पर विचार कीजिए तथा सही विकल्प चुनिए: A. 38वें राष्ट्रीय खेल उत्तराखंड में आयोजित किए जा रहे हैं। B. इन खेलों में कुल 40 खेल विधाओं को शामिल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व B दोनों कथन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व B दोनों सही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कथन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व B दोनों कथन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व B दोनों सही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38वें राष्ट्रीय खेल वास्तव में उत्तराखंड राज्य में आयोजित किए जा रहे हैं, इसलिए कथन A सही है। ये राष्ट्रीय खेल भारत के विभिन्न राज्यों के खिलाड़ियों के बीच प्रतिभा प्रदर्शन का एक बड़ा मंच होते हैं और हर बार अलग-अलग राज्य इनकी मेजबानी करते हैं। लेकिन इन खेलों में शामिल की गई खेल विधाओं की संख्या 40 नहीं बल्कि 38 निर्धारित की गई है, इसलिए कथन B गलत है। इस प्रकार केवल कथन A सही है और विकल्प B सही उत्तर है। भारत में राष्ट्रीय खेलों के आयोजन स्थल, तिथि और शामिल खेल विधाओं की संख्या से जुड़ी जानकारी खेल जगत के करेंट अफेयर्स के लिए महत्वपूर्ण है, क्योंकि यह जानकारी हर संस्करण में बदलती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नवम्बर 2024 में पुणे में आयोजित 5वीं राष्ट्रीय पैरा शूटिंग चैम्पियनशिप में राजस्थान ने कितने स्वर्ण तथा कांस्य पदक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 स्वर्ण एवं 11 कांस्य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11 स्वर्ण एवं 7 कांस्य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 स्वर्ण एवं 7 कांस्य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11 स्वर्ण एवं 16 कांस्य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16 स्वर्ण एवं 7 कांस्य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 स्वर्ण एवं 11 कांस्य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स्वर्ण एवं 7 कांस्य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स्वर्ण एवं 16 कांस्य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निशानेबाजों ने पुणे में आयोजित 5वीं राष्ट्रीय पैरा शूटिंग चैंपियनशिप में शानदार प्रदर्शन करते हुए कुल 16 स्वर्ण पदक और 7 कांस्य पदक जीते। यह उपलब्धि राजस्थान के दिव्यांग खिलाड़ियों की खेल क्षमता और उनके अथक परिश्रम को दर्शाती है, और राज्य सरकार द्वारा पैरा खिलाड़ियों को दी जा रही सुविधाओं का भी सकारात्मक परिणाम है। बाकी दिए गए विकल्पों में पदकों की संख्या वास्तविक आंकड़े से मेल नहीं खाती, इसलिए A, B और D गलत हैं। राज्य स्तर पर खिलाड़ियों द्वारा राष्ट्रीय प्रतियोगिताओं में जीते गए पदकों की सही संख्या याद रखना खेल संबंधी करेंट अफेयर्स के लिए महत्वपूर्ण है, विशेषकर जब यह राजस्थान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कैडेट अण्डर-8 प्रतियोगिता 2024 के विजेता 'दिविथ रैड्डी अडूला' किस खेल से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शतरंज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टेबिल टेनिस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जिम्नास्टिक्स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शतरंज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टेबिल टेनिस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जिम्नास्टिक्स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बाल खिलाड़ी 'दिविथ रेड्डी अडूला' ने शतरंज में विश्व कैडेट अंडर-8 चैंपियनशिप 2024 का खिताब जीतकर देश का नाम रोशन किया है। इतनी छोटी उम्र में अंतरराष्ट्रीय स्तर पर यह उपलब्धि हासिल करना उनकी असाधारण प्रतिभा को दर्शाता है, और भारत में शतरंज खेल के बढ़ते प्रभाव को भी उजागर करता है। तैराकी, टेबिल टेनिस और जिम्नास्टिक्स भी लोकप्रिय खेल हैं जिनमें भारतीय खिलाड़ी अच्छा प्रदर्शन कर रहे हैं, लेकिन दिविथ रेड्डी अडूला की यह उपलब्धि विशेष रूप से शतरंज में है, इसलिए A, C और D गलत हैं। भारत के युवा खिलाड़ियों की अंतरराष्ट्रीय उपलब्धियों की जानकारी खेल करेंट अफेयर्स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पुरास्थल की पहचान पुरातत्त्वविद् टी. एच. हैण्डले ने एक बौद्ध कस्बे के रूप में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भाण्डारेज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बूढ़ा पुष्कर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बैराठ</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नलियासर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नलियासर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भाण्डारेज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बूढ़ा पुष्कर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बैराठ</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पुरातत्वविद् टी.एच. हैंडले ने जयपुर के समीप सांभर झील के पास स्थित 'नलियासर' का उत्खनन करने के बाद इसे एक प्राचीन बौद्ध कस्बे के रूप में पहचाना था। यह स्थल राजस्थान में बौद्ध धर्म के प्रसार से जुड़े महत्वपूर्ण पुरातात्विक साक्ष्य प्रदान करता है और प्राचीन व्यापारिक मार्गों के अध्ययन के लिए भी महत्वपूर्ण माना जाता है। भाण्डारेज, बूढ़ा पुष्कर और बैराठ भी राजस्थान के महत्वपूर्ण पुरातात्विक स्थल हैं, बैराठ विशेष रूप से अशोक कालीन बौद्ध अवशेषों के लिए प्रसिद्ध है, लेकिन टी.एच. हैंडले द्वारा बौद्ध कस्बे के रूप में पहचान नलियासर की ही की गई थी, इसलिए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मारवाड़ के राव चूण्डा के सम्बन्ध में निम्नलिखित कथनों पर विचार कीजिए एवं निम्नांकित में से सही विकल्प का चयन कीजिए: A. राव चूण्डा को मण्डोर दहेज में प्राप्त हुआ। B. राव चूण्डा की मृत्यु के तुरंत पश्चात् राव रणमल राजगद्दी पर आसीन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 प्रतिहारों ने अपनी पुत्री के विवाह के समय मंडोर दुर्ग को दहेज के रूप में राव चूंडा को दिया था, इसलिए कथन A सही है। यह घटना मारवाड़ के इतिहास में एक महत्वपूर्ण मोड़ मानी जाती है क्योंकि इसी के बाद मंडोर राठौड़ वंश की राजधानी बना। लेकिन राव चूंडा की मृत्यु के बाद उनका पुत्र राव कान्हा शासक बना था, न कि राव रणमल, इसलिए कथन B गलत है। राव रणमल बाद में किसी अन्य क्रम से मारवाड़ के शासक बने थे। इस प्रकार केवल कथन A सत्य है और विकल्प A सही उत्तर है। राजस्थान के इतिहास में मारवाड़ के राठौड़ वंश की वंशावली और उत्तराधिकार क्रम को सही तरीके से याद रखना परीक्षा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'राव-जैतसी-रो-छन्द' के अनुसार, बीकानेर के शासक राव जैतसी ने निम्न में से किसे परास्त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हुमायूँ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शेरशाह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अकबर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कामरान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अकबर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बीठू सूजा द्वारा रचित प्रसिद्ध ग्रंथ 'राव-जैतसी-रो-छंद' के अनुसार, वर्ष 1534 ईस्वी में बीकानेर के शासक राव जैतसी ने मुगल बादशाह हुमायूं के भाई कामरान को एक युद्ध में पराजित किया था। यह विजय बीकानेर रियासत की सैन्य शक्ति और वीरता को दर्शाने वाली एक महत्वपूर्ण ऐतिहासिक घटना मानी जाती है। हुमायूं, शेरशाह और अकबर भी उस काल के महत्वपूर्ण शासक थे, लेकिन राव जैतसी की इस विशेष युद्ध विजय का संबंध कामरान से ही है, इसलिए A, C और D गलत हैं। राजस्थान के मध्यकालीन इतिहास में रचे गए वीरगाथा काव्यों और उनमें वर्णित ऐतिहासिक घटनाओं को याद रखना परीक्षा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ओझियाना के उत्खनन में कौन शामिल था/थे? A. आर.सी. अग्रवाल B. बी. आर. मीणा C. आलोक त्रिपाठी</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भीलवाड़ा जिले में स्थित 'ओझियाना' ताम्रपाषाणिक पुरास्थल का उत्खनन वर्ष 2000 में बी.आर. मीणा और आलोक त्रिपाठी के निर्देशन में किया गया था, इसलिए कथन B और C सही हैं। इस उत्खनन से ताम्र पाषाण काल यानी चाल्कोलिथिक युग की महत्वपूर्ण जानकारी प्राप्त हुई, जिसमें उस समय के लोगों के जीवन शैली, औजारों और बर्तनों के प्रमाण मिले। आर.सी. अग्रवाल राजस्थान के एक अन्य प्रसिद्ध पुरातत्वविद् हैं जिन्होंने अन्य कई महत्वपूर्ण स्थलों का उत्खनन किया, लेकिन ओझियाना के उत्खनन से उनका सीधा संबंध नहीं है, इसलिए A गलत विकल्प है। इस प्रकार सही उत्तर है कि B और C दोनों इस उत्खनन में शामिल थे, इसलिए विकल्प D सही है। राजस्थान के प्रमुख पुरातात्विक स्थलों और उनके उत्खननकर्ताओं को याद रखना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बिजोलिया किसान आन्दोलन के सम्बन्ध में निम्नलिखित कथनों पर विचार कीजिए: A. बिजोलिया किसान आन्दोलन सम्बन्धी जानकारी देने हेतु विजय सिंह पथिक गांधीजी से मिलने वर्धा गये थे। B. प्रयाग के अभ्युदय एवं कलकत्ता के भारत मित्र समाचार-पत्रों ने बिजोलिया किसान आन्दोलन सम्बन्धी समाचारों का नियमित रूप से प्रकाशन किया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प्रयाग के 'अभ्युदय' और कलकत्ता के 'भारत मित्र' समाचार पत्रों ने बिजोलिया किसान आंदोलन की खबरों को राष्ट्रीय स्तर पर लोकप्रिय बनाने में महत्वपूर्ण भूमिका निभाई और इन आंदोलनों की खबरों का नियमित प्रकाशन किया, इसलिए कथन B सही है। लेकिन विजय सिंह पथिक गांधीजी से मिलने वर्धा नहीं बल्कि बम्बई यानी मुंबई गए थे, इसलिए कथन A गलत है। बिजोलिया किसान आंदोलन राजस्थान के मेवाड़ क्षेत्र में किसानों द्वारा जमींदारों और सामंतों के अत्याचार के विरुद्ध चलाया गया एक महत्वपूर्ण जन आंदोलन था, जिसे राजस्थान का सबसे पहला संगठित किसान आंदोलन माना जाता है। इस प्रकार केवल कथन B सही है, इसलिए विकल्प B सही उत्तर है। राजस्थान के किसान आंदोलनों के इतिहास में शामिल प्रमुख नेताओं और घटनाओं को सही ढंग से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1945 का एस.ए. सुधालकर प्रतिवेदन निम्न में से किस देशी रियासत से सम्बन्धित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जोधपुर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1945 में मारवाड़ यानी जोधपुर रियासत में संवैधानिक सुधारों की रूपरेखा तैयार करने के लिए एस.ए. सुधालकर की अध्यक्षता में एक समिति का गठन किया गया था, जिसे 'एस.ए. सुधालकर समिति' के नाम से जाना जाता है। इस समिति की सिफारिशें उस समय जोधपुर रियासत में उत्तरदायी शासन की स्थापना और प्रजा को अधिक अधिकार देने की दिशा में एक महत्वपूर्ण कदम मानी जाती हैं। बीकानेर, उदयपुर और जयपुर रियासतों में भी उस दौर में अपने-अपने संवैधानिक सुधार आंदोलन चल रहे थे, लेकिन सुधालकर समिति विशेष रूप से जोधपुर रियासत से संबंधित थी, इसलिए B, C और D गलत हैं। राजस्थान की देशी रियासतों में हुए प्रजामंडल आंदोलनों और संवैधानिक सुधार समितियों के नाम याद रखना परीक्षा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वाल्टरकृत राजपूत हितकारिणी सभा के संबंध में निम्न में से कौन 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स्थापना सन् 1888 में कर्नल सी.के.एम. वाल्टर के प्रयासों से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उद्देश्य राजस्थान के राजपूतों और दलितों के लिए सुधारात्मक कार्य करना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प्रथम बैठक का आयोजन अजमेर में हुआ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ने अपने उद्देश्यों की प्राप्ति के लिए सामाजिक नियम बनाए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इसका उद्देश्य राजस्थान के राजपूतों और दलितों के लिए सुधारात्मक कार्य करना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इसकी स्थापना सन् 1888 में कर्नल सी.के.एम. वाल्टर के प्रयासों से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इसकी प्रथम बैठक का आयोजन अजमेर में हुआ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ने अपने उद्देश्यों की प्राप्ति के लिए सामाजिक नियम बनाए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वाल्टरकृत राजपूत हितकारिणी सभा का मुख्य उद्देश्य राजपूतों और चारणों आदि जातियों में प्रचलित बहुविवाह, बाल विवाह और अत्यधिक दहेज जैसी कुरीतियों को रोकना था, इसका दलितों के सुधार से कोई सीधा संबंध नहीं था, इसलिए विकल्प B में दिया गया कथन असत्य है और यही हमारा उत्तर है। इस सभा की स्थापना सन् 1888 में कर्नल सी.के.एम. वाल्टर के प्रयासों से हुई थी, इसलिए विकल्प A सही कथन है। इसकी पहली बैठक अजमेर में आयोजित हुई थी, इसलिए C भी सही है। सभा ने अपने सामाजिक सुधार के उद्देश्यों को प्राप्त करने के लिए विभिन्न नियम भी बनाए, इसलिए D भी सही कथन है। राजस्थान में हुए सामाजिक सुधार आंदोलनों के उद्देश्य और उनके संस्थापकों को सही ढंग से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राजोरगढ़ में मथानदेव द्वारा निर्मित प्रसिद्ध मंदिर निम्न में से किस देवी/देवता को समर्पित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विष्णु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महिषासुर मर्दिनी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विष्णु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महिषासुर मर्दिनी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जिले के राजोरगढ़ यानी नीलकंठ क्षेत्र में गुर्जर-प्रतिहार शासक मथानदेव द्वारा निर्मित प्रसिद्ध मंदिर 'नीलकंठ महादेव मंदिर' है, जो भगवान शिव को समर्पित है। यह मंदिर अपनी उत्कृष्ट स्थापत्य कला और प्रतिहार कालीन मंदिर निर्माण शैली के लिए प्रसिद्ध है, और यह क्षेत्र राजस्थान के प्राचीन मंदिर स्थापत्य के अध्ययन के लिए महत्वपूर्ण माना जाता है। विष्णु, सूर्य और महिषासुर मर्दिनी को समर्पित मंदिर भी राजस्थान में अन्य स्थानों पर पाए जाते हैं, लेकिन मथानदेव द्वारा निर्मित यह विशेष मंदिर भगवान शिव को ही समर्पित है, इसलिए B, C और D गलत हैं। राजस्थान के प्राचीन मंदिरों और उनके निर्माता शासकों की जानकारी कला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 वाद्ययंत्र 'चौतारा' के सम्बन्ध में निम्नलिखित कथनों पर विचार कीजिए एवं निम्नांकित में से सही विकल्प चुनिए: A. यह चार तारों वाला वाद्ययंत्र है। B. यह सामान्यतः रामदेवजी के भजन गाने में प्रयुक्त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और B दोनों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'चौतारा' यानी तंदूरा या वेणो एक 'तत्' वाद्ययंत्र है जिसमें 4 तार होते हैं, इसलिए कथन A सही है। इसका नाम भी इसी विशेषता के आधार पर पड़ा है क्योंकि "चौ" का अर्थ चार होता है। इस वाद्ययंत्र का उपयोग मुख्य रूप से कामड़ जाति के लोक कलाकारों द्वारा रामदेवजी के भजनों और तेरहताली नृत्य के दौरान किया जाता है, इसलिए कथन B भी सही है। इस प्रकार दोनों कथन A और B सत्य हैं, इसलिए विकल्प C सही उत्तर है। राजस्थान की समृद्ध लोक संगीत परंपरा में विभिन्न वाद्ययंत्रों जैसे चौतारा, अलगोजा, रावणहत्था और मोरचंग के नाम, उनकी संरचना और उपयोग को अलग-अलग याद रखना कला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में से कौन सा विकल्प सही सुमेलित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पृथ्वीराज रासो - चंदरबरदाई</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बीसलदेव रासो - नरपति</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खुमाण रासो - करणीदान</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शत्रुसाल रासो - डूंगरसिंह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खुमाण रासो - करणीदान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रासो - चंदरबरदाई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बीसलदेव रासो - नरपति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शत्रुसाल रासो - डूंगरसिंह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वीरगाथा साहित्य में 'खुमाण रासो' की रचना दलपत विजय द्वारा की गई थी, न कि करणीदान द्वारा, इसलिए विकल्प C में दिया गया सुमेलन गलत है और यही हमारा उत्तर है। करणीदान ने 'सूरज प्रकाश' नामक प्रसिद्ध ग्रंथ की रचना की थी, जो एक अलग रचना है। पृथ्वीराज रासो की रचना चंदरबरदाई ने की थी, जो पृथ्वीराज चौहान के दरबारी कवि थे, इसलिए विकल्प A सही सुमेलन है। बीसलदेव रासो की रचना नरपति नाल्ह द्वारा की गई, इसलिए B भी सही है। शत्रुसाल रासो की रचना डूंगरसिंह द्वारा की गई, इसलिए D भी सही सुमेलन है। राजस्थानी साहित्य के प्रमुख रासो ग्रंथों और उनके रचनाकारों को सही ढंग से याद रखना कला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व सूची-II को सुमेलित करते हुए राजस्थान की प्रसिद्ध चित्रकला शैलियों एवं चित्रकारों के संबंध में सही विकल्प चुनिये: सूची-I: सूची-I: A. किशनगढ़ B. बीकानेर C. मेवाड़ D. मारवाड़ सूची-II: 1. i. साहिबदीन 2. ii. निहालचंद 3. iii. अली रज़ा 4. iv. शिवदास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B-iv, C-i, D-iii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C-iv, D-i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 C-iii, D-iv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B-iii, C-i,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B-iv, C-i, D-iii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B-iii, C-iv, D-i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 C-iii, D-iv</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चित्रकला शैलियों में 'बणी-ठणी' प्रसिद्ध चित्र बनाने वाले निहालचंद किशनगढ़ शैली से जुड़े थे, इसलिए A का मिलान ii से होता है। अली रज़ा बीकानेर शैली के प्रमुख चित्रकार थे, इसलिए B का मिलान iii से होगा। साहिबदीन मेवाड़ शैली के प्रसिद्ध चित्रकार थे, इसलिए C का मिलान i से सही बैठता है। शिवदास मारवाड़ शैली के प्रमुख चित्रकार थे, इसलिए D का मिलान iv से होता है। इस प्रकार सही क्रम A-ii, B-iii, C-i, D-iv बनता है, जो विकल्प B में सही रूप से दिया गया है। राजस्थान की विभिन्न चित्रकला शैलियों जैसे किशनगढ़, बीकानेर, मेवाड़ और मारवाड़ के प्रमुख चित्रकारों और उनकी प्रसिद्ध कृतियों को याद रखना कला एवं संस्कृति खंड के लिए बहुत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 लालदास के सम्बन्ध में निम्नलिखित कथनों पर विचार कीजिए एवं निम्नांकित में से सही विकल्प चुनिए: A. संत लालदास आजीवन अविवाहित रहे। B. संत लालदास की मृत्यु के पश्चात् उनके समाधि स्थान पर मन्दिर का निर्माण करवाया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लालदास जी वास्तव में एक गृहस्थ संत थे और उनका विवाह हुआ था, इसलिए कथन A असत्य है। वे राजस्थान के भक्ति आंदोलन के महत्वपूर्ण संतों में से एक माने जाते हैं और उन्होंने समाज में एकता व भाईचारे का संदेश दिया। उनकी मृत्यु नगला यानी भरतपुर क्षेत्र में हुई थी और उनके समाधि स्थान शेरपुर, अलवर में उनका मंदिर बनाया गया है, जहां आज भी श्रद्धालु दर्शन के लिए जाते हैं, इसलिए कथन B सत्य है। इस प्रकार केवल कथन B सही है, इसलिए विकल्प B सही उत्तर है। राजस्थान के भक्ति आंदोलन से जुड़े विभिन्न संतों जैसे संत लालदास, जांभोजी और पीपाजी के जीवन से जुड़े तथ्यों को सही ढंग से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वेशभूषा में प्रयुक्त 'कसूमल' निम्न में से कौन सा रंग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गुलाबी</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केसरिया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भाषा, संस्कृति और पारंपरिक वेशभूषा में 'कसूमल' शब्द का प्रयोग गहरे लाल रंग के लिए किया जाता है, जो कुसुम्भ के फूलों से प्राप्त प्राकृतिक रंग से बनाया जाता था। यह रंग विशेष रूप से राजस्थानी लोकगीतों और साहित्य में सुहाग तथा श्रृंगार से जोड़कर वर्णित किया जाता है, और महिलाओं की पारंपरिक पोशाक जैसे ओढ़नी और घाघरा में इसका व्यापक उपयोग होता है। पीला, गुलाबी और केसरिया रंगों के लिए राजस्थानी भाषा में अलग-अलग विशिष्ट शब्द प्रचलित हैं, लेकिन 'कसूमल' विशेष रूप से गहरे लाल रंग को ही दर्शाता है, इसलिए B, C और D गलत हैं। राजस्थान की सांस्कृतिक विरासत में रंगों और उनके पारंपरिक नामों को याद रखना कला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मत्स्य संघ के प्रधानमंत्री शोभाराम के सम्बन्ध में निम्नलिखित कथनों पर विचार कीजिए एवं निम्नांकित में से सही विकल्प चुनिए: A. उन्होंने असहयोग आन्दोलन के दौरान वकालत छोड़ी। B. वे हीरालाल शास्त्री के मंत्रिमण्डल में सदस्य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 शोभाराम कुमावत, जो मत्स्य संघ के प्रधानमंत्री थे, बाद में हीरालाल शास्त्री के मंत्रिमंडल में राजस्व मंत्री के पद पर रहे, इसलिए कथन B सत्य है। मत्स्य संघ राजस्थान की उन प्रमुख देशी रियासतों का संघ था जिसे स्वतंत्रता के बाद अस्थायी रूप से एक अलग राज्य के रूप में गठित किया गया था। लेकिन 1920 के असहयोग आंदोलन के समय शोभाराम बहुत छोटी उम्र के थे, इसलिए उनके द्वारा उस समय वकालत छोड़ने की बात तथ्यात्मक रूप से सही नहीं मानी जाती, अतः कथन A असत्य है। इस प्रकार केवल कथन B सही है, इसलिए विकल्प B सही उत्तर है। राजस्थान के एकीकरण से पूर्व बने मत्स्य संघ और उसके प्रमुख नेताओं के इतिहास को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किसके लिए राजस्थानी भाषा में आड़ी, हींयाली शब्द प्रचलित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लोकोक्ति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पहेलियाँ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पहेलियाँ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 साहित्य और जनमानस में 'आड़ी' और 'हींयाली' शब्दों का प्रयोग पहेलियों को बुझाने के संदर्भ में किया जाता है। पहेलियां राजस्थानी लोक संस्कृति का एक महत्वपूर्ण मनोरंजक और शिक्षाप्रद हिस्सा रही हैं, जिन्हें विशेष रूप से त्योहारों और सामाजिक अवसरों पर एक-दूसरे से पूछा जाता था ताकि बुद्धि और चातुर्य की परख हो सके। मुहावरे, लोकोक्ति और फड़ भी राजस्थानी लोक साहित्य के महत्वपूर्ण अंग हैं, लेकिन इनके लिए अलग-अलग विशिष्ट शब्दावली प्रचलित है, जबकि आड़ी और हींयाली शब्द विशेष रूप से पहेलियों के लिए ही उपयोग होते हैं, इसलिए A, B और C गलत हैं। राजस्थानी लोक साहित्य की इन विशिष्ट विधाओं और उनसे जुड़ी शब्दावली को समझना कला एवं संस्कृति खंड के लिए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कुषाण वंश के कैडफिसेस द्वितीय ने निम्नलिखित में से कौन सी उपाधि धारण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सर्वलोकेश्वर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महाक्षत्रप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 चन्द्र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सर्वलोकेश्वर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महाक्षत्रप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 चन्द्र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कुषाण शासक विम कैडफिसेस, जिन्हें कैडफिसेस द्वितीय भी कहा जाता है, शैव मत के प्रबल अनुयायी थे और उन्होंने अपने सिक्कों पर भगवान शिव के प्रतीकों के साथ 'माहेश्वर' और 'सर्वलोकेश्वर' जैसी उपाधियां धारण कीं। यह दर्शाता है कि कुषाण शासक भारतीय धार्मिक परंपराओं को अपनाने में भी सक्रिय रहे, भले ही वे मूल रूप से मध्य एशियाई मूल के थे। सकारी, महाक्षत्रप और सिंह चन्द्र जैसी उपाधियां अन्य शासकों या राजवंशों से जुड़ी हो सकती हैं, लेकिन कैडफिसेस द्वितीय की विशिष्ट उपाधि सर्वलोकेश्वर ही थी, इसलिए A, C और D गलत हैं। प्राचीन भारतीय इतिहास में कुषाण वंश के शासकों और उनकी उपाधियों को याद रखना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स्तूपों के संदर्भ में निम्नलिखित कथनों पर विचार कीजिए एवं निम्नांकित में से सही विकल्प चुनिए: A. 'स्तूप' शब्द एक वास्तुशिल्प शब्द है और इसका अर्थ है वह चीज जो संचय के माध्यम से बनाई हो। B. मृतकों की स्मृति में 'स्तूप' बनाने की प्रथा बौद्धकाल से पूर्व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और B दोनों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'स्तूप' शब्द का शाब्दिक अर्थ 'ढेर' या 'टीला' यानी संचय होता है, जो एक वास्तुशिल्प संबंधी शब्द है, इसलिए कथन A सत्य है। यह किसी सामग्री, अक्सर मिट्टी या ईंटों को एकत्रित करके बनाई गई एक टीलेनुमा संरचना होती है। शवदाह के बाद अस्थि-अवशेषों पर मिट्टी के टीले यानी स्तूप बनाने की प्रथा भारत में बौद्ध धर्म के उदय से पहले से ही प्रचलित थी, इसलिए कथन B भी सत्य है। बौद्ध धर्म ने इस पहले से मौजूद परंपरा को अपनाकर बुद्ध और अन्य बौद्ध भिक्षुओं के अवशेषों पर भव्य स्तूपों का निर्माण करवाया। इस प्रकार दोनों कथन A और B सत्य हैं, इसलिए विकल्प C सही उत्तर है। प्राचीन भारतीय स्थापत्य कला में स्तूप निर्माण की उत्पत्ति और विकास को समझना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किन बौद्ध ग्रन्थों की रचना संस्कृत भाषा में की गई? A. दिव्यावदान B. दीपवंश C. महावंश D. आर्यमंजूश्री मूलकल्प</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'दिव्यावदान' और 'आर्यमंजूश्री मूलकल्प' महायान बौद्ध धर्म के ग्रंथ हैं जो संस्कृत भाषा में लिखे गए हैं, इसलिए कथन A और D सही हैं। ये ग्रंथ महायान परंपरा के दार्शनिक और कथात्मक साहित्य का महत्वपूर्ण हिस्सा माने जाते हैं। इसके विपरीत 'दीपवंश' और 'महावंश' श्रीलंकाई इतिहास के प्रसिद्ध ग्रंथ हैं जो पालि भाषा में रचित हैं और इनमें बौद्ध धर्म के प्रसार तथा श्रीलंका के प्राचीन इतिहास का वर्णन मिलता है, इसलिए कथन B और C संस्कृत भाषा से संबंधित नहीं हैं। इस प्रकार सही उत्तर A और D है, जो विकल्प C में दिया गया है। प्राचीन बौद्ध साहित्य में विभिन्न भाषाओं जैसे पालि, संस्कृत और प्राकृत में रचित ग्रंथों के वर्गीकरण को समझना इतिहास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आजीवक सम्प्रदाय के सम्बन्ध में निम्नलिखित कथनों पर विचार कीजिए: A. नियतिवाद में विश्वास B. उनके पुनर्जन्म के क्रम में बदलाव किया जा सकता है C. कठोर तपस्या में विश्वास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और C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मक्खलि गोशाल द्वारा स्थापित 'आजीवक संप्रदाय' नियतिवाद यानी हर घटना पूर्व निर्धारित होने के सिद्धांत में दृढ़ विश्वास रखता था, इसलिए कथन A सही है। साथ ही यह संप्रदाय अत्यंत कठोर तपस्या और शारीरिक संयम में भी विश्वास करता था, इसलिए कथन C भी सही है। चूंकि आजीवक सम्प्रदाय के अनुसार सब कुछ पहले से निर्धारित है, इसलिए मानवीय प्रयासों से पुनर्जन्म के चक्र को बदला नहीं जा सकता, अतः कथन B गलत है क्योंकि यह नियतिवाद के मूल सिद्धांत के विपरीत है। इस प्रकार सही कथन A और C हैं, जो विकल्प D में दिए गए हैं। प्राचीन भारत के विभिन्न धार्मिक-दार्शनिक संप्रदायों जैसे आजीवक, जैन और बौद्ध के मूल सिद्धांतों में अंतर समझना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 में से किन इमारतों का निर्माण सम्राट शेरशाह के द्वारा करवाया गया था? A. सासाराम का मकबरा B. किला-ए-कुह्न मस्जिद C. सिकंदरा का मकबरा D. जामा मस्जिद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शेरशाह सूरी ने दिल्ली के पुराने किले के अंदर 'किला-ए-कुहना मस्जिद' का निर्माण करवाया और बिहार में अपने पिता की स्मृति में 'सासाराम का मकबरा' भी बनवाया, इसलिए कथन A और B सही हैं। शेरशाह सूरी एक कुशल प्रशासक और भवन निर्माता के रूप में जाने जाते हैं, जिन्होंने ग्रैंड ट्रंक रोड के साथ-साथ कई भव्य इमारतों का भी निर्माण करवाया। सिकंदरा का मकबरा वास्तव में मुगल बादशाह अकबर का है, न कि शेरशाह द्वारा बनवाया गया, और दिल्ली की जामा मस्जिद का निर्माण मुगल बादशाह शाहजहां ने करवाया था, इसलिए C और D शेरशाह से संबंधित नहीं हैं। इस प्रकार सही उत्तर A और B है, जो विकल्प A में दिया गया है। मध्यकालीन भारत के विभिन्न शासकों द्वारा बनवाई गई प्रमुख इमारतों को सही ढंग से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भक्ति आंदोलन के संबंध में निम्न में से कौन सा कथन सत्य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वल्लभाचार्य ने पुष्टिमार्ग की स्थापना 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निम्बार्क ने द्वैताद्वैत के सिद्धांत का प्रतिपादन किया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माध्वाचार्य ने सगुण भक्ति के स्थान पर निर्गुण भक्ति सिद्धांत को प्रतिपादित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रामानंद ने राम भक्ति परंपरा का प्रचार किया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माध्वाचार्य ने सगुण भक्ति के स्थान पर निर्गुण भक्ति सिद्धांत को प्रतिपादित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वल्लभाचार्य ने पुष्टिमार्ग की स्थापना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निम्बार्क ने द्वैताद्वैत के सिद्धांत का प्रतिपादन किया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रामानंद ने राम भक्ति परंपरा का प्रचार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माध्वाचार्य ने वास्तव में 'द्वैतवाद' यानी द्वैत दर्शन का प्रतिपादन किया था और वे स्वयं भगवान विष्णु व कृष्ण के सगुण रूप के प्रबल उपासक थे, न कि निर्गुण भक्ति के, इसलिए विकल्प C में दिया गया कथन असत्य है और यही हमारा उत्तर है। वल्लभाचार्य ने वास्तव में पुष्टिमार्ग की स्थापना की थी, इसलिए विकल्प A सही कथन है। निम्बार्काचार्य ने द्वैताद्वैत सिद्धांत का प्रतिपादन किया, इसलिए B भी सही है। रामानंद ने भक्ति आंदोलन में राम भक्ति परंपरा का व्यापक प्रचार किया और जाति भेद के बिना सभी को भक्ति मार्ग अपनाने का संदेश दिया, इसलिए D भी सही कथन है। भारत के भक्ति आंदोलन के विभिन्न आचार्यों और उनके दार्शनिक सिद्धांतों को अलग-अलग याद रखना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एक राष्ट्र के रूप में पहचान को दृश्य माध्यम से संबद्ध करने हेतु किस चित्रकार ने सर्वप्रथम भारत माता के चित्र की रचना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गगनेन्द्रनाथ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अबनीन्द्रनाथ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बंकिमचंद्र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रबीन्द्रनाथ टैगोर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अबनीन्द्रनाथ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गगनेन्द्रनाथ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बंकिमचंद्र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रबीन्द्रनाथ टैगोर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स्वदेशी आंदोलन के दौरान वर्ष 1905 में 'भारत माता' की पहली प्रसिद्ध पेंटिंग अबनीन्द्रनाथ टैगोर द्वारा बनाई गई थी, जो बाद में भारतीय राष्ट्रवाद और स्वतंत्रता संग्राम का एक शक्तिशाली प्रतीक बन गई। इस चित्र में भारत माता को एक शांत, दिव्य और मातृस्वरूपा नारी के रूप में दर्शाया गया है, जो राष्ट्र की सांस्कृतिक पहचान का प्रतिनिधित्व करती है। गगनेंद्रनाथ भी एक प्रसिद्ध चित्रकार थे लेकिन यह विशेष पेंटिंग उनकी नहीं थी, बंकिमचंद्र चट्टोपाध्याय ने 'वंदे मातरम्' गीत की रचना की थी न कि चित्र की, और रबीन्द्रनाथ टैगोर एक कवि और साहित्यकार थे, इसलिए A, C और D गलत हैं। भारतीय राष्ट्रवाद के प्रतीकों और उनके सृजनकर्ताओं की जानकारी कला एवं संस्कृति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कृष्णदेवराय के दरबार में कवि मल्लनार्य ने "भाव चिंता रत्न" एवं "वीरशैवामृत" ग्रंथ किस भाषा में लिखे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संस्कृत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तेलुगू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कन्नड़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कन्नड़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विजयनगर साम्राज्य के शासक कृष्णदेवराय के दरबार में गुब्बी मल्लनार्य एक प्रसिद्ध वीरशैव कन्नड़ कवि थे, जिन्होंने 'भाव चिंता रत्न' और 'वीरशैवामृत' नामक ग्रंथों की रचना कन्नड़ भाषा में की। ये ग्रंथ वीरशैव दर्शन और भक्ति परंपरा से संबंधित महत्वपूर्ण साहित्यिक रचनाएं मानी जाती हैं। कृष्णदेवराय स्वयं भी तेलुगु साहित्य के महान संरक्षक थे और उनके दरबार में कई भाषाओं के विद्वान कवि उपस्थित रहते थे, लेकिन मल्लनार्य की यह विशेष रचनाएं संस्कृत, तमिल या तेलुगु में नहीं बल्कि कन्नड़ भाषा में ही लिखी गई थीं, इसलिए A, B और C गलत हैं। विजयनगर साम्राज्य के साहित्यिक योगदान और विभिन्न भाषाओं में हुए सृजन को समझना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1952 में भारत सरकार ने निम्नलिखित में से किसको माध्यमिक शिक्षा आयोग का अध्यक्ष नियुक्त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 राधाकृष्णन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डी.एस. कोठारी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पी.सी. महलनोबिस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लक्ष्मण स्वामी मुदालियर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लक्ष्मण स्वामी मुदालियर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 राधाकृष्णन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डी.एस. कोठारी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पी.सी. महलनोबिस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माध्यमिक शिक्षा में सुधार के सुझाव देने के लिए वर्ष 1952 में डॉ. ए. लक्ष्मण स्वामी मुदालियर की अध्यक्षता में 'माध्यमिक शिक्षा आयोग' का गठन किया गया था, जिसे आमतौर पर मुदालियर आयोग के नाम से जाना जाता है। इस आयोग ने भारतीय माध्यमिक शिक्षा प्रणाली में व्यावसायिक शिक्षा और विविधीकरण को बढ़ावा देने की महत्वपूर्ण सिफारिशें दी थीं। एस. राधाकृष्णन विश्वविद्यालय शिक्षा आयोग से, डी.एस. कोठारी बाद के कोठारी आयोग से और पी.सी. महलनोबिस सांख्यिकी और योजना क्षेत्र से जुड़े थे, इसलिए A, B और C गलत हैं। भारत में शिक्षा सुधारों के लिए गठित विभिन्न आयोगों और उनके अध्यक्षों के नाम को याद रखना शिक्षा नीति से जुड़े प्रश्नों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को सूची-II से सुमेलित कीजिये: सूची-I: सूची-I: A. गोबी B. पैटागोनिया C. विक्टोरिया D. कालाहारी सूची-II: 1. i. दक्षिणी अफ्रीका 2. ii. एशिया 3. iii. दक्षिण अमेरिका 4. iv. ऑस्ट्रेलिया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C-iv, D-i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 C-iii, D-i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 C-iii, D-iv</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B-iv, C-i, D-ii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B-iii, C-iv, D-i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 C-iii, D-i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 C-iii, D-iv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B-iv, C-i, D-ii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के प्रमुख मरुस्थलों के भौगोलिक स्थान की बात करें तो गोबी मरुस्थल एशिया महाद्वीप में, विशेषकर चीन और मंगोलिया के क्षेत्र में स्थित है, इसलिए A का मिलान ii से होता है। पैटागोनिया मरुस्थल दक्षिण अमेरिका में, मुख्यतः अर्जेंटीना में स्थित है, इसलिए B का मिलान iii से होगा। ग्रेट विक्टोरिया मरुस्थल ऑस्ट्रेलिया में स्थित है, इसलिए C का मिलान iv से सही बैठता है। कालाहारी मरुस्थल दक्षिणी अफ्रीका में स्थित है, इसलिए D का मिलान i से होता है। इस प्रकार सही क्रम A-ii, B-iii, C-iv, D-i बनता है, जो विकल्प A में सही रूप से दिया गया है। विश्व भूगोल में प्रमुख मरुस्थलों के महाद्वीपीय स्थान को याद रखना परीक्षा के लिए बहुत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कौन सा क्षेत्र भूमध्यसागरीय कृषि प्रकार का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कैलिफोर्निया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 चिली</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 ऑस्ट्रेलिया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 का दक्षिणी भाग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उत्तरी ऑस्ट्रेलिया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कैलिफोर्निया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चिली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 का दक्षिणी भाग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भूमध्यसागरीय कृषि, जिसमें मुख्यतः खट्टे फलों की खेती की जाती है, आमतौर पर कैलिफोर्निया, मध्य चिली, दक्षिण अफ्रीका के दक्षिणी भाग और दक्षिण-पश्चिमी ऑस्ट्रेलिया जैसे क्षेत्रों में पाई जाती है, जहां गर्म शुष्क ग्रीष्म और हल्की नम शीत ऋतु होती है, इसलिए A, B और D सभी वास्तव में भूमध्यसागरीय कृषि क्षेत्र हैं। उत्तरी ऑस्ट्रेलिया की जलवायु उष्णकटिबंधीय है, न कि भूमध्यसागरीय, क्योंकि वहां गर्म और आर्द्र मौसम रहता है, इसलिए विकल्प C सही उत्तर है क्योंकि यह भूमध्यसागरीय कृषि प्रकार का क्षेत्र नहीं है। विश्व भूगोल में विभिन्न कृषि प्रकारों जैसे भूमध्यसागरीय, स्थानांतरी और वाणिज्यिक कृषि के भौगोलिक क्षेत्रों को अलग-अलग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आन्दोलन के उदारवादी चरण (1885-1905 ई.) सम्बन्धी निम्न कथनों को पढ़िये: A. आधुनिक यूरोप की समृद्ध लोकतांत्रिक एवं वैज्ञानिक संस्कृति का समर्थन किया था। B. ब्रिटिश साम्राज्यवाद के आर्थिक पहलू की कड़ी आलोचना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और B दोनों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आंदोलन के उदारवादी चरण के नेताओं ने आधुनिक यूरोप के लोकतांत्रिक और वैज्ञानिक विचारों को भारत के लिए उपयोगी माना और उनका समर्थन किया, इसलिए कथन A सत्य है। इसके साथ ही उन्होंने 'धन के निष्कासन' यानी ड्रेन ऑफ वेल्थ जैसे सिद्धांतों के माध्यम से ब्रिटिश आर्थिक नीतियों की कड़ी आलोचना भी की, जिसमें दादाभाई नौरोजी का योगदान विशेष उल्लेखनीय है, इसलिए कथन B भी सत्य है। उदारवादी नेता संवैधानिक और शांतिपूर्ण तरीकों से ब्रिटिश सरकार के समक्ष अपनी मांगें रखते थे, लेकिन साथ ही आर्थिक शोषण की तीखी आलोचना भी करते थे। इस प्रकार दोनों कथन A और B सत्य हैं, इसलिए विकल्प C सही उत्तर है। भारतीय राष्ट्रीय आंदोलन के उदारवादी चरण के दृष्टिकोण को समझना इतिहास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पर्वत श्रेणियों का उत्तर से दक्षिण का सही क्रम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 B, 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C, A, B</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A, D, B</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B, A,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C, A, D,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C, B,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 C, A,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B, A,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हिमालय की पर्वत श्रेणियों का उत्तर से दक्षिण की ओर सही भौगोलिक क्रम इस प्रकार है, सबसे उत्तर में काराकोरम, उसके बाद लद्दाख, फिर जास्कर और सबसे दक्षिण में शिवालिक श्रेणी स्थित है। यह क्रम हिमालय पर्वत श्रृंखला की संरचना और उसके विभिन्न समानांतर पर्वत श्रेणियों के भौगोलिक विन्यास को दर्शाता है, जो उत्तर से दक्षिण की ओर धीरे-धीरे कम ऊंचाई वाली होती जाती हैं। इस प्रकार सही क्रम काराकोरम, लद्दाख, जास्कर, शिवालिक यानी C, A, D, B बनता है, जो विकल्प C में सही रूप से दिया गया है। भारतीय भूगोल में हिमालय पर्वत श्रृंखला की विभिन्न समानांतर श्रेणियों के उत्तर से दक्षिण क्रम को याद रखना भौतिक भूगोल खंड के लिए बहुत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निम्नांकित कथनों में से कौन सा एक सही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चेन्नई में वर्षा की विषमता मुम्बई से अधिक 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लौटता मानसून तमिलनाडु के तटीय क्षेत्रों में वर्षा लाता 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पश्चिमी विक्षोभ भूमध्यसागर से उत्पन्न होते 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मानसून अभियान संयुक्त राज्य अमेरिका तथा भारत के संयुक्त तत्त्वावधान में आयोजित किया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मानसून अभियान संयुक्त राज्य अमेरिका तथा भारत के संयुक्त तत्त्वावधान में आयोजित किया गया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चेन्नई में वर्षा की विषमता मुम्बई से अधिक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लौटता मानसून तमिलनाडु के तटीय क्षेत्रों में वर्षा 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पश्चिमी विक्षोभ भूमध्यसागर से उत्पन्न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'मोनैक्स' यानी मानसून एक्सपेरिमेंट अभियान वर्ष 1978-79 में मुख्य रूप से सोवियत संघ यानी यूएसएसआर और भारत का एक संयुक्त वैज्ञानिक अभियान था, न कि अमेरिका और भारत का, इसलिए विकल्प D में दिया गया कथन गलत है और यही हमारा उत्तर है। चेन्नई में वर्षा की विषमता वास्तव में मुंबई की तुलना में अधिक होती है क्योंकि चेन्नई मुख्यतः लौटते मानसून पर निर्भर करता है, इसलिए विकल्प A सही कथन है। लौटता मानसून तमिलनाडु के तटीय क्षेत्रों में वर्षा लाता है, इसलिए B भी सही है। पश्चिमी विक्षोभ भूमध्यसागर से उत्पन्न होकर पश्चिमोत्तर भारत में शीतकालीन वर्षा लाते हैं, इसलिए C भी सही कथन है। भारतीय जलवायु और मानसून से जुड़े ऐतिहासिक वैज्ञानिक अभियानों की जानकारी भूगोल खंड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को सूची-II से सुमेलित कीजिये: सूची-I: सूची-I: A. राप्ती B. तिस्ता C. हिरण D. पूर्णा सूची-II: 1. i. ब्रह्मपुत्र 2. ii. नर्मदा 3. iii. गोदावरी 4. iv. घाघरा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B-iii, C-i, D-ii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 C-iii,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C-iv, D-ii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 C-ii, D-iii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A-iv, B-i, C-ii, D-iii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B-iii, C-i, D-ii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 C-iii, D-iv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C-iv, D-ii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प्रमुख नदियों और उनकी सहायक नदियों का सही मिलान करें तो राप्ती नदी घाघरा नदी की एक प्रमुख सहायक नदी है, इसलिए A का मिलान iv से होता है। तिस्ता नदी ब्रह्मपुत्र नदी प्रणाली की सहायक नदी है, इसलिए B का मिलान i से होगा। हिरण नदी नर्मदा नदी की सहायक नदी है, इसलिए C का मिलान ii से सही बैठता है। पूर्णा नदी गोदावरी नदी की एक प्रमुख सहायक नदी है, इसलिए D का मिलान iii से होता है। इस प्रकार सही क्रम A-iv, B-i, C-ii, D-iii बनता है, जो विकल्प D में सही रूप से दिया गया है। भारत की प्रमुख नदी प्रणालियों और उनकी सहायक नदियों के सही मिलान को याद रखना भारतीय भूगोल खंड के लिए बहुत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के किस वन खण्ड में सर्वाधिक वनोन्मूलन अंकित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कोणधारी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उष्णकटिबन्धीय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पतझड़ी सवाना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उष्णकटिबन्धीय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कोणधारी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पतझड़ी सवाना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स्तर पर कृषि भूमि के विस्तार, औद्योगीकरण और लकड़ी के व्यापार के कारण सबसे अधिक वनोन्मूलन यानी वनों की कटाई उष्णकटिबंधीय वनों में हुई है, विशेषकर अमेजन बेसिन और दक्षिण-पूर्व एशिया के क्षेत्रों में। ये वन जैव विविधता से सबसे समृद्ध होते हैं, लेकिन इनकी सघन वनस्पति के कारण इन्हें कृषि भूमि में बदलने का दबाव भी सबसे अधिक रहता है, जिससे यहां वनोन्मूलन की दर अन्य वन प्रकारों की तुलना में कहीं अधिक है। कोणधारी वन, पतझड़ी सवाना वन और ज्वारीय यानी मैंग्रोव वन में भी कुछ हद तक कटाई होती है, लेकिन उष्णकटिबंधीय वनों की तुलना में यह बहुत कम है, इसलिए A, C और D गलत हैं। पर्यावरण खंड में विश्व के विभिन्न वन प्रकारों और उनसे जुड़ी पर्यावरणीय चुनौतियों को समझना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