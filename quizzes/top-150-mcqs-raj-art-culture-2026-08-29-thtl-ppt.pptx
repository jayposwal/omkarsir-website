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5" r:id="rId201"/>
    <p:sldId id="456" r:id="rId202"/>
    <p:sldId id="457" r:id="rId203"/>
    <p:sldId id="458" r:id="rId204"/>
    <p:sldId id="459" r:id="rId205"/>
    <p:sldId id="460" r:id="rId206"/>
    <p:sldId id="461" r:id="rId207"/>
    <p:sldId id="462" r:id="rId208"/>
    <p:sldId id="463" r:id="rId209"/>
    <p:sldId id="464" r:id="rId210"/>
    <p:sldId id="465" r:id="rId211"/>
    <p:sldId id="466" r:id="rId212"/>
    <p:sldId id="467" r:id="rId213"/>
    <p:sldId id="468" r:id="rId214"/>
    <p:sldId id="469" r:id="rId215"/>
    <p:sldId id="470" r:id="rId216"/>
    <p:sldId id="471" r:id="rId217"/>
    <p:sldId id="472" r:id="rId218"/>
    <p:sldId id="473" r:id="rId219"/>
    <p:sldId id="474" r:id="rId220"/>
    <p:sldId id="475" r:id="rId221"/>
    <p:sldId id="476" r:id="rId222"/>
    <p:sldId id="477" r:id="rId223"/>
    <p:sldId id="478" r:id="rId224"/>
    <p:sldId id="479" r:id="rId225"/>
    <p:sldId id="480" r:id="rId226"/>
    <p:sldId id="481" r:id="rId227"/>
    <p:sldId id="482" r:id="rId228"/>
    <p:sldId id="483" r:id="rId229"/>
    <p:sldId id="484" r:id="rId230"/>
    <p:sldId id="485" r:id="rId231"/>
    <p:sldId id="486" r:id="rId232"/>
    <p:sldId id="487" r:id="rId233"/>
    <p:sldId id="488" r:id="rId234"/>
    <p:sldId id="489" r:id="rId235"/>
    <p:sldId id="490" r:id="rId236"/>
    <p:sldId id="491" r:id="rId237"/>
    <p:sldId id="492" r:id="rId238"/>
    <p:sldId id="493" r:id="rId239"/>
    <p:sldId id="494" r:id="rId240"/>
    <p:sldId id="495" r:id="rId241"/>
    <p:sldId id="496" r:id="rId242"/>
    <p:sldId id="497" r:id="rId243"/>
    <p:sldId id="498" r:id="rId244"/>
    <p:sldId id="499" r:id="rId245"/>
    <p:sldId id="500" r:id="rId246"/>
    <p:sldId id="501" r:id="rId247"/>
    <p:sldId id="502" r:id="rId248"/>
    <p:sldId id="503" r:id="rId249"/>
    <p:sldId id="504" r:id="rId250"/>
    <p:sldId id="505" r:id="rId251"/>
    <p:sldId id="506" r:id="rId252"/>
    <p:sldId id="507" r:id="rId253"/>
    <p:sldId id="508" r:id="rId254"/>
    <p:sldId id="509" r:id="rId255"/>
    <p:sldId id="510" r:id="rId256"/>
    <p:sldId id="511" r:id="rId257"/>
    <p:sldId id="512" r:id="rId258"/>
    <p:sldId id="513" r:id="rId259"/>
    <p:sldId id="514" r:id="rId260"/>
    <p:sldId id="515" r:id="rId261"/>
    <p:sldId id="516" r:id="rId262"/>
    <p:sldId id="517" r:id="rId263"/>
    <p:sldId id="518" r:id="rId264"/>
    <p:sldId id="519" r:id="rId265"/>
    <p:sldId id="520" r:id="rId266"/>
    <p:sldId id="521" r:id="rId267"/>
    <p:sldId id="522" r:id="rId268"/>
    <p:sldId id="523" r:id="rId269"/>
    <p:sldId id="524" r:id="rId270"/>
    <p:sldId id="525" r:id="rId271"/>
    <p:sldId id="526" r:id="rId272"/>
    <p:sldId id="527" r:id="rId273"/>
    <p:sldId id="528" r:id="rId274"/>
    <p:sldId id="529" r:id="rId275"/>
    <p:sldId id="530" r:id="rId276"/>
    <p:sldId id="531" r:id="rId277"/>
    <p:sldId id="532" r:id="rId278"/>
    <p:sldId id="533" r:id="rId279"/>
    <p:sldId id="534" r:id="rId280"/>
    <p:sldId id="535" r:id="rId281"/>
    <p:sldId id="536" r:id="rId282"/>
    <p:sldId id="537" r:id="rId283"/>
    <p:sldId id="538" r:id="rId284"/>
    <p:sldId id="539" r:id="rId285"/>
    <p:sldId id="540" r:id="rId286"/>
    <p:sldId id="541" r:id="rId287"/>
    <p:sldId id="542" r:id="rId288"/>
    <p:sldId id="543" r:id="rId289"/>
    <p:sldId id="544" r:id="rId290"/>
    <p:sldId id="545" r:id="rId291"/>
    <p:sldId id="546" r:id="rId292"/>
    <p:sldId id="547" r:id="rId293"/>
    <p:sldId id="548" r:id="rId294"/>
    <p:sldId id="549" r:id="rId295"/>
    <p:sldId id="550" r:id="rId296"/>
    <p:sldId id="551" r:id="rId297"/>
    <p:sldId id="552" r:id="rId298"/>
    <p:sldId id="553" r:id="rId299"/>
    <p:sldId id="554" r:id="rId300"/>
    <p:sldId id="555" r:id="rId301"/>
  </p:sldIdLst>
  <p:sldSz cx="12192000" cy="6858000" type="screen16x9"/>
  <p:notesSz cx="6858000" cy="9144000"/>
  <p:defaultTextStyle/>
</p:presentation>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slide" Target="slides/slide178.xml"/><Relationship Id="rId180" Type="http://schemas.openxmlformats.org/officeDocument/2006/relationships/slide" Target="slides/slide179.xml"/><Relationship Id="rId181" Type="http://schemas.openxmlformats.org/officeDocument/2006/relationships/slide" Target="slides/slide180.xml"/><Relationship Id="rId182" Type="http://schemas.openxmlformats.org/officeDocument/2006/relationships/slide" Target="slides/slide181.xml"/><Relationship Id="rId183" Type="http://schemas.openxmlformats.org/officeDocument/2006/relationships/slide" Target="slides/slide182.xml"/><Relationship Id="rId184" Type="http://schemas.openxmlformats.org/officeDocument/2006/relationships/slide" Target="slides/slide183.xml"/><Relationship Id="rId185" Type="http://schemas.openxmlformats.org/officeDocument/2006/relationships/slide" Target="slides/slide184.xml"/><Relationship Id="rId186" Type="http://schemas.openxmlformats.org/officeDocument/2006/relationships/slide" Target="slides/slide185.xml"/><Relationship Id="rId187" Type="http://schemas.openxmlformats.org/officeDocument/2006/relationships/slide" Target="slides/slide186.xml"/><Relationship Id="rId188" Type="http://schemas.openxmlformats.org/officeDocument/2006/relationships/slide" Target="slides/slide187.xml"/><Relationship Id="rId189" Type="http://schemas.openxmlformats.org/officeDocument/2006/relationships/slide" Target="slides/slide188.xml"/><Relationship Id="rId190" Type="http://schemas.openxmlformats.org/officeDocument/2006/relationships/slide" Target="slides/slide189.xml"/><Relationship Id="rId191" Type="http://schemas.openxmlformats.org/officeDocument/2006/relationships/slide" Target="slides/slide190.xml"/><Relationship Id="rId192" Type="http://schemas.openxmlformats.org/officeDocument/2006/relationships/slide" Target="slides/slide191.xml"/><Relationship Id="rId193" Type="http://schemas.openxmlformats.org/officeDocument/2006/relationships/slide" Target="slides/slide192.xml"/><Relationship Id="rId194" Type="http://schemas.openxmlformats.org/officeDocument/2006/relationships/slide" Target="slides/slide193.xml"/><Relationship Id="rId195" Type="http://schemas.openxmlformats.org/officeDocument/2006/relationships/slide" Target="slides/slide194.xml"/><Relationship Id="rId196" Type="http://schemas.openxmlformats.org/officeDocument/2006/relationships/slide" Target="slides/slide195.xml"/><Relationship Id="rId197" Type="http://schemas.openxmlformats.org/officeDocument/2006/relationships/slide" Target="slides/slide196.xml"/><Relationship Id="rId198" Type="http://schemas.openxmlformats.org/officeDocument/2006/relationships/slide" Target="slides/slide197.xml"/><Relationship Id="rId199" Type="http://schemas.openxmlformats.org/officeDocument/2006/relationships/slide" Target="slides/slide198.xml"/><Relationship Id="rId200" Type="http://schemas.openxmlformats.org/officeDocument/2006/relationships/slide" Target="slides/slide199.xml"/><Relationship Id="rId201" Type="http://schemas.openxmlformats.org/officeDocument/2006/relationships/slide" Target="slides/slide200.xml"/><Relationship Id="rId202" Type="http://schemas.openxmlformats.org/officeDocument/2006/relationships/slide" Target="slides/slide201.xml"/><Relationship Id="rId203" Type="http://schemas.openxmlformats.org/officeDocument/2006/relationships/slide" Target="slides/slide202.xml"/><Relationship Id="rId204" Type="http://schemas.openxmlformats.org/officeDocument/2006/relationships/slide" Target="slides/slide203.xml"/><Relationship Id="rId205" Type="http://schemas.openxmlformats.org/officeDocument/2006/relationships/slide" Target="slides/slide204.xml"/><Relationship Id="rId206" Type="http://schemas.openxmlformats.org/officeDocument/2006/relationships/slide" Target="slides/slide205.xml"/><Relationship Id="rId207" Type="http://schemas.openxmlformats.org/officeDocument/2006/relationships/slide" Target="slides/slide206.xml"/><Relationship Id="rId208" Type="http://schemas.openxmlformats.org/officeDocument/2006/relationships/slide" Target="slides/slide207.xml"/><Relationship Id="rId209" Type="http://schemas.openxmlformats.org/officeDocument/2006/relationships/slide" Target="slides/slide208.xml"/><Relationship Id="rId210" Type="http://schemas.openxmlformats.org/officeDocument/2006/relationships/slide" Target="slides/slide209.xml"/><Relationship Id="rId211" Type="http://schemas.openxmlformats.org/officeDocument/2006/relationships/slide" Target="slides/slide210.xml"/><Relationship Id="rId212" Type="http://schemas.openxmlformats.org/officeDocument/2006/relationships/slide" Target="slides/slide211.xml"/><Relationship Id="rId213" Type="http://schemas.openxmlformats.org/officeDocument/2006/relationships/slide" Target="slides/slide212.xml"/><Relationship Id="rId214" Type="http://schemas.openxmlformats.org/officeDocument/2006/relationships/slide" Target="slides/slide213.xml"/><Relationship Id="rId215" Type="http://schemas.openxmlformats.org/officeDocument/2006/relationships/slide" Target="slides/slide214.xml"/><Relationship Id="rId216" Type="http://schemas.openxmlformats.org/officeDocument/2006/relationships/slide" Target="slides/slide215.xml"/><Relationship Id="rId217" Type="http://schemas.openxmlformats.org/officeDocument/2006/relationships/slide" Target="slides/slide216.xml"/><Relationship Id="rId218" Type="http://schemas.openxmlformats.org/officeDocument/2006/relationships/slide" Target="slides/slide217.xml"/><Relationship Id="rId219" Type="http://schemas.openxmlformats.org/officeDocument/2006/relationships/slide" Target="slides/slide218.xml"/><Relationship Id="rId220" Type="http://schemas.openxmlformats.org/officeDocument/2006/relationships/slide" Target="slides/slide219.xml"/><Relationship Id="rId221" Type="http://schemas.openxmlformats.org/officeDocument/2006/relationships/slide" Target="slides/slide220.xml"/><Relationship Id="rId222" Type="http://schemas.openxmlformats.org/officeDocument/2006/relationships/slide" Target="slides/slide221.xml"/><Relationship Id="rId223" Type="http://schemas.openxmlformats.org/officeDocument/2006/relationships/slide" Target="slides/slide222.xml"/><Relationship Id="rId224" Type="http://schemas.openxmlformats.org/officeDocument/2006/relationships/slide" Target="slides/slide223.xml"/><Relationship Id="rId225" Type="http://schemas.openxmlformats.org/officeDocument/2006/relationships/slide" Target="slides/slide224.xml"/><Relationship Id="rId226" Type="http://schemas.openxmlformats.org/officeDocument/2006/relationships/slide" Target="slides/slide225.xml"/><Relationship Id="rId227" Type="http://schemas.openxmlformats.org/officeDocument/2006/relationships/slide" Target="slides/slide226.xml"/><Relationship Id="rId228" Type="http://schemas.openxmlformats.org/officeDocument/2006/relationships/slide" Target="slides/slide227.xml"/><Relationship Id="rId229" Type="http://schemas.openxmlformats.org/officeDocument/2006/relationships/slide" Target="slides/slide228.xml"/><Relationship Id="rId230" Type="http://schemas.openxmlformats.org/officeDocument/2006/relationships/slide" Target="slides/slide229.xml"/><Relationship Id="rId231" Type="http://schemas.openxmlformats.org/officeDocument/2006/relationships/slide" Target="slides/slide230.xml"/><Relationship Id="rId232" Type="http://schemas.openxmlformats.org/officeDocument/2006/relationships/slide" Target="slides/slide231.xml"/><Relationship Id="rId233" Type="http://schemas.openxmlformats.org/officeDocument/2006/relationships/slide" Target="slides/slide232.xml"/><Relationship Id="rId234" Type="http://schemas.openxmlformats.org/officeDocument/2006/relationships/slide" Target="slides/slide233.xml"/><Relationship Id="rId235" Type="http://schemas.openxmlformats.org/officeDocument/2006/relationships/slide" Target="slides/slide234.xml"/><Relationship Id="rId236" Type="http://schemas.openxmlformats.org/officeDocument/2006/relationships/slide" Target="slides/slide235.xml"/><Relationship Id="rId237" Type="http://schemas.openxmlformats.org/officeDocument/2006/relationships/slide" Target="slides/slide236.xml"/><Relationship Id="rId238" Type="http://schemas.openxmlformats.org/officeDocument/2006/relationships/slide" Target="slides/slide237.xml"/><Relationship Id="rId239" Type="http://schemas.openxmlformats.org/officeDocument/2006/relationships/slide" Target="slides/slide238.xml"/><Relationship Id="rId240" Type="http://schemas.openxmlformats.org/officeDocument/2006/relationships/slide" Target="slides/slide239.xml"/><Relationship Id="rId241" Type="http://schemas.openxmlformats.org/officeDocument/2006/relationships/slide" Target="slides/slide240.xml"/><Relationship Id="rId242" Type="http://schemas.openxmlformats.org/officeDocument/2006/relationships/slide" Target="slides/slide241.xml"/><Relationship Id="rId243" Type="http://schemas.openxmlformats.org/officeDocument/2006/relationships/slide" Target="slides/slide242.xml"/><Relationship Id="rId244" Type="http://schemas.openxmlformats.org/officeDocument/2006/relationships/slide" Target="slides/slide243.xml"/><Relationship Id="rId245" Type="http://schemas.openxmlformats.org/officeDocument/2006/relationships/slide" Target="slides/slide244.xml"/><Relationship Id="rId246" Type="http://schemas.openxmlformats.org/officeDocument/2006/relationships/slide" Target="slides/slide245.xml"/><Relationship Id="rId247" Type="http://schemas.openxmlformats.org/officeDocument/2006/relationships/slide" Target="slides/slide246.xml"/><Relationship Id="rId248" Type="http://schemas.openxmlformats.org/officeDocument/2006/relationships/slide" Target="slides/slide247.xml"/><Relationship Id="rId249" Type="http://schemas.openxmlformats.org/officeDocument/2006/relationships/slide" Target="slides/slide248.xml"/><Relationship Id="rId250" Type="http://schemas.openxmlformats.org/officeDocument/2006/relationships/slide" Target="slides/slide249.xml"/><Relationship Id="rId251" Type="http://schemas.openxmlformats.org/officeDocument/2006/relationships/slide" Target="slides/slide250.xml"/><Relationship Id="rId252" Type="http://schemas.openxmlformats.org/officeDocument/2006/relationships/slide" Target="slides/slide251.xml"/><Relationship Id="rId253" Type="http://schemas.openxmlformats.org/officeDocument/2006/relationships/slide" Target="slides/slide252.xml"/><Relationship Id="rId254" Type="http://schemas.openxmlformats.org/officeDocument/2006/relationships/slide" Target="slides/slide253.xml"/><Relationship Id="rId255" Type="http://schemas.openxmlformats.org/officeDocument/2006/relationships/slide" Target="slides/slide254.xml"/><Relationship Id="rId256" Type="http://schemas.openxmlformats.org/officeDocument/2006/relationships/slide" Target="slides/slide255.xml"/><Relationship Id="rId257" Type="http://schemas.openxmlformats.org/officeDocument/2006/relationships/slide" Target="slides/slide256.xml"/><Relationship Id="rId258" Type="http://schemas.openxmlformats.org/officeDocument/2006/relationships/slide" Target="slides/slide257.xml"/><Relationship Id="rId259" Type="http://schemas.openxmlformats.org/officeDocument/2006/relationships/slide" Target="slides/slide258.xml"/><Relationship Id="rId260" Type="http://schemas.openxmlformats.org/officeDocument/2006/relationships/slide" Target="slides/slide259.xml"/><Relationship Id="rId261" Type="http://schemas.openxmlformats.org/officeDocument/2006/relationships/slide" Target="slides/slide260.xml"/><Relationship Id="rId262" Type="http://schemas.openxmlformats.org/officeDocument/2006/relationships/slide" Target="slides/slide261.xml"/><Relationship Id="rId263" Type="http://schemas.openxmlformats.org/officeDocument/2006/relationships/slide" Target="slides/slide262.xml"/><Relationship Id="rId264" Type="http://schemas.openxmlformats.org/officeDocument/2006/relationships/slide" Target="slides/slide263.xml"/><Relationship Id="rId265" Type="http://schemas.openxmlformats.org/officeDocument/2006/relationships/slide" Target="slides/slide264.xml"/><Relationship Id="rId266" Type="http://schemas.openxmlformats.org/officeDocument/2006/relationships/slide" Target="slides/slide265.xml"/><Relationship Id="rId267" Type="http://schemas.openxmlformats.org/officeDocument/2006/relationships/slide" Target="slides/slide266.xml"/><Relationship Id="rId268" Type="http://schemas.openxmlformats.org/officeDocument/2006/relationships/slide" Target="slides/slide267.xml"/><Relationship Id="rId269" Type="http://schemas.openxmlformats.org/officeDocument/2006/relationships/slide" Target="slides/slide268.xml"/><Relationship Id="rId270" Type="http://schemas.openxmlformats.org/officeDocument/2006/relationships/slide" Target="slides/slide269.xml"/><Relationship Id="rId271" Type="http://schemas.openxmlformats.org/officeDocument/2006/relationships/slide" Target="slides/slide270.xml"/><Relationship Id="rId272" Type="http://schemas.openxmlformats.org/officeDocument/2006/relationships/slide" Target="slides/slide271.xml"/><Relationship Id="rId273" Type="http://schemas.openxmlformats.org/officeDocument/2006/relationships/slide" Target="slides/slide272.xml"/><Relationship Id="rId274" Type="http://schemas.openxmlformats.org/officeDocument/2006/relationships/slide" Target="slides/slide273.xml"/><Relationship Id="rId275" Type="http://schemas.openxmlformats.org/officeDocument/2006/relationships/slide" Target="slides/slide274.xml"/><Relationship Id="rId276" Type="http://schemas.openxmlformats.org/officeDocument/2006/relationships/slide" Target="slides/slide275.xml"/><Relationship Id="rId277" Type="http://schemas.openxmlformats.org/officeDocument/2006/relationships/slide" Target="slides/slide276.xml"/><Relationship Id="rId278" Type="http://schemas.openxmlformats.org/officeDocument/2006/relationships/slide" Target="slides/slide277.xml"/><Relationship Id="rId279" Type="http://schemas.openxmlformats.org/officeDocument/2006/relationships/slide" Target="slides/slide278.xml"/><Relationship Id="rId280" Type="http://schemas.openxmlformats.org/officeDocument/2006/relationships/slide" Target="slides/slide279.xml"/><Relationship Id="rId281" Type="http://schemas.openxmlformats.org/officeDocument/2006/relationships/slide" Target="slides/slide280.xml"/><Relationship Id="rId282" Type="http://schemas.openxmlformats.org/officeDocument/2006/relationships/slide" Target="slides/slide281.xml"/><Relationship Id="rId283" Type="http://schemas.openxmlformats.org/officeDocument/2006/relationships/slide" Target="slides/slide282.xml"/><Relationship Id="rId284" Type="http://schemas.openxmlformats.org/officeDocument/2006/relationships/slide" Target="slides/slide283.xml"/><Relationship Id="rId285" Type="http://schemas.openxmlformats.org/officeDocument/2006/relationships/slide" Target="slides/slide284.xml"/><Relationship Id="rId286" Type="http://schemas.openxmlformats.org/officeDocument/2006/relationships/slide" Target="slides/slide285.xml"/><Relationship Id="rId287" Type="http://schemas.openxmlformats.org/officeDocument/2006/relationships/slide" Target="slides/slide286.xml"/><Relationship Id="rId288" Type="http://schemas.openxmlformats.org/officeDocument/2006/relationships/slide" Target="slides/slide287.xml"/><Relationship Id="rId289" Type="http://schemas.openxmlformats.org/officeDocument/2006/relationships/slide" Target="slides/slide288.xml"/><Relationship Id="rId290" Type="http://schemas.openxmlformats.org/officeDocument/2006/relationships/slide" Target="slides/slide289.xml"/><Relationship Id="rId291" Type="http://schemas.openxmlformats.org/officeDocument/2006/relationships/slide" Target="slides/slide290.xml"/><Relationship Id="rId292" Type="http://schemas.openxmlformats.org/officeDocument/2006/relationships/slide" Target="slides/slide291.xml"/><Relationship Id="rId293" Type="http://schemas.openxmlformats.org/officeDocument/2006/relationships/slide" Target="slides/slide292.xml"/><Relationship Id="rId294" Type="http://schemas.openxmlformats.org/officeDocument/2006/relationships/slide" Target="slides/slide293.xml"/><Relationship Id="rId295" Type="http://schemas.openxmlformats.org/officeDocument/2006/relationships/slide" Target="slides/slide294.xml"/><Relationship Id="rId296" Type="http://schemas.openxmlformats.org/officeDocument/2006/relationships/slide" Target="slides/slide295.xml"/><Relationship Id="rId297" Type="http://schemas.openxmlformats.org/officeDocument/2006/relationships/slide" Target="slides/slide296.xml"/><Relationship Id="rId298" Type="http://schemas.openxmlformats.org/officeDocument/2006/relationships/slide" Target="slides/slide297.xml"/><Relationship Id="rId299" Type="http://schemas.openxmlformats.org/officeDocument/2006/relationships/slide" Target="slides/slide298.xml"/><Relationship Id="rId300" Type="http://schemas.openxmlformats.org/officeDocument/2006/relationships/slide" Target="slides/slide299.xml"/><Relationship Id="rId301" Type="http://schemas.openxmlformats.org/officeDocument/2006/relationships/slide" Target="slides/slide300.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p="http://schemas.openxmlformats.org/presentationml/2006/main" xmlns:r="http://schemas.openxmlformats.org/officeDocument/2006/relationships"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हम्मीर महल, रानी महल, सुपारी महल, बत्तीस खंभा छतरी, जोगी महल, पीर सदरुद्दीन की दरगाह और त्रिनेत्र गणेश मंदिर निम्न में से किस दुर्ग परिसर में स्थित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सिवाना दुर्ग</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रणथंभौर दुर्ग</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कुम्भलगढ़ दुर्ग</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तारागढ़ दुर्ग</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01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1/150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रणथंभौर दुर्ग</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सिवाना दुर्ग</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कुम्भलगढ़ दुर्ग</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तारागढ़ दुर्ग</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रणथंभौर दुर्ग (सवाई माधोपुर) चौहान शासकों द्वारा 8वीं शताब्दी में निर्मित एक अत्यंत सुदृढ़ गिरि व वन दुर्ग है। इस दुर्ग की प्राकृतिक सुरक्षात्मक स्थिति और अभेद्यता को देखकर अबुल फजल ने इसे 'बख्तरबंद दुर्ग' कहा था। इस दुर्ग परिसर में हम्मीर महल, रानी महल, सुपारी महल (जहाँ मंदिर, मस्जिद और गिरजाघर का समन्वय दिखता है), 32 खंभों की न्याय की छतरी (हम्मीर देव द्वारा पिता जैत्रसिंह की स्मृति में निर्मित), जोगी महल, पीर सदरुद्दीन की दरगाह तथा प्रसिद्ध त्रिनेत्र गणेश मंदिर स्थित हैं। सिवाना दुर्ग बाड़मेर (बालोतरा) में छप्पन की पहाड़ी पर स्थित है, जबकि कुम्भलगढ़ राजसमंद में और तारागढ़ अजमेर में स्थित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01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1/150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चित्तौड़गढ़ दुर्ग के संबंध में निम्नलिखित कथनों पर विचार कीजिए: A. वीर विनोद के अनुसार इस दुर्ग का निर्माण मौर्य राजा चित्रांगद (चित्रांग) ने करवाया था। B. 8वीं शताब्दी में बप्पा रावल ने अंतिम मौर्य शासक मानमोरी को पराजित कर इस पर अधिकार किया था। C. यह दुर्ग मेसा के पठार पर गंभीरी और बेड़च नदियों के संगम स्थल के निकट स्थित है। D. अलाउद्दीन खिलजी ने 1303 ई. में इसे जीतकर इसका नाम 'मुस्तफाबाद' रखा था। उपर्युक्त कथनों में से कौन-से सही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6032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2/150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चित्तौड़गढ़ दुर्ग के बारे में कथन A, B और C पूरी तरह सही हैं, जबकि कथन D गलत है। कविराजा श्यामलदास कृत 'वीर विनोद' के अनुसार इस दुर्ग का निर्माण मौर्य राजा चित्रांगद मौर्य ने करवाया था और इसे 'चित्रकूट' नाम दिया गया था। 8वीं शताब्दी में गुहिल वंश के संस्थापक बप्पा रावल ने अंतिम मौर्य शासक मानमोरी को हराकर चित्तौड़ पर अधिकार किया था। यह दुर्ग समुद्र तल से लगभग 1850 फीट ऊँचे मेसा के पठार पर गंभीरी और बेड़च नदियों के संगम के पास बना है। अलाउद्दीन खिलजी ने 1303 ई. में चित्तौड़ को जीतकर अपने पुत्र खिज्र खाँ के नाम पर इसका नाम 'खिज्राबाद' रखा था, जबकि 'मुस्तफाबाद' नाम महमूद खिलजी प्रथम ने गागरोन दुर्ग का रखा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6032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2/150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प्रमुख दुर्गों को उनकी भौगोलिक स्थिति/स्थान से सुमेलित कीजिए: सूची-I (दुर्ग): सूची-I: A. सिवाना दुर्ग B. चित्तौड़गढ़ दुर्ग C. लोहागढ़ दुर्ग D. तिमनगढ़ दुर्ग सूची-II: 1. मेसा का पठार 2. छप्पन का पहाड़ 3. भरतपुर 4. करौली</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C-3, D-4</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4048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3/150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सिवाना दुर्ग बालोतरा (बाड़मेर) में छप्पन की पहाड़ियों के शीर्ष पर स्थित है, जिसे 'अणखलो सिवानो' और मारवाड़ के राजाओं की शरणस्थली कहा जाता है। चित्तौड़गढ़ दुर्ग मेसा के पठार पर स्थित राजस्थान का गौरव और सबसे बड़ा लिविंग फोर्ट है। लोहागढ़ दुर्ग भरतपुर में स्थित एक अजेय मिट्टी का दुर्ग है, जिसे 1733 ई. में महाराजा सूरजमल ने बनवाया था। तिमनगढ़ दुर्ग करौली जिले में त्रिभुवन गिरि पहाड़ी पर स्थित एक प्राचीन दुर्ग है। अतः सही कूट विकल्प A (A-2, B-1,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4048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3/150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किस दुर्ग की सुदृढ़ प्राचीरों, कंगूरों और बुर्जों की वास्तुकला की तुलना कर्नल जेम्स टॉड ने 'इट्रस्कन' (Etruscan) वास्तुकला से की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चित्तौड़गढ़ दुर्ग</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रणथंभौर दुर्ग</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कुम्भलगढ़ दुर्ग</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मेहरानगढ़ दुर्ग</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2065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4/150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कुम्भलगढ़ दुर्ग</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चित्तौड़गढ़ दुर्ग</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रणथंभौर दुर्ग</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मेहरानगढ़ दुर्ग</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कुम्भलगढ़ दुर्ग (राजसमंद) का निर्माण महाराणा कुम्भा ने अपनी रानी कुंभलदेवी की स्मृति में प्रसिद्ध वास्तुकार मंडन की देखरेख में करवाया था। इस दुर्ग के चारों ओर 36 किलोमीटर लंबी और अत्यधिक चौड़ी प्राचीर (परकोटा) बनी हुई है, जिस पर एक साथ कई घुड़सवार चल सकते हैं। इसे 'भारत की महान दीवार' (Great Wall of India) भी कहा जाता है। कर्नल जेम्स टॉड ने कुम्भलगढ़ के सुदृढ़ परकोटे, बुर्जों और कंगूरों की बनावट के कारण इसकी तुलना सुदृढ़ 'इट्रस्कन वास्तुकला' से की है। चित्तौड़गढ़ को राजस्थान का गौरव, रणथंभौर को बख्तरबंद दुर्ग तथा मेहरानगढ़ को मयूरध्वजगढ़ कहा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2065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4/150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कुम्भलगढ़ दुर्ग के संदर्भ में निम्नलिखित कथनों पर विचार कीजिए: A. यह दुर्ग मेवाड़ और मारवाड़ की सीमा पर सादड़ी गाँव के निकट स्थित है। B. इस दुर्ग के सबसे ऊपरी भाग में महाराणा कुम्भा का निवास स्थित है, जिसे 'कटारगढ़' (मेवाड़ की आँख) कहा जाता है। C. इस दुर्ग में उदय सिंह का राज्याभिषेक और महाराणा प्रताप का जन्म हुआ था। D. अबुल फजल ने इस दुर्ग के बारे में लिखा कि 'यह इतनी ऊँचाई पर बना है कि नीचे से ऊपर देखने पर सिर से पगड़ी गिर जाती है।' उपर्युक्त में से कौन-से कथन सत्य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0081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5/150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कुम्भलगढ़ दुर्ग के संदर्भ में सभी चारों कथन पूर्णतः सत्य हैं। यह दुर्ग मेवाड़-मारवाड़ की सीमा पर स्थित होने के कारण संकटकाल में मेवाड़ के महाराणाओं की सुरक्षित शरणस्थली रहा। दुर्ग के शीर्ष पर स्थित अंतःदुर्ग 'कटारगढ़' कहलाता है, जहाँ से पूरे मेवाड़ साम्राज्य पर नजर रखी जा सकती थी, इसलिए इसे 'मेवाड़ की आँख' कहते हैं। इसी दुर्ग के बादल महल (जूना कचहरी) में 9 मई 1540 को महाराणा प्रताप का जन्म हुआ था तथा यहीं 1537 ई. में महाराणा उदयसिंह का राज्याभिषेक हुआ था। अबुल फजल ने कटारगढ़ की अत्यधिक ऊँचाई को देखकर लिखा था कि इसे नीचे से ऊपर देखने पर सिर की पगड़ी नीचे गिर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0081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5/150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1887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a:t>
            </a:r>
          </a:p>
        </p:txBody>
      </p:sp>
      <p:sp>
        <p:nvSpPr>
          <p:cNvPr id="13" name="t13"/>
          <p:cNvSpPr txBox="1">
            <a:spLocks noGrp="1"/>
          </p:cNvSpPr>
          <p:nvPr/>
        </p:nvSpPr>
        <p:spPr>
          <a:xfrm>
            <a:off x="1508760" y="164592"/>
            <a:ext cx="10378440" cy="914400"/>
          </a:xfrm>
          <a:prstGeom prst="rect">
            <a:avLst/>
          </a:prstGeom>
          <a:noFill/>
          <a:ln>
            <a:noFill/>
          </a:ln>
        </p:spPr>
        <p:txBody>
          <a:bodyPr wrap="square" anchor="t">
            <a:normAutofit/>
          </a:bodyPr>
          <a:lstStyle/>
          <a:p>
            <a:pPr algn="l"/>
            <a:r>
              <a:rPr lang="hi-IN" altLang="en-US" sz="3200" b="1" dirty="0">
                <a:solidFill>
                  <a:srgbClr val="FFFFFF"/>
                </a:solidFill>
                <a:latin typeface="Nirmala UI"/>
                <a:cs typeface="Nirmala UI"/>
              </a:rPr>
              <a:t>सिवाना दुर्ग (बालोतरा) के संबंध में कौन सा तथ्य सही नहीं है?</a:t>
            </a:r>
          </a:p>
        </p:txBody>
      </p:sp>
      <p:sp>
        <p:nvSpPr>
          <p:cNvPr id="14" name="r14"/>
          <p:cNvSpPr>
            <a:spLocks noGrp="1"/>
          </p:cNvSpPr>
          <p:nvPr/>
        </p:nvSpPr>
        <p:spPr>
          <a:xfrm>
            <a:off x="164592" y="11887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417320"/>
            <a:ext cx="5806440" cy="21717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537460" y="1508760"/>
            <a:ext cx="3406140" cy="19888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इसका निर्माण 954 ई. में परमार वंशीय वीरनारायण ने करवाया था।</a:t>
            </a:r>
          </a:p>
        </p:txBody>
      </p:sp>
      <p:sp>
        <p:nvSpPr>
          <p:cNvPr id="18" name="r18"/>
          <p:cNvSpPr>
            <a:spLocks noGrp="1"/>
          </p:cNvSpPr>
          <p:nvPr/>
        </p:nvSpPr>
        <p:spPr>
          <a:xfrm>
            <a:off x="6382512" y="1417320"/>
            <a:ext cx="5806440" cy="21717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599932" y="1508760"/>
            <a:ext cx="3406140" cy="19888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1310 ई. में अलाउद्दीन खिलजी के आक्रमण के समय यह कान्हड़दे के भतीजे शीतलदेव के प्रभार में था।</a:t>
            </a:r>
          </a:p>
        </p:txBody>
      </p:sp>
      <p:sp>
        <p:nvSpPr>
          <p:cNvPr id="21" name="r21"/>
          <p:cNvSpPr>
            <a:spLocks noGrp="1"/>
          </p:cNvSpPr>
          <p:nvPr/>
        </p:nvSpPr>
        <p:spPr>
          <a:xfrm>
            <a:off x="320040" y="3817620"/>
            <a:ext cx="5806440" cy="21717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537460" y="3909060"/>
            <a:ext cx="3406140" cy="19888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गिरी-सुमेल युद्ध के बाद राव मालदेव ने इस दुर्ग में शरण ली थी।</a:t>
            </a:r>
          </a:p>
        </p:txBody>
      </p:sp>
      <p:sp>
        <p:nvSpPr>
          <p:cNvPr id="24" name="r24"/>
          <p:cNvSpPr>
            <a:spLocks noGrp="1"/>
          </p:cNvSpPr>
          <p:nvPr/>
        </p:nvSpPr>
        <p:spPr>
          <a:xfrm>
            <a:off x="6382512" y="3817620"/>
            <a:ext cx="5806440" cy="21717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599932" y="3909060"/>
            <a:ext cx="3406140" cy="19888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दुर्ग त्रिकूट पहाड़ी पर स्थित होने के कारण 'त्रिकूटगढ़' कहलाता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8097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6/150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यह दुर्ग त्रिकूट पहाड़ी पर स्थित होने के कारण 'त्रिकूटगढ़' कहलाता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इसका निर्माण 954 ई. में परमार वंशीय वीरनारायण ने करवाया था।</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1310 ई. में अलाउद्दीन खिलजी के आक्रमण के समय यह कान्हड़दे के भतीजे शीतलदेव के प्रभार में था।</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गिरी-सुमेल युद्ध के बाद राव मालदेव ने इस दुर्ग में शरण ली थी।</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सिवाना दुर्ग के बारे में विकल्प D असत्य है क्योंकि त्रिकूट पहाड़ी पर जैसलमेर का सोनार किला स्थित है (जबकि कैला देवी मंदिर त्रिकूट पर्वत पर है)। सिवाना दुर्ग छप्पन के पहाड़ पर हल्देश्वर पहाड़ी पर स्थित है। इसका निर्माण 10वीं शताब्दी (954 ई.) में परमार राजा वीरनारायण ने करवाया था। 1310 ई. (या 1308 ई.) में अलाउद्दीन खिलजी ने जब आक्रमण किया, तब वीर शीतलदेव (सातळदेव) और सोम ने अद्वितीय वीरता दिखाई और साका हुआ। खिलजी ने इसका नाम बदलकर 'खैराबाद' रखा था। यह दुर्ग मारवाड़ के राठौड़ शासकों की संकटकालीन शरणस्थली रहा; राव मालदेव और राव चंद्रसेन दोनों ने मुगलों के विरुद्ध इसे अपना प्रमुख रक्षा केंद्र बनाया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8097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6/150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भरतपुर के अजेय 'लोहागढ़ दुर्ग' का निर्माण 1733 ई. में किस शासक द्वारा करवाया गया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महाराजा बदन सिंह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महाराजा सूरजमल</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महाराजा जवाहर सिंह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महाराजा रणजीत सिंह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6113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7/150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महाराजा सूरजमल</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महाराजा बदन सिंह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महाराजा जवाहर सिंह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महाराजा रणजीत सिंह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भरतपुर के प्रसिद्ध लोहागढ़ दुर्ग का निर्माण जाट महाराजा सूरजमल (जिन्हें 'जाटों का प्लेटो' व 'अफलातून' कहा जाता है) द्वारा 1733 ई. में करवाया गया था। यह एक पारीख दुर्ग व स्थल दुर्ग है जिसके चारों ओर गहरी खाई (सुजानगंगा नहर) है। इस दुर्ग की बाहरी दीवारें मिट्टी की बनी होने के कारण तोप के गोले मिट्टी में धँसकर निष्प्रभावी हो जाते थे, जिससे अंग्रेज सेनापति लॉर्ड लेक भी 1805 ई. में इसे जीत नहीं सका था। दुर्ग परिसर में किशोरी महल, महल खास, कोठी खास, जवाहर बुर्ज और अंग्रेजों व मुगलों पर विजय की स्मृति में बना 'फतेह बुर्ज' स्थित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6113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7/150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शेखावाटी की प्रसिद्ध हवेलियों को उनके संबंधित स्थानों से सुमेलित कीजिए: सूची-I (हवेली): सूची-I: A. सेठ जयदयाल केडिया व सीताराम सिंगतिया की हवेली B. सेठ लालचंद गोयनका की हवेली C. सेठ राधाकृष्ण एवं केसरदेव कनेड़िया की हवेली D. पंसारी की हवेली सूची-II: 1. दुंदलोद (झुंझुनू) 2. बिसाऊ (झुंझुनू) 3. श्रीमाधोपुर (सीकर) 4. मुकुंदगढ़ (झुंझुनू)</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4129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8/150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शेखावाटी क्षेत्र अपनी कलात्मक हवेलियों और उन पर बने सजीव भित्तिचित्रों (Frescoes) के लिए विश्वविख्यात है, जिसे 'ओपन आर्ट गैलरी' भी कहा जाता है। बिसाऊ (झुंझुनू) में सेठ जयदयाल केडिया, सीताराम सिंगतिया और नाथूराम पोद्दार की हवेलियाँ प्रसिद्ध हैं। दुंदलोद (झुंझुनू) में सेठ लालचंद गोयनका की हवेली स्थित है। मुकुंदगढ़ (झुंझुनू) में सेठ राधाकृष्ण और केसरदेव कनेड़िया की हवेलियाँ स्थित हैं। श्रीमाधोपुर (सीकर) में पंसारी की हवेली अपनी अनूठी स्थापत्य शैली के लिए प्रसिद्ध है। अतः सही कूट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4129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8/150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शेखावाटी में 'सोने-चाँदी की हवेली' कहाँ स्थित है, जो अपने स्वर्णयुक्त सूक्ष्म भित्तिचित्रों के लिए जानी जाती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नवलगढ़ (झुंझुनू)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महनसर (झुंझुनू)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फतेहपुर (सीकर)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लक्ष्मणगढ़ (सीकर)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214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9/150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महनसर (झुंझुनू)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नवलगढ़ (झुंझुनू)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फतेहपुर (सीकर)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लक्ष्मणगढ़ (सीकर)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महनसर (झुंझुनू) में स्थित 'सोने-चाँदी की हवेली' अपने उत्कृष्ट और स्वर्णयुक्त भित्तिचित्रों तथा महनसर की प्रसिद्ध शराब व प्राचीन कलात्मक वैभव के लिए विख्यात है। नवलगढ़ को 'हवेलियों की नगरी/शेखावाटी की स्वर्ण नगरी' कहा जाता है जहाँ रूपनिवास, पोद्दार, भगेरिया और जालान हवेलियाँ हैं। लक्ष्मणगढ़ में चार चौक हवेली और चेतराम की हवेली प्रसिद्ध हैं। फतेहपुर में नंदलाल देवड़ा की हवेली स्थित है। चूरू में 'मालजी का कमरा', रामनिवास गोयनका की हवेली और मंत्रियों की हवेली विख्यात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214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9/150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जैसलमेर की प्रसिद्ध 'दीवान नथमल की हवेली' का निर्माण 19वीं सदी में किन दो शिल्पकार भाइयों द्वारा किया गया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हाथी और लालू</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जैता और पोमा</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मंथन और नापा</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ईसर और दयाल</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0162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10/150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हाथी और लालू</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जैता और पोमा</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मंथन और नापा</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ईसर और दयाल</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जैसलमेर में स्थित नथमल की हवेली का निर्माण तत्कालीन प्रधानमंत्री दीवान नथमल के समय 1881-1885 ई. में दो सगे मुस्लिम शिल्पकार भाइयों 'हाथी' और 'लालू' ने किया था। इस हवेली की अद्भुत विशेषता यह है कि दोनों भाइयों ने हवेली के दाएँ और बाएँ आधे-आधे भाग को स्वतंत्र रूप से बिना एक-दूसरे के कार्य को देखे बनाया, फिर भी दोनों भागों में अद्भुत सामंजस्य दिखाई देता है। जैसलमेर की 'पटवों की हवेली' 5 मंजिला है जिसका निर्माण सेठ गुमानचंद बाफना (पटवा) ने अपने 5 पुत्रों हेतु करवाया था। जैसलमेर की सलीम सिंह की हवेली 9 मंजिला है जिसे 'मोती महल' या 'जहाज महल' भी कहते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0162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10/150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प्रमुख छतरियों को उनके संबंधित जिलों से सुमेलित कीजिए: सूची-I (छतरी): सूची-I: A. मूसी महारानी की छतरी व फतेह गुंबद B. चौरासी खंभों की छतरी C. जसवंत थड़ा D. गेटोर की छतरियाँ सूची-II: 1. बूंदी 2. अलवर 3. जयपुर 4. जोधपुर</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8178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11/150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अलवर में महाराजा बख्तावर सिंह और उनकी पासवान मूसी महारानी की 80 खंभों की संगमरमरी छतरी तथा फतेह गुंबद स्थित हैं। बूंदी में देवपुरा गाँव के निकट राव अनिरुद्ध सिंह द्वारा निर्मित प्रसिद्ध 84 खंभों की छतरी स्थित है। जोधपुर में महाराजा सरदार सिंह द्वारा अपने पिता जसवंत सिंह द्वितीय की स्मृति में सफेद संगमरमर से निर्मित 'जसवंत थड़ा' स्थित है, जिसे 'राजस्थान का ताजमहल' कहते हैं। जयपुर के गेटोर में कछवाहा शासकों की कलात्मक छतरियाँ स्थित हैं (सवाई ईश्वरी सिंह को छोड़कर)। अतः सही कूट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8178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11/150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बूंदी स्थित 'चौरासी (84) खंभों की छतरी' के संदर्भ में निम्नलिखित में से कौन सा कथन सही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इसका निर्माण राव विष्णु सिंह के काल में हुआ था।</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इसका निर्माण राव अनिरुद्ध सिंह द्वारा अपने धाबाई देवा की स्मृति में करवाया गया था।</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छतरी केवल लाल बलुआ पत्थर से निर्मित एकमंजिला ढाँचा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छतरी नवल सागर झील के ठीक मध्य में स्थित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6194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12/150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इसका निर्माण राव अनिरुद्ध सिंह द्वारा अपने धाबाई देवा की स्मृति में करवाया गया था।</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इसका निर्माण राव विष्णु सिंह के काल में हुआ था।</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छतरी केवल लाल बलुआ पत्थर से निर्मित एकमंजिला ढाँचा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छतरी नवल सागर झील के ठीक मध्य में स्थित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बूंदी के निकट देवपुरा गाँव में स्थित 84 खंभों की भव्य छतरी का निर्माण बूंदी के शासक राव राजा अनिरुद्ध सिंह ने 1683 ई. में अपने धाबाई (धाय भाई) 'देवा' की स्मृति में करवाया था। यह एक भव्य तीन मंजिला स्मारक है जो 84 नक्काशीदार स्तंभों पर टिका हुआ है। इसके स्तंभों और छतों पर हाथी, घोड़े, अप्सराओं और पौराणिक आख्यानों की सुंदर नक्काशी की गई है तथा इसके केंद्रीय चबूतरे पर एक बड़ा शिवलिंग स्थापित है। विकल्प A, C और D तथ्यात्मक रूप से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6194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12/150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रणथंभौर दुर्ग में स्थित 'अधूरा स्वप्न' छतरी का निर्माण किस रानी द्वारा शुरू करवाया गया था, जो अधूरा रह गया?</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रानी पद्मिनी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रानी कर्मावती</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रानी जोधाबाई</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रानी उमादे</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4211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13/150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रानी कर्मावती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रानी पद्मिनी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रानी जोधाबाई</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रानी उमादे</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रणथंभौर दुर्ग में स्थित 'अधूरा स्वप्न' छतरी का निर्माण मेवाड़ के महाराणा सांगा की हाड़ी रानी कर्मावती ने शुरू करवाया था। गुजरात के सुल्तान बहादुर शाह के चित्तौड़ पर आक्रमण (1534-35 ई.) के कारण रानी कर्मावती को चित्तौड़ लौटना पड़ा जहाँ उन्होंने जौहर किया, जिससे यह छतरी अधूरी ही रह गई और इसे 'अधूरा स्वप्न' छतरी कहा गया। रणथंभौर में ही हम्मीर देव द्वारा अपने पिता जैत्रसिंह के 32 वर्षों के शासनकाल के प्रतीक रूप में '32 खंभों की न्याय की छतरी' बनवाई गई थी, तथा यहीं एक खंभे की छतरी व कुत्ते की छतरी भी स्थित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4211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13/150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प्रमुख सूफी दरगाहों/मजारों को उनके संबंधित स्थानों से सुमेलित कीजिए: सूची-I (दरगाह/मजार): सूची-I: A. दीवान शाह की दरगाह B. मिट्ठे शाह की दरगाह C. शक्कर पीर बाबा (नरहड़ के पीर) D. अब्दुल पीर (अब्दुल्लाह पीर) की मजार सूची-II: 1. कपासन (चित्तौड़गढ़) 2. गागरोन (झालावाड़) 3. नरहड़ (झुंझुनू) 4. भवानीपुरा/भगवानपुरा (बांसवाड़ा)</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2227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14/150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दीवान शाह की दरगाह कपासन (चित्तौड़गढ़) में स्थित है जो हिंदू-मुस्लिम सद्भाव का केंद्र है। मिट्ठे शाह (संत हमीदुद्दीन चिश्ती) की दरगाह गागरोन दुर्ग (झालावाड़) के भीतर स्थित है जिसका निर्माण औरंगजेब ने करवाया था। हजरत हाजिब शक्करबार शाह (शक्कर पीर बाबा) की प्रसिद्ध दरगाह नरहड़ (झुंझुनू) में है, जहाँ कृष्ण जन्माष्टमी पर विशाल उर्स भरता है और पागलों का इलाज होता है। बोहरा संप्रदाय के प्रसिद्ध संत अब्दुल पीर (अब्दुल्लाह पीर) की मजार भगवानपुरा/भवानीपुरा (बांसवाड़ा) में स्थित है। अतः सही सुमेल विकल्प A (A-1, B-2,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2227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14/150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किराडू (बाड़मेर) के मंदिर समूह के संदर्भ में कौन सा कथन सत्य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किराडू का प्राचीन नाम 'किरातकूप' था और इसे 'राजस्थान का खजुराहो' कहा जाता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का सबसे प्रमुख और भव्य मंदिर सोमेश्वर मंदिर है, जो गुर्जर-प्रतिहार और सोलंकी शैली का सुंदर समन्वय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11वीं-12वीं शताब्दी में निर्मित शैव और वैष्णव मंदिरों का समूह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उपर्युक्त सभी कथन सत्य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0243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15/150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उपर्युक्त सभी कथन सत्य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किराडू का प्राचीन नाम 'किरातकूप' था और इसे 'राजस्थान का खजुराहो' कहा जाता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का सबसे प्रमुख और भव्य मंदिर सोमेश्वर मंदिर है, जो गुर्जर-प्रतिहार और सोलंकी शैली का सुंदर समन्वय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11वीं-12वीं शताब्दी में निर्मित शैव और वैष्णव मंदिरों का समूह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किराडू (हाथमा गाँव, बाड़मेर) के संदर्भ में सभी कथन सत्य हैं। किराडू का प्राचीन नाम शिलालेखों में 'किरातकूप' मिलता है। यह स्थल 11वीं-12वीं शताब्दी में परमार शासकों के समय विकसित हुआ। यहाँ 5 मंदिरों का समूह है (4 शिव मंदिर और 1 विष्णु मंदिर), जिनमें 'सोमेश्वर मंदिर' सबसे विशाल और अलंकृत है। अपनी उत्कृष्ट कामोत्तेजक और नक्काशीदार मूर्तिकला के कारण इसे 'राजस्थान का खजुराहो' कहा जाता है। यह मंदिर नागर शैली की महामारू/गुर्जर-प्रतिहार एवं सोलंकी शैली के सुंदर संश्लेषण को प्रदर्शित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0243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15/150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रणकपुर के प्रसिद्ध जैन मंदिर के संबंध में निम्नलिखित कथनों पर विचार कीजिए: A. यह मंदिर जैन धर्म के प्रथम तीर्थंकर भगवान आदिनाथ (ऋषभदेव) को समर्पित है। B. इसका निर्माण महाराणा कुम्भा के शासनकाल में जैन श्रेष्ठी धरनक शाह (धरणी शाह) ने करवाया था। C. इस मंदिर के प्रमुख वास्तुकार (शिल्पी) देपाक (देपा) थे। D. यह मंदिर 1444 नक्काशीदार खंभों पर टिका है, जिसके कारण इसे 'खंभों का अजायबघर' (Trilokya Deepak) कहा जाता है। उपर्युक्त कथनों में से कौन-से सही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825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16/150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रणकपुर जैन मंदिर (पाली) मघई नदी के तट पर स्थित विश्वप्रसिद्ध जैन तीर्थ है। यह मंदिर प्रथम तीर्थंकर भगवान आदिनाथ को समर्पित है और इसके गर्भगृह में आदिनाथ की चतुर्मुखी संगमरमर की प्रतिमा स्थापित है, इसलिए इसे 'चतुर्मुख जिनप्रसाद' भी कहते हैं। 1439 ई. में महाराणा कुम्भा के काल में पोरवाल जैन व्यापारी धरनक शाह ने शिल्पी देपाक के निर्देशन में इसका निर्माण करवाया था। मंदिर में कुल 1444 कलात्मक स्तंभ हैं, जिनकी विशेषता यह है कि किसी भी स्तंभ से गर्भगृह में स्थित मुख्य मूर्ति के दर्शन में कोई बाधा नहीं आती। अतः इसे 'स्तंभों का वन' या 'खंभों का अजायबघर' कहा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825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16/150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दिलवाड़ा (माउंट आबू) के प्रसिद्ध जैन मंदिरों में प्रथम तीर्थंकर ऋषभदेव को समर्पित 'विमल वसही' मंदिर का निर्माण 1031 ई. में किसने करवाया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विमल शाह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वास्तुपाल और तेजपाल</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धरनक शाह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महाराणा कुम्भा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36276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17/150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विमल शाह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वास्तुपाल और तेजपाल</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धरनक शाह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महाराणा कुम्भा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माउंट आबू (सिरोही) स्थित दिलवाड़ा के पाँच श्वेतांबर जैन मंदिरों में 'विमल वसही' मंदिर सबसे प्राचीन और प्रसिद्ध है। इसका निर्माण गुजरात के चालुक्य (सोलंकी) शासक भीमदेव प्रथम के मंत्री और सेनापति 'विमल शाह' ने 1031 ई. में करवाया था। यह प्रथम तीर्थंकर ऋषभदेव को समर्पित है। दिलवाड़ा का दूसरा प्रसिद्ध मंदिर 'लूणवसही' (नेमिनाथ मंदिर) है, जिसका निर्माण 1230 ई. में गुजरात के राजा वीरधवल के मंत्री वास्तुपाल और तेजपाल ने अपने भाई लूणसिंह की स्मृति में करवाया था। दिलवाड़ा के मंदिर अपनी श्वेत संगमरमर की पारदर्शी और महीन नक्काशी के लिए विख्यात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36276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17/150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10वीं शताब्दी का भगवान शिव को समर्पित 'भांडदेवरा मंदिर' (रामगढ़, बारां) अपनी खजुराहो जैसी मिथुन मूर्तियों के कारण किस उपनाम से जाना जाता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मेवाड़ का खजुराहो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राजस्थान का खजुराहो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राजस्थान का मिनी खजुराहो / हाड़ौती का खजुराहो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वागड़ का खजुराहो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44292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18/150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राजस्थान का मिनी खजुराहो / हाड़ौती का खजुराहो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मेवाड़ का खजुराहो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राजस्थान का खजुराहो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वागड़ का खजुराहो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रामगढ़ (बारां) में स्थित 10वीं शताब्दी का भांडदेवरा शिव मंदिर अपनी मिथुन मूर्तियों और नागर/भूमिज वास्तुकला शैली के कारण 'हाड़ौती का खजुराहो' या 'राजस्थान का मिनी खजुराहो' कहलाता है। इसका निर्माण मेद वंशीय राजा मलयवर्मा ने करवाया था। 'राजस्थान का खजुराहो' किराडू (बाड़मेर) के सोमेश्वर मंदिर को कहा जाता है, जबकि 'मेवाड़ का खजुराहो' जगत (उदयपुर) में स्थित 10वीं सदी के अम्बिका माता मंदिर को कहा जाता है। अतः सही विकल्प C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44292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18/150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जगत (उदयपुर) में स्थित 10वीं शताब्दी का 'अम्बिका माता मंदिर', जिसे 'मेवाड़ का खजुराहो' कहा जाता है, का निर्माण किस गुहिल शासक के काल में हुआ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महाराणा कुम्भा</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बप्पा रावल</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अल्लट (आलू रावल)</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जैत्रसिंह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52308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19/150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अल्लट (आलू रावल)</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महाराणा कुम्भा</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बप्पा रावल</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जैत्रसिंह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जगत गाँव (उदयपुर) में स्थित अम्बिका माता मंदिर 10वीं शताब्दी (लगभग 960 ई.) में मेवाड़ के गुहिल वंशीय शासक अल्लट (आलू रावल) के शासनकाल में निर्मित हुआ था। यह मंदिर शक्ति संप्रदाय और देवी दुर्गा/अम्बिका को समर्पित है। मंदिर के बाहरी और भीतरी भागों में नृत्य मुद्राओं में अप्सराओं, देवियों और वाद्ययंत्र बजाती सुर-सुंदरियों की अत्यंत बारीक और नक्काशीदार प्रतिमाएँ उत्कीर्ण हैं, जिसके कारण इतिहासकार और कलाविद् इसे 'मेवाड़ का खजुराहो' कहते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52308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19/150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में नागर शैली की उप-शैली 'भूमिज शैली' का सबसे प्राचीन ज्ञात मंदिर कौन सा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उंडेश्वर महादेव मंदिर (बिजोलिया)</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महानालेश्वर मंदिर (मेनाल)</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सूर्य मंदिर (झालरापाटन)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सेवाड़ी का जैन मंदिर (पाली)</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60324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20/150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सेवाड़ी का जैन मंदिर (पाली)</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उंडेश्वर महादेव मंदिर (बिजोलिया)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महानालेश्वर मंदिर (मेनाल)</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सूर्य मंदिर (झालरापाटन)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भूमिज शैली उत्तर भारतीय नागर मंदिर शैली की एक प्रमुख उप-शैली है, जिसकी मुख्य विशेषता इसके शिखर पर उरुशृंगों (लघु शिखरों) की लंबवत और क्षैतिज व्यवस्था होती है। राजस्थान में भूमिज शैली का सबसे प्राचीन ज्ञात मंदिर पाली जिले में स्थित 'सेवाड़ी का जैन मंदिर' (1010-1020 ई.) है। इसके अलावा बिजोलिया (भीलवाड़ा) का उंडेश्वर मंदिर (सप्तरथ व नवभूम), मेनाल का महानालेश्वर मंदिर (पंचरथ व पंचभूम), रामगढ़ (बारां) का भांडदेवरा मंदिर तथा झालरापाटन का सूर्य मंदिर भी भूमिज शैली के उत्कृष्ट उदाहरण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60324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20/150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गुर्जर-प्रतिहार (महामारू) कालीन मंदिरों के संदर्भ में निम्नलिखित कथनों पर विचार कीजिए: A. आभानेरी (दौसा) का हर्षद माता मंदिर 8वीं शताब्दी का प्रतिहार कालीन मंदिर है। B. ओसियां (जोधपुर) में स्थित सचियाय माता, सूर्य मंदिर और हरिहर मंदिर प्रतिहार कालीन स्थापत्य के उदाहरण हैं। C. आहड़ (उदयपुर) का आदिवराह मंदिर और राजौरगढ़ (अलवर) का नीलकंठ मंदिर भी इसी काल के हैं। D. किराडू का सोमेश्वर मंदिर गुर्जर-प्रतिहार शैली का अंतिम और सबसे भव्य मंदिर माना जाता है।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68341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21/150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8वीं से 11वीं शताब्दी के मध्य विकसित मंदिर वास्तुकला को 'गुर्जर-प्रतिहार शैली' या 'महामारू शैली' कहा जाता है। आभानेरी का हर्षद माता मंदिर और चाँद बावड़ी 8वीं-9वीं सदी की गुर्जर-प्रतिहार कालीन कृतियाँ हैं। ओसियां को 'राजस्थान का भुवनेश्वर' कहा जाता है जहाँ महावीर जैन मंदिर, सचियाय माता और हरिहर मंदिर इसी शैली में बने हैं। आहड़ का आदिवराह मंदिर, नीलकंठ महादेव (राजौरगढ़), दधिमती माता मंदिर (गोठ मांगलोद) तथा किराडू का सोमेश्वर मंदिर (1020 ई., प्रतिहार शैली का चरमोत्कर्ष व अंतिम भव्य रूप) सभी गुर्जर-प्रतिहार काल के उत्कृष्ट प्रतीक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68341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21/150</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चित्तौड़गढ़ दुर्ग में स्थित 'विजय स्तंभ' के संबंध में निम्नलिखित कथनों पर विचार कीजिए: A. इसका निर्माण महाराणा कुम्भा ने 1437 ई. के सारंगपुर युद्ध में मालवा के सुल्तान महमूद खिलजी पर विजय के उपलक्ष्य में करवाया था। B. यह 9 मंजिला तथा 120-122 फीट ऊँचा स्मारक है, जो भगवान विष्णु को समर्पित होने के कारण 'विष्णुध्वज' कहलाता है। C. इसकी पाँचवीं मंजिल पर इसके मुख्य शिल्पी जैता और उसके पुत्रों नापा, पोमा, पूंजा के नाम उत्कीर्ण हैं। D. यह राजस्थान की पहली इमारत है जिस पर 15 अगस्त 1949 को डाक टिकट जारी किया गया था तथा यह राजस्थान पुलिस और RBSE का प्रतीक चिह्न है।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76357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22/150</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चित्तौड़गढ़ दुर्ग स्थित विजय स्तंभ के संबंध में सभी कथन पूर्णतः सत्य हैं। महाराणा कुम्भा ने मालवा विजय की स्मृति में 1440 से 1448 ई. के मध्य इसका निर्माण करवाया था। इसमें हिंदू देवी-देवताओं की सैकड़ों कलात्मक मूर्तियाँ उत्कीर्ण होने के कारण इसे 'भारतीय मूर्तिकला का विश्वकोश' (Encyclopedia of Indian Iconography) तथा 'मूर्तियों का अजायबघर' कहा जाता है। इसकी तीसरी मंजिल पर 9 बार अरबी भाषा में 'अल्लाह' शब्द लिखा है। यह राजस्थान पुलिस और माध्यमिक शिक्षा बोर्ड राजस्थान (RBSE) तथा अभिनव भारत का प्रतीक चिह्न है। 15 अगस्त 1949 को इस पर 1 रुपये का डाक टिकट जारी हुआ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76357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22/150</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घूँघट, गूगड़ी, बाँदरा, इमली, फूटी बुर्ज और खिड़की बुर्ज निम्नलिखित में से किस दुर्ग की प्राचीर की विशाल बुर्जों के नाम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मेहरानगढ़ दुर्ग (जोधपुर)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तारागढ़ दुर्ग (अजमेर)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भटनेर दुर्ग (हनुमानगढ़)</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गागरोन दुर्ग (झालावाड़)</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84373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23/150</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तारागढ़ दुर्ग (अजमेर)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मेहरानगढ़ दुर्ग (जोधपुर)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भटनेर दुर्ग (हनुमानगढ़)</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गागरोन दुर्ग (झालावाड़)</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अजमेर में बीठली पहाड़ी पर स्थित तारागढ़ दुर्ग (गढ़ बीठली / अजयमेरु दुर्ग) की सुदृढ़ प्राचीर में कुल 14 विशाल बुर्जें बनी हुई हैं। इनमें घूँघट बुर्ज, गूगड़ी बुर्ज, बाँदरा बुर्ज, इमली बुर्ज, फूटी बुर्ज, खिड़की बुर्ज, फतेह बुर्ज, नकारची बुर्ज आदि प्रमुख हैं। इस दुर्ग में प्रसिद्ध मुस्लिम संत मीरां साहब (सैयद हुसैन खिंगसवार) की दरगाह, घोड़े की मजार, नाना साहब का झालरा तथा रूठी रानी उमादे का महल स्थित हैं। इसे बिशप हेबर ने 'राजस्थान का जिब्राल्टर' कहा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84373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23/150</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गागरोन दुर्ग (झालावाड़) के ऐतिहासिक साकों के संदर्भ में निम्नलिखित कथनों पर विचार कीजिए: A. गागरोन दुर्ग आहू और कालीसिंध नदियों के संगम पर स्थित राजस्थान का सर्वश्रेष्ठ जल दुर्ग (ओदक दुर्ग) है। B. प्रथम साका 1423 ई. में हुआ जब मांडू के सुल्तान होशंगशाह के आक्रमण के समय अचलदास खींची ने केसरिया किया। C. द्वितीय साका 1444 ई. में हुआ जब मालवा के सुल्तान महमूद खिलजी प्रथम के आक्रमण पर पल्हणसी ने नेतृत्व किया। D. महमूद खिलजी प्रथम ने गागरोन दुर्ग को जीतकर इसका नाम 'मुस्तफाबाद' रखा था। उपर्युक्त कथनों में से कौन-से सही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9238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24/150</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गागरोन दुर्ग झालावाड़ में बिना किसी नींव के एक सीधी चट्टान पर आहू और कालीसिंध नदियों के संगम (सामेला) पर बना एक अद्वितीय जल दुर्ग है। इस दुर्ग में दो ऐतिहासिक साके हुए: पहला साका 1423 ई. में अचलदास खींची और होशंगशाह (अल्प खाँ गौरी) के मध्य युद्ध में हुआ (जिसका वर्णन शिवदास गाडण कृत 'अचलदास खींची री वचनिका' में मिलता है)। दूसरा साका 1444 ई. में अचलदास के पुत्र पल्हणसी के समय मालवा के सुल्तान महमूद खिलजी प्रथम के आक्रमण पर हुआ। खिलजी ने इस दुर्ग का नाम 'मुस्तफाबाद' रखा था और यहाँ एक विशाल परकोटा (जालिम कोट) बनवाया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9238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24/150</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25</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बारां जिले में परवन नदी के तट पर स्थित 'कोषवर्धन दुर्ग' का जीर्णोद्धार 1542 ई. में शेरशाह सूरी द्वारा करवाए जाने के बाद इसका क्या नाम रखा गया?</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शाहबाद दुर्ग</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शेरगढ़ दुर्ग</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फतेहगढ़ दुर्ग</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मुस्तफाबाद दुर्ग</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00406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25/150</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शेरगढ़ दुर्ग</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शाहबाद दुर्ग</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फतेहगढ़ दुर्ग</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मुस्तफाबाद दुर्ग</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बारां जिले में परवन नदी के किनारे कोषवर्धन पर्वत शिखर पर स्थित प्राचीन 'कोषवर्धन दुर्ग' का जीर्णोद्धार 1542 ई. में अफगान शासक शेरशाह सूरी के मालवा अभियान के समय करवाया गया था, जिसके बाद इसका नाम 'शेरगढ़' रखा गया। बाद में मुगल बादशाह फर्रुखसियर ने यह दुर्ग कोटा महाराव भीमसिंह को पुरस्कार स्वरूप दिया था। इस दुर्ग के भीतर कोटा के शक्तिशाली दीवान झाला जालिम सिंह ने 'झालों की हवेली' बनवाई थी। धौलपुर में भी चंबल नदी के तट पर शेरशाह सूरी द्वारा निर्मित एक अन्य 'शेरगढ़ दुर्ग' स्थित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00406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25/150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26</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प्रमुख महलों को उनके निर्माताओं/विशेषताओं से सुमेलित कीजिए: सूची-I (महल): सूची-I: A. हवामहल (जयपुर) B. जलमहल (जयपुर) C. खेतड़ी महल (झुंझुनू) D. उम्मेद भवन पैलेस (जोधपुर) सूची-II: 1. सवाई प्रताप सिंह द्वारा 1799 ई. में निर्मित (953 खिड़कियाँ, 5 मंजिलें) 2. सवाई जयसिंह द्वितीय द्वारा मानसागर झील के मध्य निर्मित 3. भोपाल सिंह द्वारा निर्मित, 'शेखावाटी का हवामहल' 4. महाराजा उम्मेद सिंह द्वारा अकाल राहत कार्यों के दौरान निर्मित (छीतर पैलेस)</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08422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26/150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हवामहल (जयपुर) का निर्माण 1799 ई. में सवाई प्रताप सिंह ने वास्तुकार लालचंद उस्ता की देखरेख में भगवान श्रीकृष्ण के मुकुट के आकार में करवाया था (5 मंजिलें: शरद, रतन, विचित्र, प्रकाश, हवा मंदिर; 953 झरोखे)। जलमहल (जयपुर) मानसागर झील के मध्य सवाई जयसिंह द्वितीय द्वारा अश्वमेध यज्ञ के समय पुरोहितों के ठहरने हेतु बनवाया गया था। खेतड़ी महल (झुंझुनू) का निर्माण 1760 ई. में खेतड़ी के राजा भोपाल सिंह ने करवाया था, जिसे हवादार झरोखों के कारण 'शेखावाटी का हवामहल' और लखनऊ की भूलभुलैया जैसा कहा जाता है। उम्मेद भवन पैलेस (जोधपुर) 1928-1943 के मध्य छीतर पत्थर से निर्मित एशिया का विशालतम निजी रिहायशी महल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08422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26/150</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जालौर दुर्ग (सुवर्णगिरि दुर्ग) के संदर्भ में निम्नलिखित कथनों पर विचार कीजिए: A. यह दुर्ग सुकड़ी नदी के किनारे सोनगिरि पहाड़ी पर स्थित है। B. डॉ. दशरथ शर्मा के अनुसार इस दुर्ग का मूल निर्माण प्रतिहार शासक नागभट्ट प्रथम ने करवाया था। C. इस दुर्ग के भीतर परमार कालीन संस्कृत पाठशाला स्थित थी जिसे अलाउद्दीन खिलजी ने 'तोपखाना मस्जिद' में परिवर्तित कर दिया। D. 1311-12 ई. में कान्हड़दे चौहान और अलाउद्दीन खिलजी के मध्य ऐतिहासिक युद्ध के समय बीका दहिया के विश्वासघात से यह दुर्ग जीता गया।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16438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27/150</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जालौर दुर्ग के संदर्भ में सभी चारों कथन सत्य हैं। जालौर का प्राचीन नाम जाबालिपुर था और इसका दुर्ग सुकड़ी नदी के किनारे कनकाचल/सोनगिरि पहाड़ी पर स्थित होने के कारण 'सुवर्णगिरि' कहलाता है। प्रतिहार राजा नागभट्ट प्रथम ने इसका निर्माण करवाया था। 1311 ई. में अलाउद्दीन खिलजी ने जब जालौर घेरा, तब राजपूत सरदार बीका दहिया के विश्वासघात से गुप्त मार्ग का पता चला और कान्हड़दे सोनगरा व वीरमदेव ने लड़ते हुए वीरगति प्राप्त की। दुर्ग में रानी नत्तल दे का महल, तोपखाना मस्जिद (मूलतः राजा भोज परमार की संस्कृत शाला), संत मलिक शाह की दरगाह और जोगमाया मंदिर स्थित हैं। हसन निजामी ने लिखा था कि 'जालौर एक ऐसा दुर्ग है जिसका दरवाजा कोई आक्रमणकारी नहीं खोल सका।'</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16438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27/150</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मंडावा (झुंझुनू) अपनी समृद्ध हवेलियों के लिए प्रसिद्ध है। निम्नलिखित में से कौन सी हवेली मंडावा में स्थित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रामगोपाल मदनलाल मुरमुरिया की हवेली</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लादूराम तारकेश्वर गोयनका की हवेली</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हरचंदलाल ढांढनिया की हवेली</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ताराचंद रुइया की हवेली</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24454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28/150</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ताराचंद रुइया की हवेली</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रामगोपाल मदनलाल मुरमुरिया की हवेली</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लादूराम तारकेश्वर गोयनका की हवेली</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हरचंदलाल ढांढनिया की हवेली</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ताराचंद रुइया की हवेली रामगढ़ (सीकर) में स्थित है, न कि मंडावा में। रामगढ़ (सीकर) को 'हवेलियों और छतरियों का नगर' कहा जाता है जहाँ ताराचंद रुइया, खेमका और सेठों की हवेलियाँ विख्यात हैं। मंडावा (झुंझुनू) में सागरमल लाडिया, झुनझुनवाला हवेली, गोयनका डबल हवेली, हनुमानप्रसाद गोयनका हवेली, लादूराम तारकेश्वर गोयनका हवेली, रामगोपाल मदनलाल मुरमुरिया हवेली तथा हरचंदलाल ढांढनिया की हवेलियाँ स्थित हैं जो अपने भित्तिचित्रों व यूरोपीय जीवन शैली के चित्रों के लिए प्रसिद्ध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24454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28/150</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रणथंभौर दुर्ग में स्थित भारत के एकमात्र 'त्रिनेत्र गणेश मंदिर' का निर्माण किस चौहान शासक द्वारा करवाया गया था जहाँ भाद्रपद शुक्ल चतुर्थी को लक्खी मेला भरता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पृथ्वीराज चौहान तृतीय</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हम्मीर देव चौहान</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गोविंदराज चौहान</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विग्रहराज चतुर्थ</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32471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29/150</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हम्मीर देव चौहान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पृथ्वीराज चौहान तृतीय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गोविंदराज चौहान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विग्रहराज चतुर्थ</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रणथंभौर दुर्ग में स्थित विश्वप्रसिद्ध त्रिनेत्र गणेश मंदिर (रणतभंवर गणेश जी) का निर्माण वीर शासक हम्मीर देव चौहान ने करवाया था। किंवदंती के अनुसार 1301 ई. में अलाउद्दीन खिलजी के घेरे के समय हम्मीर देव के स्वप्न में गणेश जी ने दर्शन दिए थे, जिसके बाद दुर्ग में इस मंदिर की स्थापना हुई। यहाँ गणेश जी की केवल मुखाकृति (तीन नेत्रों वाली प्रतिमा) स्थापित है जहाँ उनके साथ रिद्धि, सिद्धि और शुभ-लाभ भी विराजमान हैं। यहाँ प्रतिवर्ष भाद्रपद शुक्ल चतुर्थी (गणेश चतुर्थी/चतरा चौथ) को विशाल लक्खी मेला भरता है तथा देश-विदेश से विवाह का प्रथम निमंत्रण पत्र (कुंकुम पत्रिका) इसी मंदिर में भेजा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32471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29/150</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30</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विभिन्न राजवंशों के प्रमुख शाही श्मशान घाटों / छतरी स्थलों को सुमेलित कीजिए: सूची-I (शाही छतरी स्थल): सूची-I: A. बड़ा बाग B. देवीकुंड सागर C. क्षार बाग D. महासतियां सूची-II: 1. जैसलमेर के भाटी शासक 2. बीकानेर के राठौड़ शासक 3. कोटा व बूंदी के हाड़ा शासक 4. मेवाड़ के गुहिल/सिसोदिया शासक (आहड़)</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40487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30/150</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विभिन्न राजवंशों के पूर्वजों की स्मृति में कलात्मक छतरियों वाले श्मशान स्थल बनाए गए हैं। जैसलमेर के भाटी शासकों की छतरियाँ 'बड़ा बाग' में स्थित हैं। बीकानेर के राठौड़ राजाओं और रानियों की छतरियाँ 'देवीकुंड सागर' में स्थित हैं (जिसमें राव कल्याणमल की छतरी सबसे प्राचीन है)। कोटा के हाड़ा शासकों की छतरियाँ 'क्षार बाग' (छत्रविलास) में तथा बूंदी के शासकों की 'केसर बाग' में स्थित हैं। मेवाड़ के महाराणाओं का शाही श्मशान स्थल आहड़ (उदयपुर) में 'महासतियां' कहलाता है, जहाँ महाराणा अमरसिंह प्रथम की छतरी सबसे पहली और प्रमुख है। जयपुर के कछवाहा शासकों का स्थल 'गेटोर' और जोधपुर के राठौड़ों का 'मंडोर व जसवंत थड़ा' है। अतः सही कूट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40487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30/150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चित्रकला के नामकरण एवं वैज्ञानिक वर्गीकरण के संबंध में निम्नलिखित कथनों पर विचार कीजिए: A. 1916 ई. में आनंद कुमार स्वामी ने अपनी पुस्तक 'राजपूत पेंटिंग्स' (Rajput Paintings) में राजस्थानी चित्रकला का पहला वैज्ञानिक वर्गीकरण प्रस्तुत किया। B. ओ.सी. गांगुली और ई.बी. हैवेल ने इसे 'राजपूत चित्रकला' नाम दिया था। C. डब्ल्यू.एच. ब्राउन ने अपनी पुस्तक 'इंडियन पेंटिंग्स' में इसे 'राजपूत कला' कहा। D. रायकृष्ण दास ने 'राजपूत चित्रकला' नामकरण का खंडन करते हुए इसे 'राजस्थानी चित्रकला' नाम दिया। उपर्युक्त कथनों में से कौन-से सही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48503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31/150</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चित्रकला के नामकरण के संदर्भ में सभी चारों कथन ऐतिहासिक रूप से पूर्णतः सत्य हैं। 1916 ई. में डॉ. आनंद कुमार स्वामी ने 'राजपूत पेंटिंग्स' पुस्तक लिखकर राजस्थान व पहाड़ी रियासतों की चित्रकला का सर्वप्रथम वैज्ञानिक विभाजन किया। कुमार स्वामी, ओ.सी. गांगुली और ई.बी. हैवेल ने इसे हिंदू/राजपूत राजाओं के संरक्षण में पल्लवित होने के कारण 'राजपूत चित्रकला' कहा। डब्ल्यू.एच. ब्राउन ने इसे 'राजपूत कला' नाम दिया। बाद में कलाविद् रायकृष्ण दास और कर्नल जेम्स टॉड ने इस भौगोलिक क्षेत्र की विशिष्ट मौलिक पहचान के आधार पर इसे 'राजस्थानी चित्रकला' नाम दिया जो आज सर्वाधिक मान्य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48503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31/150</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चित्रकला के प्रमुख स्कूलों (Schools of Painting) को उनकी उप-शैलियों व ठिकानों से सुमेलित कीजिए: सूची-I (चित्रकला स्कूल): सूची-I: A. मेवाड़ स्कूल B. मारवाड़ स्कूल C. हाड़ौती स्कूल D. ढूंढाड़ स्कूल सूची-II: 1. चावंड, उदयपुर, नाथद्वारा, देवगढ़, सावर, शाहपुरा 2. जोधपुर, बीकानेर, किशनगढ़, जैसलमेर, नागौर, अजमेर, सिरोही 3. बूंदी, कोटा, झालावाड़ 4. आमेर, जयपुर, शेखावाटी, अलवर, उनियारा</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56519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32/150</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भौगोलिक, सांस्कृतिक और विषयगत विशेषताओं के आधार पर राजस्थानी चित्रकला को चार प्रमुख स्कूलों में बाँटा गया है: 1. मेवाड़ स्कूल (मेवाड़, चावंड, नाथद्वारा, देवगढ़, शाहपुरा, सावर, बनेड़ा, बेगूँ ठिकाने); 2. मारवाड़ स्कूल (जोधपुर, बीकानेर, किशनगढ़, जैसलमेर, नागौर, सिरोही, अजमेर, घाणेराव, जूनियाँ); 3. हाड़ौती स्कूल (बूंदी, कोटा, झालावाड़); 4. ढूंढाड़ स्कूल (आमेर, जयपुर, अलवर, शेखावाटी, उनियारा, ईसरदा, झिलाई, सामोद ठिकाने)। अतः सही सुमेल विकल्प A (A-1, B-2,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56519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32/150</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मेवाड़ चित्रकला शैली का सबसे प्राचीन उपलब्ध चित्रित ग्रंथ 'श्रावक प्रतिक्रमण सूत्र चूर्णी' (1260 ई.) किस शासक के काल में ताड़पत्र पर चित्रित किया गया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रावल समर सिंह</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रावल तेज सिंह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महाराणा कुम्भा</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महाराणा हम्मीर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64535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33/150</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रावल तेज सिंह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रावल समर सिंह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महाराणा कुम्भा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महाराणा हम्मीर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मेवाड़ चित्रकला राजस्थानी चित्रकला की मूल और सबसे प्राचीन शैली मानी जाती है। इसका सबसे पहला उपलब्ध ताड़पत्रीय चित्रित ग्रंथ 'श्रावक प्रतिक्रमण सूत्र चूर्णी' 1260 ई. में मेवाड़ के रावल तेजसिंह के शासनकाल में आहड़ (उदयपुर) में चित्रकार 'कमलचंद्र' द्वारा चित्रित किया गया था। इसके अतिरिक्त 1423 ई. में महाराणा मोकल के काल में देलवाड़ा में चित्रित 'सुपासनाह चरियम्' (सुपासनह चरितम) हीरानंद द्वारा चित्रित ग्रंथ है। डगलस बैरेट और बेसिल ग्रे मेवाड़ को चौरपंचाशिका शैली का उद्गम स्थल मानते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64535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33/150</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महाराणा उदय सिंह (1537-1572 ई.) के काल में भागवत पुराण के प्रसिद्ध 'पारिजात अवतरण' ग्रंथ को चित्रित करने वाले मेवाड़ के प्रमुख चित्रकार कौन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नानाराम</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निसारदीन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साहिबदीन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मनोहर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72552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34/150</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नानाराम</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निसारदीन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साहिबदीन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मनोहर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महाराणा उदयसिंह (1537-1572 ई.) के काल में भागवत पुराण के प्रसिद्ध प्रसंग 'पारिजात अवतरण' को मेवाड़ के चित्रकार 'नानाराम' ने चित्रित किया था। महाराणा प्रताप के काल में जब संकटकाल में राजधानी चावंड बनी, तब चावंड शैली विकसित हुई जहाँ 1592 ई. में 'ढोला-मारू' का प्रसिद्ध चित्र बना (वर्तमान में राष्ट्रीय अभिलेखागार, नई दिल्ली में सुरक्षित)। 1605 ई. में अमरसिंह प्रथम के काल में चित्रकार 'निसारदीन' ने चावंड में प्रसिद्ध 'रागमाला' चित्रित की थी। साहिबदीन और मनोहर महाराणा जगतसिंह प्रथम के काल के चित्रकार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72552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34/150</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देवगढ़ चित्रकला शैली के संबंध में निम्नलिखित कथनों पर विचार कीजिए: A. देवगढ़ ठिकाने की स्थापना 1680 ई. में महाराणा जयसिंह के काल में द्वारिकादास चूंडावत ने की थी। B. यह शैली मारवाड़, जयपुर और मेवाड़ शैलियों का सुंदर समन्वित रूप (संलयन) प्रदर्शित करती है। C. इस शैली को सर्वप्रथम प्रकाश में लाने का श्रेय डॉ. श्रीधर अंधारे को जाता है। D. बगता, कंवला (प्रथम व द्वितीय), चोखा, हरचंद और बैजनाथ इस शैली के प्रमुख चित्रकार थे तथा 'अजारा की ओवरी' व 'मोती महल' के भित्तिचित्र इस शैली के उत्कृष्ट उदाहरण हैं।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80568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35/150</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देवगढ़ चित्रकला शैली के संदर्भ में सभी कथन पूर्णतः सत्य हैं। देवगढ़ मेवाड़ का प्रथम श्रेणी का 16वाँ उमराव ठिकाना था जिसकी स्थापना 1680 ई. में रावत द्वारिकादास चूंडावत ने की थी। यहाँ विकसित चित्रशैली में मेवाड़ की रंग-योजना, मारवाड़ की भाव-भंगिमा और जयपुर का बारीक अलंकरण मिलकर एक अनोखा संलयन बनाते हैं। डॉ. श्रीधर अंधारे ने इस उप-शैली को अंतरराष्ट्रीय स्तर पर उजागर किया। बगता, चोखा, कंवला, बैजनाथ और नंगा इसके प्रसिद्ध चित्रकार थे। प्राकृतिक दृश्य, शिकार, हाथियों की लड़ाई, अंतःपुर (हरम) और राजसी ठाठ-बाट इसके प्रमुख विषय हैं, जो देवगढ़ राजमहल के मोती महल और अजारा की ओवरी के भित्तिचित्रों में जीवंत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80568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35/150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किशनगढ़ चित्रकला शैली के संदर्भ में निम्नलिखित कथनों पर विचार कीजिए: A. किशनगढ़ शैली का स्वर्णकाल राजा सावंत सिंह (उपनाम 'नागरीदास', 1748-1764 ई.) का शासनकाल माना जाता है। B. इस शैली की सर्वाधिक प्रसिद्ध कृति 'बणी-ठणी' है जिसे मोरध्वज निहालचंद ने राधा के रूप में चित्रित किया था। C. कलाविद् एरिक डिकिन्सन ने बणी-ठणी के चित्र को 'भारत की मोनालिसा' (Mona Lisa of India) कहा था। D. 5 मई 1973 को भारत सरकार के डाक व तार विभाग द्वारा 'बणी-ठणी' चित्र पर 20 पैसे का डाक टिकट जारी किया गया था।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88584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36/150</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किशनगढ़ शैली के संदर्भ में सभी चारों कथन सत्य हैं। 1609 ई. में किशनसिंह द्वारा स्थापित इस रियासत के राजपरिवार पर पुष्टिमार्गीय वल्लभ संप्रदाय का गहरा प्रभाव था, जिसके कारण कृष्ण-राधा की लीलाएँ यहाँ का मुख्य विषय बनीं। राजा सावंत सिंह (नागरीदास) और उनकी प्रेमिका रसिकप्रिया (बणी-ठणी) की भक्ति व प्रेम को दरबारी चित्रकार मोरध्वज निहालचंद ने अमर कृतियों में ढाला। खंजन पक्षी जैसी नुकीली आँखें, धनुषाकार भौंहें, सुराहीदार गर्दन और नाक में 'बेसरी' आभूषण इस शैली की प्रमुख पहचान हैं। एरिक डिकिन्सन और डॉ. फैयाज अली ने इसे विश्व प्रसिद्ध किया। 1973 में इस पर 20 पैसे का डाक टिकट जारी हुआ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88584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36/150</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अलवर चित्रकला शैली में महाराजा मंगल सिंह और शिवदान सिंह के समय हाथीदांत के फलकों (Ivory plates) पर अत्यंत सूक्ष्म व उत्कृष्ट लघुचित्र बनाने वाले प्रसिद्ध चित्रकार कौन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मूलचंद और उदैराम</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सालीग्राम और जमनादास</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बलदेव और डालूराम</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रामगोपाल और जगमोहन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96600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37/150</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मूलचंद और उदैराम</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सालीग्राम और जमनादास</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बलदेव और डालूराम</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रामगोपाल और जगमोहन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अलवर शैली में महाराजा मंगल सिंह के काल में चित्रकार 'मूलचंद' और 'उदैराम' ने हाथीदांत की पट्टिकाओं (फलकों) पर अत्यंत बारीक और उत्कृष्ट चित्र बनाए जो भारत भर में प्रसिद्ध हुए। अलवर शैली 1775 ई. में राव राजा प्रताप सिंह के समय जयपुर से अलग होकर स्वतंत्र रूप में आई (प्रताप सिंह के समय डालूराम और शिवकुमार चित्रकार थे)। बख्तावर सिंह के समय बलदेव ने चित्रकारी की। विनय सिंह के समय शेख सादी के 'गुलिस्तां' ग्रंथ का सुंदर सुलेखन व चित्रण हुआ। बलवंत सिंह के काल में सालीग्राम, जमनादास, छोटेलाल, बक्साराम और नंदराम प्रमुख चित्रकार थे। शिवदान सिंह के काल में कामशास्त्र पर आधारित 'नाफेरी वादन' का प्रसिद्ध चित्र बना।</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96600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37/150</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राम, नाथा, दाना, छज्जू, सैफ़ू, जीतमल और शिवदास किस चित्रकला शैली के प्रमुख चित्रकार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मेवाड़ शैली</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जोधपुर (मारवाड़) शैली</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बीकानेर शैली</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हाड़ौती शैली</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04617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38/150</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जोधपुर (मारवाड़) शैली</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मेवाड़ शैली</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बीकानेर शैली</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हाड़ौती शैली</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जोधपुर (मारवाड़) शैली के प्रमुख चित्रकारों में रामू, नाथा, दाना भाटी, छज्जू, सैफ़ू, जीतमल, कालू, डालू, बिशनदास, नारायणदास, अमरदास भाटी और शिवदास भाटी शामिल हैं। मारवाड़ चित्रकला में विशेष रूप से 'भाटी परिवार' के कलाकारों का पीढ़ी-दर-पीढ़ी अभूतपूर्व योगदान रहा है। मारवाड़ शैली में लाल-पीले रंगों का आधिक्य, बादलों का घुमड़ता स्वरूप, खंजन पक्षी, ऊँट, घोड़े और वीर रस प्रधान विषयों (जैसे ढोला-मारू, मूमल-निहालदे, बेली कृष्ण रुक्मणी री) का सजीव चित्रण मिलता है। महाराजा मानसिंह के काल में नाथ संप्रदाय से संबंधित सर्वाधिक चित्र इसी शैली में बने।</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04617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38/150</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मेवाड़ चित्रकला शैली के स्वर्णकाल (महाराणा जगत सिंह प्रथम, 1628-1652 ई.) के संबंध में कौन से कथन सत्य हैं? A. महाराणा जगत सिंह प्रथम के काल को मेवाड़ की लघु चित्रकला का स्वर्ण युग कहा जाता है। B. इस काल में राजमहल में चित्रकला के विकास हेतु 'तस्वीरों का कारखाना' (चित्रों की ओवरी) नामक कला विद्यालय स्थापित किया गया। C. दरबारी चित्रकार साहिबदीन ने रागमाला (1628 ई.), रसिकप्रिया, भागवत पुराण और रामायण के युद्धकांड का चित्रण किया। D. चित्रकार मनोहर ने रामायण के बालकांड (1649 ई.) का सुंदर चित्रण किया।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12633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39/150</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मेवाड़ चित्रकला शैली में महाराणा जगतसिंह प्रथम का शासनकाल स्वर्णकाल माना जाता है। जगतसिंह प्रथम ने उदयपुर के राजमहलों में चित्रकारों के प्रशिक्षण और कला सृजन हेतु 'तस्वीरों का कारखाना' स्थापित करवाया जिसे 'चित्रों की ओवरी' भी कहा जाता है। इस काल के दो प्रमुख स्तंभ चित्रकार 'साहिबदीन' और 'मनोहर' थे। साहिबदीन ने 1628 ई. में रागमाला, 1648 ई. में भागवत पुराण, रसिकप्रिया, गीत गोविंद तथा 1652 ई. में रामायण के युद्धकांड का चित्रण किया। मनोहर ने 1649 ई. में रामायण के बालकांड का चित्रांकन किया।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12633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39/150</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कोटा चित्रकला शैली के संदर्भ में निम्नलिखित कथनों पर विचार कीजिए: A. कोटा शैली का स्वतंत्र अस्तित्व महाराव रामसिंह के समय शुरू हुआ और महाराव उम्मेद सिंह प्रथम (1771-1820 ई.) का काल इसका स्वर्णकाल था। B. इस शैली की सबसे अनूठी विशेषता शिकार के दृश्यों की बहुलता है, जिसमें रानियों और नारियों को भी शिकार करते हुए दिखाया गया है। C. कोटा के झाला जी की हवेली और कोटा दुर्ग के भित्तिचित्र शिकार और राजसी वैभव के उत्कृष्ट उदाहरण हैं। D. नूर मोहम्मद, डालू, लक्षीराम और गोविंद इस शैली के प्रमुख चित्रकार थे। उपर्युक्त कथनों में से कौन-से सही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20649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40/150</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कोटा शैली हाड़ौती स्कूल की एक प्रमुख शैली है जो 17वीं सदी के उत्तरार्ध में बूंदी से पृथक होकर विकसित हुई। महाराव उम्मेदसिंह प्रथम का शासनकाल कोटा शैली का स्वर्णकाल था। इस शैली की विश्वविख्यात विशेषता घने वनों में हिंसक वन्यजीवों (शेर, चीता, हिरण) के शिकार के दृश्य हैं। राजस्थान में केवल कोटा शैली ही ऐसी है जिसमें रानियों व राजसी महिलाओं को बंदूक व तीरकमान से शिकार करते हुए चित्रित किया गया है। कोटा के चित्रकार डालू ने 1768 ई. में विशाल 'रागमाला' सेट चित्रित किया था। लक्षीराम, नूर मोहम्मद, गोविंद और रघुनाथ इसके अन्य प्रमुख चित्रकार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20649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40/150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41</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प्रमुख चित्रकला विधाओं/शब्दावलियों को उनके सही अर्थ से सुमेलित कीजिए: सूची-I (विधा/शब्दावली): सूची-I: A. माथेरण कला B. पट चित्रण (पिछवाई) C. कजली पेंटिंग D. फड़ चित्रण सूची-II: 1. बीकानेर के जैन चित्रकारों द्वारा दीवारों व काष्ठ पर धार्मिक चित्र बनाना 2. नाथद्वारा में भगवान श्रीकृष्ण की मूर्ति के पीछे कपड़े पर की जाने वाली चित्रकारी 3. बिना ब्रश के केवल काजल, उंगलियों व कपड़े की सहायता से निर्मित कलात्मक चित्र 4. कपड़े के लंबे पट पर लोकदेवताओं के जीवन चरित्र व गाथाओं का चित्रांकन</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28665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41/150</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माथेरण कला बीकानेर के जैन चित्रकार परिवारों (माथेरणों) की पारंपरिक कला है जो चूने के प्लास्टर, काष्ठ और मंदिरों में पौराणिक चित्र उकेरते हैं (जैसे मुन्नालाल, मुकुंद, चंदूलाल)। पट चित्रण/पिछवाई नाथद्वारा (राजसमंद) की विश्वप्रसिद्ध कला है जिसमें श्रीनाथजी की प्रतिमा के पीछे बड़े कपड़े के पर्दे पर कृष्ण लीलाओं के चित्र बनाए जाते हैं। कजली पेंटिंग (काजल पेंटिंग) में किसी ब्रश का प्रयोग किए बिना शुद्ध दीपक के काजल और हाथों से कागज पर श्वेत-श्याम छायाचित्र बनाए जाते हैं। फड़ चित्रण शाहपुरा (भीलवाड़ा) के जोशी चितेरों द्वारा कपड़े पर लोकदेवताओं (पाबूजी, देवनारायण जी) की गाथाओं का अंकन है। अतः सही कूट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28665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41/150</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प्रसिद्ध 'कावड़' (चलती-फिरती काष्ठ देवविमान/मंदिर) निर्माण कला का प्रमुख केंद्र बस्सी (चित्तौड़गढ़) है। इस कला के प्रसिद्ध राष्ट्रीय व अंतरराष्ट्रीय ख्याति प्राप्त कलाकार कौन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मांगीलाल मिस्त्री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कृपाल सिंह शेखावत</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हिसामुद्दीन उस्ता</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मोहनलाल कुम्हार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36682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42/150</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मांगीलाल मिस्त्री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कृपाल सिंह शेखावत</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हिसामुद्दीन उस्ता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मोहनलाल कुम्हार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चित्तौड़गढ़ जिले का 'बस्सी' गाँव काष्ठ कला और विशेषकर 'कावड़' बनाने के लिए प्रसिद्ध है जहाँ खैराड़ी जाति के लोग पीढ़ियों से इस व्यवसाय में लगे हैं। 'मांगीलाल मिस्त्री' ने कावड़ कला में अद्भुत नवाचार किए और इसे अंतरराष्ट्रीय संग्रहालयों तक पहुँचाया। कावड़ लकड़ी से बना एक ऐसा बहु-द्वारीय बॉक्स/मंदिर होता है जिसके कई कपाट (पैनल) होते हैं। इन कपाटों पर लाल रंग के आधार पर रामायण, महाभारत, कृष्ण लीला और स्थानीय लोकदेवताओं (रामदेवजी, पाबूजी, गोपीचंद भरथरी) के चित्र बने होते हैं। भाट या कावड़िया भाट कथा सुनाते हुए एक-एक कपाट खोलते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36682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42/150</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में वस्त्रों को अलंकृत करने वाले 'गोटा उद्योग' (लप्पा, लप्पी, बांकड़ी, किरण, चौमास्या) का सबसे प्रसिद्ध ऐतिहासिक केंद्र कौन सा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सांगानेर (जयपुर)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खंडेला (सीकर)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मथानिया (जोधपुर)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नापासर (बीकानेर)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44698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43/150</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खंडेला (सीकर)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सांगानेर (जयपुर)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मथानिया (जोधपुर)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नापासर (बीकानेर)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गोटा उद्योग का मुख्य और सबसे प्रसिद्ध केंद्र सीकर जिले का 'खंडेला' कस्बा है। गोटा सोने और चाँदी के तारों तथा सूती ताने-बाने से बुना जाने वाला एक चमकीला फीता (Lace) होता है जिसका उपयोग ओढ़नियों, लहंगों और साड़ियों के किनारों पर किया जाता है। अधिक चौड़ाई वाले गोटे को 'लप्पा' तथा कम चौड़ाई वाले को 'लप्पी' कहा जाता है। इसके अन्य प्रकार बांकड़ी, किरण, गोखरू, चौमास्या और आठमास्या हैं। शेखावाटी (सीकर व झुंझुनू) की महिलाएँ गोटेदार लाल ओढ़नियाँ और पैचवर्क बनाने में विशेष रूप से दक्ष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44698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43/150</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'लहरिया' एवं 'मोठड़ा' रंगाई कला के संदर्भ में निम्नलिखित कथनों पर विचार कीजिए: A. लहरिया विशेष रूप से श्रावण मास की तीज के अवसर पर महिलाओं द्वारा ओढ़नी तथा पुरुषों द्वारा पगड़ी के रूप में पहना जाता है। B. जयपुर के रंगरेज और नीलगर 'राजशाही' लहरिया रंगते थे जिसमें चटक गुलाबी रंग की धारियाँ होती हैं। C. जब रंगाई की तिरछी धारियाँ केवल एक दिशा में होती हैं तो उसे 'लहरिया' कहते हैं और जब धारियाँ दोनों तरफ से एक-दूसरे को काटती (चेकदार) हैं तो उसे 'मोठड़ा' कहा जाता है। D. 'समुद्र लहर' का प्रसिद्ध लहरिया जयपुर के रंगरेजों द्वारा दो, तीन, पाँच या सात रंगों में रंगा जाता है।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52714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44/150</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लहरिया और मोठड़ा राजस्थान की पारंपरिक बंधेज और रंगाई कला के अनुपम उदाहरण हैं। श्रावण मास में तीज और रक्षाबंधन पर पंचरंगी या सतरंगी लहरिया पहनना अत्यंत शुभ माना जाता है। जयपुर और जोधपुर इसके प्रमुख केंद्र हैं। जयपुर का 'राजशाही लहरिया' और 'समुद्र लहर' (जिसमें चौड़ी व लहरदार धारियाँ होती हैं) ऐतिहासिक रूप से प्रसिद्ध हैं। जब दोनों तरफ की तिरछी धारियाँ एक-दूसरे को क्रॉस करती हुई चौकोर जाल बनाती हैं तो उस बंधेज को 'मोठड़ा' कहा जाता है (जोधपुर का मोठड़ा साफा अत्यधिक विख्यात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52714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44/150</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प्रसिद्ध पारंपरिक प्रिंट (छपाई कला) को उनके प्रमुख केंद्रों से सुमेलित कीजिए: सूची-I (प्रिंट/छपाई): सूची-I: A. अजरक एवं मलीर प्रिंट B. जाजम एवं दाबू प्रिंट C. सांगानेरी प्रिंट D. बगरू प्रिंट सूची-II: 1. बाड़मेर 2. अकोला (चित्तौड़गढ़) 3. सांगानेर (जयपुर) 4. बगरू (जयपुर)</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60730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45/150</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अजरक प्रिंट (नीले और लाल रंग के ज्यामितीय अलंकरण) तथा मलीर प्रिंट (कत्थई व काले रंग की छपाई) बाड़मेर के प्रसिद्ध हस्तशिल्प हैं। जाजम प्रिंट और मिट्टी का दाबू प्रिंट चित्तौड़गढ़ जिले के 'अकोला' (छिपा अकोला) गाँव का विख्यात है। सांगानेरी प्रिंट जयपुर के सांगानेर में प्राकृतिक रंगों व बेल-बूटों की महीन छपाई के लिए जाना जाता है (छिपा समुदाय व मुन्नालाल गोयल का योगदान)। बगरू प्रिंट (जयपुर) में प्राकृतिक स्याह (काले) व मटमैले रंगों से लकड़ी के ठप्पों (ब्लॉक) द्वारा छपाई की जाती है। अतः सही कूट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60730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45/150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चित्तौड़गढ़ जिले के 'अकोला' गाँव का प्रसिद्ध 'जाजम प्रिंट' मुख्य रूप से किस प्रकार के वस्त्रों और रंगों के लिए जाना जाता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महीन रेशमी वस्त्रों पर सुनहरे रंगों की छपाई</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मोटे सूती कपड़ों पर लाल और काले रंगों की छपाई, जिनका उपयोग फर्श व बिछाने के वस्त्रों हेतु होता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हाथीदांत की पट्टियों पर प्राकृतिक रंगों का अंकन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कांच पर सोने की सूक्ष्म नक्काशी</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68747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46/150</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मोटे सूती कपड़ों पर लाल और काले रंगों की छपाई, जिनका उपयोग फर्श व बिछाने के वस्त्रों हेतु होता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महीन रेशमी वस्त्रों पर सुनहरे रंगों की छपाई</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हाथीदांत की पट्टियों पर प्राकृतिक रंगों का अंकन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कांच पर सोने की सूक्ष्म नक्काशी</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अकोला (चित्तौड़गढ़) का जाजम प्रिंट (या आजम प्रिंट) मोटे और मजबूत सूती खद्दर के कपड़ों पर किया जाता है। इसमें मुख्य रूप से लाल (मजीठ) और काले (स्याही) रंगों का बहुतायत प्रयोग होता है। इस प्रिंट से बने वस्त्रों का उपयोग ग्रामीण क्षेत्रों में मांगलिक अवसरों, मेलों और पंचायतों में बिछाने वाले फर्श (जाजम), गद्दियों और महिलाओं की पारंपरिक घाघरा-ओढ़नी के रूप में किया जाता है। अकोला में बेड़च नदी का पानी इन रंगों को पक्का करने के लिए अत्यंत अनुकूल माना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68747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46/150</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कपड़े पर रंगाई करते समय जिन भागों पर रंग नहीं चढ़ाना होता, उन्हें मोम से दबाकर (ढाँककर) रंगने की तकनीक 'मोम का दाबू' कहलाती है। इसका प्रमुख केंद्र कौन सा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सवाई माधोपुर और बगरू (जयपुर)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नाथद्वारा और कांकरोली</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फलोदी और पोकरण</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कैथून और मांगरोल</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76763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47/150</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सवाई माधोपुर और बगरू (जयपुर)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नाथद्वारा और कांकरोली</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फलोदी और पोकरण</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कैथून और मांगरोल</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दाबू प्रिंट में जिस स्थान पर रंग नहीं चढ़ाना होता, उस पर एक विशेष लुगदी या लेप का दबाव देकर उसे सुरक्षित कर लिया जाता है। दाबू के कई प्रकार होते हैं: मोम का दाबू (सवाई माधोपुर व बगरू), मिट्टी का दाबू (अकोला, चित्तौड़गढ़) तथा गूँद व गेहूं के बींधन का दाबू (सांगानेर व बालोतरा)। मोम के दाबू में गर्म मोम का लेप लगाया जाता है जिससे रंग उस स्थान पर प्रवेश नहीं कर पाता और बाद में गर्म पानी से मोम हटा लिया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76763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47/150</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डूंगरपुर जिले के गलियाकोट कस्बे का 'रमकड़ा उद्योग' (Ramkada Industry) किस पत्थर को तराशकर कलात्मक खिलौने, बर्तन और सजावटी वस्तुएँ बनाने के लिए विख्यात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मकराना संगमरमर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परेवा / घिया पत्थर (Soapstone)</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जैसलमेर पीला पत्थर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कोटा स्टोन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84779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48/150</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परेवा / घिया पत्थर (Soapstone)</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मकराना संगमरमर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जैसलमेर पीला पत्थर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कोटा स्टोन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डूंगरपुर जिले की सागवाड़ा तहसील में स्थित गलियाकोट कस्बा 'रमकड़ा उद्योग' के लिए पूरे देश में प्रसिद्ध है। यहाँ मुस्लिम दाऊदी बोहरा समुदाय और स्थानीय शिल्पकार 'परेवा पत्थर' (घिया पत्थर / सोपस्टोन / Soft Steatite Stone) को तराशकर अत्यंत सुंदर खिलौने, मूर्तियाँ, दीपक, ऐश-ट्रे और घरेलू सजावटी वस्तुएँ बनाते हैं। यह पत्थर मुलायम और चिकना होता है जिसे आसानी से तराशा और पॉलिश किया जा सकता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84779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48/150</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में आदिवासियों के पारंपरिक और कलात्मक 'तीर-कमान' निर्माण के लिए कौन-से दो प्रमुख स्थान प्रसिद्ध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चंदूजी का गढ़ा (बांसवाड़ा) और बोडीगामा (डूंगरपुर)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नापासर (बीकानेर) और बिलाड़ा (जोधपुर)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तिजारा (अलवर) और रूपबास (भरतपुर)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मांगरोल (बारां) और कैथून (कोटा)</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92795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49/150</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चंदूजी का गढ़ा (बांसवाड़ा) और बोडीगामा (डूंगरपुर)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नापासर (बीकानेर) और बिलाड़ा (जोधपुर)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तिजारा (अलवर) और रूपबास (भरतपुर)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मांगरोल (बारां) और कैथून (कोटा)</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दक्षिणी जनजातीय अंचल में तीर-कमान निर्माण एक पारंपरिक और कलात्मक कुटीर उद्योग रहा है। बांसवाड़ा जिले में 'चंदूजी का गढ़ा' तथा डूंगरपुर जिले में 'बोडीगामा' गाँव उच्च गुणवत्ता वाले, सटीक और नक्काशीदार तीर-कमान (Bow and Arrow) बनाने के लिए पूरे राजस्थान में विख्यात हैं। यहाँ के कारीगर स्थानीय बाँस और लोहे का उपयोग करके अत्यंत टिकाऊ और कलात्मक तीर-कमान तैयार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92795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49/150</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चाँदी के अत्यंत बारीक तारों से कलात्मक जेवर, मूर्तियाँ और आभूषण बनाने की कला 'तारकशी' (Filigree) राजस्थान में कहाँ की प्रसिद्ध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प्रतापगढ़</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नाथद्वारा (राजसमंद)</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जयपुर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बीकानेर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00812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50/150</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नाथद्वारा (राजसमंद)</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प्रतापगढ़</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जयपुर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बीकानेर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नाथद्वारा (राजसमंद) शुद्ध चाँदी के महीन तारों से बने कलात्मक आभूषणों के लिए विख्यात है जिसे 'तारकशी के जेवर' कहा जाता है। इसमें चाँदी के पतले-पतले तारों को आपस में गूँथकर और जोड़कर सुंदर पायल, झुमके, चूड़ियाँ, डिब्बियाँ, पानदान और भगवान श्रीनाथजी के आभूषण तैयार किए जाते हैं। प्रतापगढ़ 'थेवा कला' (कांच पर सोने की नक्काशी) के लिए, जयपुर 'मीनाकारी' व 'रत्न-तराशी' के लिए तथा बीकानेर 'कुंदन कला' के लिए प्रसिद्ध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00812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50/150</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'मीनाकारी' एवं 'थेवा कला' के संबंध में निम्नलिखित कथनों पर विचार कीजिए: A. मीनाकारी (कुंदन पर रंगों की जड़ाई) को जयपुर के महाराजा मानसिंह प्रथम लाहौर से कलाकारों को लाकर प्रारंभ करवाया था। B. जयपुर के सरदार कुदरत सिंह को मीनाकारी कला में उत्कृष्ट योगदान हेतु 'पद्मश्री' से सम्मानित किया गया था। C. थेवा कला (हरे रंग के बेल्जियम कांच पर सोने की सूक्ष्म नक्काशी) प्रतापगढ़ के 'राजसोनी परिवार' की अनूठी और गोपनीय पारिवारिक विरासत है। D. थेवा कला के जनक नाथूजी सोनी माने जाते हैं और महेश राज सोनी को इस कला हेतु पद्मश्री प्राप्त हो चुका है।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08828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51/150</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मीनाकारी और थेवा कला राजस्थान के विश्वविख्यात आभूषण शिल्प हैं। जयपुर की मीनाकारी कला (विशेषकर लाल-हरे रंग की मीनाकारी) को 16वीं सदी में आमेर के राजा मानसिंह प्रथम लाहौर से लाए थे; कुदरत सिंह इसके सिरमौर शिल्पी रहे हैं। थेवा कला केवल प्रतापगढ़ जिले में प्रचलित है जिसमें विशेष बेल्जियम कांच पर 24 कैरेट सोने की अत्यंत बारीक तारों से नक्काशी की जाती है। यह कला नाथूजी सोनी द्वारा शुरू की गई थी और आज भी राजसोनी परिवार की बहू-बेटियों तक को नहीं सिखाई जाती (अत्यंत गोपनीय)। इसे जीआई टैग प्राप्त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08828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51/150</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जसोल (बालोतरा/बाड़मेर) का कौन सा पारंपरिक उद्योग प्रसिद्ध है, जहाँ 'जिरोही', 'भाकला' और 'गंधा' जैसे उत्पाद बनाए जाते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जाटपट्टी (जट्टपट्टी) उद्योग</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ब्लू पॉटरी उद्योग</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लकड़ी के खिलौने उद्योग</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नमदा उद्योग</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16844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52/150</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जाटपट्टी (जट्टपट्टी) उद्योग</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ब्लू पॉटरी उद्योग</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लकड़ी के खिलौने उद्योग</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नमदा उद्योग</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बालोतरा (बाड़मेर) जिले के जसोल कस्बे का 'जाटपट्टी उद्योग' (जट्टपट्टी शिल्प) अत्यंत प्रसिद्ध है। यहाँ स्थानीय स्तर पर बकरियों और ऊँटों के खुरदरे बालों से मजबूत पट्टियाँ (स्ट्रिप्स) बुनी जाती हैं। इन पट्टियों से फर्श पर बिछाने वाले दरीनुमा मोटे कपड़े, बोरियाँ, जीण और खाट की बुनाई के पट्टे तैयार किए जाते हैं जिन्हें स्थानीय भाषा में 'जिरोही', 'भाकला', 'गंधा' आदि कहा जाता है। यह उत्पाद अत्यधिक मजबूत और जल-रोधी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16844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52/150</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वस्त्रों पर कशीदाकारी, पैचवर्क और गोटा-किनारी कला के संदर्भ में निम्नलिखित कथनों पर विचार कीजिए: A. शेखावाटी क्षेत्र विभिन्न रंगों के कपड़ों को अलग-अलग आकारों में काटकर दूसरे कपड़े पर सिलने की 'पैचवर्क' (Patchwork) कला के लिए प्रसिद्ध है। B. बाड़मेर के रावतसर गाँव की रूमा देवी ने थार की पारंपरिक कशीदाकारी व हस्तशिल्प को विश्व पटल पर पहचान दिलाई और उन्हें 2018 में 'नारी शक्ति पुरस्कार' से सम्मानित किया गया। C. सुनहरे और रूपहले धागों से कपड़ों पर की जाने वाली बारीक कढ़ाई को 'ज़रदोज़ी' कहा जाता है। D. सूती कपड़े पर छोटे-छोटे तारों या टांकों से किए जाने वाले काम को 'मुकेश' या 'मौकेश' कहा जाता है तथा 'भरत', 'सूफ', 'हुरमजी' और 'आरी' कढ़ाई के प्रकार हैं।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24860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53/150</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कशीदाकारी और वस्त्र अलंकरण राजस्थान की समृद्ध लोक कला है। शेखावाटी का पैचवर्क (कपड़े के टुकड़ों को कलात्मक रूप से जोड़ना) विख्यात है। बाड़मेर की रूमा देवी (राजीविका की ब्रांड एंबेसडर) ने हजारों ग्रामीण महिलाओं को स्वावलंबी बनाया। सूफ, भरत, हुरमजी, आरी, तिल्ला, मुकेश और ज़रदोज़ी पारंपरिक कशीदाकारी की विशिष्ट शैलियाँ हैं। जयपुर का ज़रदोज़ी काम और मारवाड़ की सूफ कढ़ाई अपनी बारीक बुनावट के लिए पहचानी जाती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24860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53/150</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में प्राचीन काल से प्रसिद्ध 'मलमल' वस्त्र बुनाई का प्रमुख केंद्र मथानिया (जोधपुर) रहा है, जबकि 'मसूरिया/कोटा डोरिया' साड़ियों के प्रसिद्ध केंद्र कौन-से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कैथून (कोटा) और मांगरोल (बारां)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सांगानेर और बगरू (जयपुर)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अकोला और बस्सी (चित्तौड़गढ़)</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नापासर और नोखा (बीकानेर)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32877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54/150</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कैथून (कोटा) और मांगरोल (बारां)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सांगानेर और बगरू (जयपुर)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अकोला और बस्सी (चित्तौड़गढ़)</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नापासर और नोखा (बीकानेर)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जोधपुर का 'मथानिया' कस्बा अपनी मखमली और अत्यंत महीन 'मलमल' (सूती मलमल) के लिए इतिहास प्रसिद्ध रहा है। वहीं कोटा जिले का 'कैथून' और बारां जिले का 'मांगरोल' कस्बा 'कोटा डोरिया' या 'मसूरिया' साड़ियों के निर्माण के लिए विश्वविख्यात है। कोटा के महाराव शत्रुशाल के समय मैसूर (कर्नाटक) से बुनकर मंसूर अहमद को यहाँ लाकर बसाया गया था, इसलिए इस बुनाई को 'मसूरिया' कहा गया। यह साड़ी सूती और रेशमी धागों से चौकोर जाली (खट) बनाकर बुनी जाती है जिसे 'राजस्थान का बनारसी' कहा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32877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54/150</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मूर्तिकला एवं प्रस्तर शिल्प के संदर्भ में निम्नलिखित कथनों पर विचार कीजिए: A. जयपुर शहर सफेद संगमरमर की सजीव और कलात्मक मूर्तियों के निर्माण का एशिया का सबसे बड़ा केंद्र है। B. तलवाड़ा (बांसवाड़ा) काले संगमरमर की मूर्तियों के निर्माण के लिए प्रसिद्ध है जहाँ 'सोमपुरा जाति' के शिल्पी कार्य करते हैं। C. डूंगरपुर जिले की देवल खदान से निकलने वाले 'परेवा पत्थर' से बर्तन व मूर्तियाँ बनाई जाती हैं। D. जैसलमेर में पीले संगमरमर व बलुआ पत्थर की बारीक जाली-झरोखों की कटाई का कार्य विख्यात है। उपर्युक्त कथनों में से कौन-से सही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40893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55/150</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पत्थर और संगमरमर की मूर्तिकला में अग्रणी है। जयपुर में मकराना के सफेद संगमरमर से मूर्तियाँ बनाने वाले शिल्पी (जैसे अर्जुन प्रजापति - पद्मश्री) विश्वविख्यात हैं। बांसवाड़ा का तलवाड़ा गाँव काले पत्थर की मूर्तियों (सोमपुरा शैली) के लिए जाना जाता है। डूंगरपुर का देवल क्षेत्र सोपस्टोन/परेवा पत्थर की नक्काशी के लिए प्रसिद्ध है। जैसलमेर का पीला पत्थर अपनी बारीक नक्काशी और जालियों (Jali work) के लिए हवेलियों में प्रयुक्त होता है। भैंसलाना (जयपुर) काले संगमरमर तथा मकराना (डीडवाना-कुचामन) सफेद संगमरमर के लिए प्रसिद्ध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40893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55/150</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निम्नलिखित में से कौन-सा हस्तशिल्प उत्पाद राजस्थान से भौगोलिक संकेतक (GI Tag) प्राप्त उत्पादों की श्रेणी में शामिल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सांगानेरी हैंड ब्लॉक प्रिंट और बगरू हैंड ब्लॉक प्रिंट</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कोटा डोरिया और थेवा कला (प्रतापगढ़)</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ब्लू पॉटरी (जयपुर) और मोलेला क्ले वर्क (राजसमंद)</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लोहिया कालीन (भरतपुर)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48909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56/150</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लोहिया कालीन (भरतपुर)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सांगानेरी हैंड ब्लॉक प्रिंट और बगरू हैंड ब्लॉक प्रिंट</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कोटा डोरिया और थेवा कला (प्रतापगढ़)</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ब्लू पॉटरी (जयपुर) और मोलेला क्ले वर्क (राजसमंद)</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अनेक पारंपरिक हस्तशिल्पों को बौद्धिक संपदा अधिकार के तहत जीआई टैग (GI Tag) मिल चुका है, जिनमें सांगानेरी हैंड ब्लॉक प्रिंट, बगरू हैंड ब्लॉक प्रिंट, कोटा डोरिया (कपड़ा व लोगो), थेवा कला, ब्लू पॉटरी, मोलेला क्ले वर्क (टेराकोटा), पोकरण पॉटरी, फुलकारी, बीकानेरी भुजिया, मकराना मार्बल, सोजत मेहंदी, उदयपुर कोफ्तगारी, बीकानेर कशीदाकारी व उस्ता कला, और नाथद्वारा की पिछवाई शामिल हैं। विकल्प D में दिया गया 'लोहिया कालीन (भरतपुर)' कोई जीआई टैग प्राप्त उत्पाद नहीं है (कालीन के लिए जयपुर व टोंक प्रसिद्ध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48909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56/150</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संस्कृति में नवजात शिशु के जन्म पर ननिहाल (पीहर) पक्ष द्वारा दिया जाने वाला 'पोमचा' (कमल के फूल की आकृति वाली ओढ़नी) के संबंध में सही परंपरा क्या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पुत्र जन्म पर 'पीला पोमचा' तथा पुत्री जन्म पर 'गुलाबी पोमचा' (चीड़ का पोमचा) दिया जाता है।</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पुत्र जन्म पर 'गुलाबी पोमचा' तथा पुत्री जन्म पर 'पीला पोमचा' दिया जाता 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पोमचा केवल विवाह के समय वधू पक्ष द्वारा दिया जाता 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पोमचा केवल विधवा महिलाओं द्वारा पहना जाने वाला काला वस्त्र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56925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57/150</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पुत्र जन्म पर 'पीला पोमचा' तथा पुत्री जन्म पर 'गुलाबी पोमचा' (चीड़ का पोमचा) दिया जाता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पुत्र जन्म पर 'गुलाबी पोमचा' तथा पुत्री जन्म पर 'पीला पोमचा' दिया जाता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पोमचा केवल विवाह के समय वधू पक्ष द्वारा दिया जाता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पोमचा केवल विधवा महिलाओं द्वारा पहना जाने वाला काला वस्त्र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पोमचा कमल (पद्म) के फूल के आकार के छपे हुए चक्रों वाली पारंपरिक राजस्थानी ओढ़नी है। प्रसूता स्त्री के लिए उसके पीहर (मातृ पक्ष) से पोमचा भेजने का रिवाज है। पुत्र के जन्म पर चटक पीला पोमचा (जिसे 'पीला' या 'पीला पोमचा' कहते हैं) भेजा जाता है, जबकि पुत्री (कन्या) के जन्म पर गुलाबी या लाल रंग का पोमचा भेजा जाता है। हाड़ौती अंचल में काले रंग के पोमचे को 'चीड़ का पोमचा' कहा जाता है जो प्रायः विधवा स्त्रियाँ ओढ़ती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56925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57/150</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'डिंगल' (Dingal) एवं 'पिंगल' (Pingal) राजस्थानी साहित्य की दो प्रमुख काव्य शैलियाँ हैं। इनके संबंध में कौन सा विवरण सही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डिंगल पूर्वी राजस्थानी की शैली है, जबकि पिंगल पश्चिमी राजस्थानी की शैली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डिंगल पश्चिमी राजस्थानी (मारवाड़ी) का साहित्यिक रूप है जो चारण कवियों द्वारा प्रयुक्त हुआ, जबकि पिंगल पूर्वी राजस्थानी व ब्रज का मिश्रित रूप है जो भाट कवियों द्वारा प्रयुक्त हुआ।</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डिंगल केवल गद्य में लिखी जाती है, जबकि पिंगल केवल संस्कृत में लिखी जाती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डिंगल जैन मुनियों की भाषा है, जबकि पिंगल सूफी संतों की भाषा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64941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58/150</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डिंगल पश्चिमी राजस्थानी (मारवाड़ी) का साहित्यिक रूप है जो चारण कवियों द्वारा प्रयुक्त हुआ, जबकि पिंगल पूर्वी राजस्थानी व ब्रज का मिश्रित रूप है जो भाट कवियों द्वारा प्रयुक्त हुआ।</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डिंगल पूर्वी राजस्थानी की शैली है, जबकि पिंगल पश्चिमी राजस्थानी की शैली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डिंगल केवल गद्य में लिखी जाती है, जबकि पिंगल केवल संस्कृत में लिखी जाती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डिंगल जैन मुनियों की भाषा है, जबकि पिंगल सूफी संतों की भाषा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डिंगल पश्चिमी राजस्थानी (गुर्जर अपभ्रंश व मारवाड़ी) पर आधारित वीर रस प्रधान साहित्यिक भाषा शैली है जिसका प्रयोग मुख्य रूप से चारण कवियों ने राजपूत राजाओं के शौर्य, युद्धों और वंशावलियों के वर्णन में किया (जैसे पृथ्वीराज राठौड़, दुरसा आढ़ा, बांकीदास)। इसके विपरीत पिंगल शौरसेनी अपभ्रंश, पूर्वी राजस्थानी (ढूंढाड़ी-मेवाती) और ब्रजभाषा का मिश्रित साहित्यिक रूप है, जिसका प्रयोग भाट कवियों ने किया (जैसे चंदबरदाई का 'पृथ्वीराज रासो')। अतः विकल्प B पूर्णतः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64941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58/150</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जयपुर की प्रसिद्ध 'ब्लू पॉटरी' (Blue Pottery) चीनी मिट्टी के बर्तनों पर नीले व हरे रंगों के चित्रांकन की कला है। इसे 25 से अधिक रंगों का प्रयोग कर अंतरराष्ट्रीय ख्याति दिलाने वाले मूर्धन्य कलाकार कौन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कृपाल सिंह शेखावत</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मोहनलाल कुम्हार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भूरसिंह शेखावत</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रामगोपाल विजयवर्गीय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72958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59/150</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कृपाल सिंह शेखावत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मोहनलाल कुम्हार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भूरसिंह शेखावत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रामगोपाल विजयवर्गीय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ब्लू पॉटरी मूलतः पर्शिया (ईरान) व तुर्की की कला है जिसे महाराजा मानसिंह प्रथम लाहौर से जयपुर लाए थे, और सवाई रामसिंह द्वितीय के शासनकाल में इसका सर्वाधिक विकास हुआ। मऊ (सीकर) निवासी पद्मश्री 'कृपाल सिंह शेखावत' ने पारंपरिक केवल नीले और हरे रंग के स्थान पर 25 नए रंगों का आविष्कार कर इसे वैश्विक पहचान दिलाई जिसे 'कृपाल शैली' भी कहा गया। उन्हें 1974 में पद्मश्री से सम्मानित किया गया। मोलेला टेराकोटा के लिए मोहनलाल कुम्हार को पद्मश्री मिला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72958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59/150</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बीकानेर की विश्वप्रसिद्ध 'उस्ता कला' (Usta Art) क्या है और इसके प्रसिद्ध पद्मश्री सम्मानित उस्ताद कौन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ऊँट की खाल पर सोने की बारीक मीनाकारी (मुनव्वती कला) - हिसामुद्दीन उस्ता</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कांच पर सोने की नक्काशी - नाथूजी सोनी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कपड़े पर अजरक प्रिंट - यासीन छिपा</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लकड़ी पर कावड़ निर्माण - मांगीलाल मिस्त्री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80974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60/150</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ऊँट की खाल पर सोने की बारीक मीनाकारी (मुनव्वती कला) - हिसामुद्दीन उस्ता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कांच पर सोने की नक्काशी - नाथूजी सोनी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कपड़े पर अजरक प्रिंट - यासीन छिपा</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लकड़ी पर कावड़ निर्माण - मांगीलाल मिस्त्री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बीकानेर की 'उस्ता कला' मृत ऊँट की साफ की गई खाल और कूपियों (कुप्पियों), बर्तनों व महलों की छतों पर शुद्ध सोने के वर्क और रंगों से की जाने वाली उभरी हुई मीनाकारी है, जिसे 'मुनव्वती कला' भी कहते हैं। महाराजा अनूपसिंह के काल में यह कला बीकानेर में चरम पर पहुँची। इस कला के मूर्धन्य कलाकार पद्मश्री 'हिसामुद्दीन उस्ता' थे। बीकानेर में उस्ता कला के संरक्षण और प्रशिक्षण हेतु 'कैमल हाइड ट्रेनिंग सेंटर' (Camel Hide Training Centre) स्थापित किया गया है। इसे जीआई टैग भी प्राप्त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80974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60/150</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प्रसिद्ध मांड गायिका पद्मश्री अल्लाह जिल्लाई बाई के संदर्भ में निम्नलिखित कथनों पर विचार कीजिए: A. इनका जन्म 1902 ई. में बीकानेर में हुआ था और बीकानेर महाराजा गंगा सिंह ने इन्हें राजगायिका बनाया था। B. इन्होंने विश्वप्रसिद्ध मांड गीत 'केसरिया बालम आओ नी पधारो म्हारे देस' गाकर इसे अंतरराष्ट्रीय ख्याति दिलाई। C. संगीत में उत्कृष्ट योगदान हेतु इन्हें 1982 में 'पद्मश्री' तथा 2012 में मरणोपरांत प्रथम 'राजस्थान रत्न' से सम्मानित किया गया। D. भारत सरकार के डाक विभाग द्वारा 2003 में इन पर 5 रुपये का विशेष डाक टिकट जारी किया गया था।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88990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61/150</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अल्लाह जिल्लाई बाई (1902-1992 ई.) राजस्थान की सर्वश्रेष्ठ मांड गायिका थीं जिन्हें 'मरु कोकिला' कहा जाता है। 10 वर्ष की अल्पायु में ही इन्होंने बीकानेर के महाराजा गंगासिंह के दरबार में गाना प्रारंभ किया था। इनके द्वारा गाया गया 'केसरिया बालम' राजस्थान का आधिकारिक राज्य गीत बना जो पर्यटकों को राजस्थान आने का निमंत्रण देता है। संगीत नाटक अकादमी पुरस्कार (1988), पद्मश्री (1982) और राजस्थान रत्न (2012) से अलंकृत इस महान गायिका पर 2003 में 5 रुपये का डाक टिकट जारी हुआ था। गवरी देवी, बन्नों बेगम, मांगी बाई और जमीला बानो राजस्थान की अन्य प्रसिद्ध मांड गायिकाएँ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88990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61/150</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क्षेत्रीय लोकगीतों के संदर्भ में निम्नलिखित कथनों पर विचार कीजिए: A. मरुस्थली क्षेत्र (बाड़मेर, जैसलमेर, बीकानेर, जोधपुर) के लोकगीत खुले वातावरण के कारण ऊँचे स्वर, तीव्र लय और लंबी तानों में गाए जाते हैं। B. कुरजां, पीपली, रतन राणो, मूमल, घुघरी, झोरावा और केवड़ा पश्चिमी राजस्थान के प्रमुख विरह व लोकगीत हैं। C. लंगा, मांगणियार, मिरासी, ढाढी और कलावंत मरुस्थली क्षेत्र की प्रमुख संगीतकार पेशेवर जातियाँ हैं। D. दक्षिणी पर्वतीय क्षेत्र (भील, मीणा, गरासिया) में लोकगीत सामूहिक रूप से सरल, छोटी और सीमित स्वरों वाली धुनों में गाए जाते हैं।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97006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62/150</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लोकगीत भौगोलिक परिवेश से अत्यधिक प्रभावित हैं। थार के रेगिस्तान में दूर-दूर तक फैले सन्नाटे और खुले विस्तार के कारण यहाँ के लोकगीत (जैसे मूमल, कुरजां, झोरावा) ऊँचे स्वर और लंबी तानों वाले होते हैं जिन्हें पेशेवर संगीतकार जातियाँ कामायचा और सारंगी पर गाती हैं। इसके विपरीत दक्षिणी पहाड़ी अंचल (मेवाड़, वागड़) में घने वनों और जनजातीय सामूहिकता के कारण गीत समवेत स्वर (समूह गान) में छोटे-छोटे चरणों और सीमित सुरों में गाए जाते हैं (जैसे हमसीढ़ो, पटेल्या, बीछियो)। पूर्वी मैदानी भाग में भक्ति और श्रृंगार रस की प्रधानता रहती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97006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62/150</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63</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प्रमुख लोकगीतों को उनके गायन के विशिष्ट अवसरों से सुमेलित कीजिए: सूची-I (लोकगीत): सूची-I: A. जच्चा / होलार गीत B. कामण गीत C. मोरिया गीत D. ओल्यूं / कोयलड़ी सूची-II: 1. नवजात शिशु के जन्म के अवसर पर 2. विवाह के समय वर (दूल्हे) को जादू-टोने और बुरी नजर से बचाने हेतु 3. सगाई तय हो चुकी लेकिन विवाह में देरी से व्यथित युवती की मनोदशा 4. किसी प्रियजन की याद आने पर अथवा बेटी की विदाई के समय</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05023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63/150</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जच्चा (होलार) गीत संतान जन्म के समय परिवार की खुशी और जच्चा-बच्चा के स्वास्थ्य हेतु गाए जाते हैं। कामण गीत विवाह के अवसर पर दूल्हे को अनिष्टकारी शक्तियों और जादू-टोने से सुरक्षित रखने हेतु महिलाओं द्वारा गाए जाते हैं। मोरिया गीत ऐसी युवती द्वारा गाया जाता है जिसकी सगाई तो हो चुकी है पर शादी में देरी हो रही है। ओल्यूं किसी प्रियजन की स्मृति में गाया जाने वाला विरह गीत है, जबकि कन्या की विदाई के समय 'कोयलड़ी' गीत गाया जाता है। विवाह के अन्य गीतों में बना-बनी, घोड़ी, सीठणे (गाली गीत), जला (डेरा देखने जाते समय) और जुआ-जुई प्रमुख हैं। अतः सही कूट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05023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63/150</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मेवाड़ अंचल में दीपावली से 15 दिन पूर्व लड़के और लड़कियों द्वारा घर-घर जाकर गाए जाने वाले पारंपरिक गीतों को क्रमशः क्या कहा जाता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लोवड़ी (हरनी) एवं घडल्यो</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झमट्या एवं खटकड्या</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फाग एवं बीजन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पंखिया एवं बिछवा</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13039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64/150</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लोवड़ी (हरनी) एवं घडल्यो</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झमट्या एवं खटकड्या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फाग एवं बीजन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पंखिया एवं बिछवा</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मेवाड़ क्षेत्र में दीपावली से 15 दिन पूर्व एक अनूठी लोक परंपरा का निर्वहन किया जाता है जिसमें छोटे बच्चे टोलियाँ बनाकर घर-घर जाकर गीत गाते हैं। बालकों (लड़कों) की टोली द्वारा गाए जाने वाले गीतों को 'लोवड़ी' या 'हरनी' कहा जाता है, जबकि बालिकाओं (लड़कियों) द्वारा मिट्टी के छिद्रित कलश में दीपक रखकर घर-घर गाए जाने वाले गीतों को 'घडल्यो' कहा जाता है। इसके बदले में गृहस्थ उन्हें तेल, अनाज और दक्षिणा देते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13039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64/150</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65</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का राज्य गीत 'केसरिया बालम आओ नी पधारो म्हारे देस' संगीत और रस की दृष्टि से किस श्रेणी का लोकगीत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वीर रस प्रधान युद्ध गीत</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मांड गायकी शैली में रचित विरह एवं दांपत्य प्रेम का गीत</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भक्ति रस का निर्गुणी भजन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ऋतु परिवर्तन का उल्लास गीत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21055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65/150</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मांड गायकी शैली में रचित विरह एवं दांपत्य प्रेम का गीत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वीर रस प्रधान युद्ध गीत</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भक्ति रस का निर्गुणी भजन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ऋतु परिवर्तन का उल्लास गीत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गौरवशाली राज्य गीत 'केसरिया बालम' मूल रूप से मांड गायकी (Mand Singing Style) में गाया जाने वाला एक मार्मिक विरह गीत (Song of Separation) है। इसमें अपने पति (प्रियतम) के प्रदेश जाने पर विरह वेदना झेल रही नवविवाहिता पत्नी अपने स्वामी को घर लौटने और अपनी जन्मभूमि में पधारने का भावभीना न्यौता देती है। इस गीत को अंतरराष्ट्रीय ख्याति दिलाने का श्रेय पद्मश्री अल्लाह जिल्लाई बाई, गवरी देवी और मांगी बाई को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21055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65/150</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'तत वाद्ययंत्रों' (String Instruments) के संदर्भ में निम्नलिखित कथनों पर विचार कीजिए: A. रावणहत्था सबसे प्राचीन तत वाद्य है, जो आधे कटे नारियल की कटोरी पर बकरे की खाल मढ़कर 9 तारों की सहायता से बनाया जाता है। B. कामायचा सारंगी जैसा ईरानी मूल का वाद्य है जिसमें 16-27 तार होते हैं और इसे पश्चिमी राजस्थान के मांगणियार कलाकार गज से बजाते हैं। C. जंतर वाद्ययंत्र वीणा का प्रारंभिक रूप है जिसमें दो तुम्बे होते हैं तथा इसे गुर्जर भोपे देवनारायण जी की फड़ बाँचते समय बजाते हैं। D. दुकाका वाद्ययंत्र दीपावली के अवसर पर भील पुरुषों द्वारा घुटनों के बीच दबाकर बजाया जाने वाला तत वाद्य है।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29071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66/150</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तत वाद्य वे होते हैं जिनमें तारों (Tantu) के कंपन से ध्वनि उत्पन्न होती है। रावणहत्था पाबूजी और रामदेवजी के भोपों का मुख्य वाद्य है जो घोड़े की पूंछ के बालों वाली गज से बजता है। कामायचा सारंगी परिवार का गोल पेंदे वाला वाद्य है जिसके मूर्धन्य वादक पद्मश्री साकर खाँ मांगणियार थे। जंतर देवनारायण जी के फड़ वाचन में अनिवार्य है। सारंगी को तत वाद्यों में सर्वश्रेष्ठ माना जाता है जिसके 27 तार होते हैं (पद्मश्री रामनारायण व सुल्तान खाँ)। दुकाका भीलों का तथा चौतारा/तंबूरा कामड़ जाति द्वारा रामदेवजी के भजन गाते समय बजाया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29071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66/150</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'सुषिर वाद्ययंत्रों' (Wind Instruments) के संदर्भ में निम्नलिखित कथनों पर विचार कीजिए: A. अलगोजा राजस्थान का राज्य वाद्ययंत्र है, जिसमें वादक दो बाँसुरियों को एक साथ मुँह में रखकर बजाता है। B. नड़ वाद्ययंत्र कैर की लगभग 1 मीटर लंबी लकड़ी से बनता है जिसमें 4 से 6 छेद होते हैं और इसके विश्वप्रसिद्ध वादक जैसलमेर के कर्ण भील थे। C. मोरचंग लोहे का बना एक छोटा सुषिर वाद्य है जिसे दाँतों के बीच दबाकर हवा से बजाया जाता है और इसे 'ज्यूज हार्प' (Jew's Harp) भी कहते हैं। D. शंख, नागफनी, बांकिया, भूंगल, तुरही, सतारा, पुंगी, मशक और शहनाई सभी सुषिर वाद्ययंत्रों की श्रेणी में आते हैं।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37088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67/150</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सुषिर वाद्य फूँक मारकर (हवा के दबाव से) बजाए जाने वाले वाद्य हैं। अलगोजा (राज्य वाद्य) में दो नलिकाएँ होती हैं (वादक: रामनाथ चौधरी - जो नाक से अलगोजा बजाते हैं)। नड़ वाद्य पश्चिमी राजस्थान के चरवाहों का वाद्य है जिसे अपनी लंबी मूँछों के लिए प्रसिद्ध कर्ण भील बजाते थे। मोरचंग धातु का सबसे छोटा लोक वाद्य है जो पश्चिमी संगीत के 'ज्यूज हार्प' जैसा होता है। बांकिया पीतल का बिगुलनुमा वाद्य है जो सरगड़ा जाति द्वारा ढोल के साथ बजाया जाता है। शहनाई सर्वश्रेष्ठ सुरीला सुषिर वाद्य है (चांद खाँ, बिस्मिल्लाह खाँ)।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37088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67/150</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लोक वाद्ययंत्रों को उनकी सही श्रेणियों (वर्गीकरण) से सुमेलित कीजिए: सूची-I (वाद्ययंत्र): सूची-I: A. दुकाका B. श्रीमंडल C. पखावज (मृदंग) D. मोरचंग सूची-II: 1. तत वाद्य (तार वाले) 2. घन वाद्य (धातु के ठोस वाद्य) 3. अवनद्ध वाद्य (चमड़ा मढ़े वाद्य) 4. सुषिर वाद्य (फूँक से बजने वाले)</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45104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68/150</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संगीत शास्त्र में वाद्यों के चार वर्ग हैं: 1. तत वाद्य (तार वाले) जैसे दुकाका, रावणहत्था, सारंगी, जंतर, कमायचा, तंबूरा; 2. घन वाद्य (ठोस धातु वाले) जैसे श्रीमंडल (झाड़नुमा धातु चक्र जिस पर पीतल की घंटियाँ लगी होती हैं), मंजीरा, खड़ताल, थाली, झांझ, रमझोल, लेजिम; 3. अवनद्ध/तानद वाद्य (चमड़े से मढ़े) जैसे पखावज/मृदंग (पंडित पुरुषोत्तम दास - पद्मश्री), ढोल, मांदल, नगाड़ा, डमरू, चंग, खंजरी, ताशा, धौंसा; 4. सुषिर वाद्य (हवा/फूँक वाले) जैसे मोरचंग, अलगोजा, नड़, बाँसुरी, शहनाई, शंख। अतः सही कूट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45104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68/150</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रोहिड़ा की लकड़ी से निर्मित 'सुरिन्दा' (Surinda) वाद्ययंत्र मुख्य रूप से राजस्थान की किस पेशेवर संगीतकार जाति द्वारा बजाया जाता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मांगणियार जाति</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लंगा जाति</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कालबेलिया जाति</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गरासिया जाति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53120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69/150</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लंगा जाति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मांगणियार जाति</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कालबेलिया जाति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गरासिया जाति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सुरिन्दा वाद्ययंत्र रोहिड़ा (राजस्थान के राज्य पुष्प वृक्ष) की लकड़ी से बना एक अत्यंत कलात्मक तत वाद्य है। यह देखने में सारंगी से मिलता-जुलता है लेकिन इसका निचला भाग अधिक गहरा और प्यालेनुमा होता है। यह वाद्य मुख्य रूप से पश्चिमी राजस्थान (बाड़मेर, जैसलमेर, जोधपुर) के 'लंगा संगीतकारों' द्वारा अपनी पारंपरिक लोक गायकी में संगत हेतु बजाया जाता है। इसे गाते समय सीधे मुँह के सामने रखकर गज से बजाया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53120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69/150</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कैर या कांगोर की 1 मीटर लंबी पोली लकड़ी में 4 से 6 छेद करके बनाया जाने वाला प्रसिद्ध सुषिर वाद्य कौन सा है, जिसके विश्वविख्यात वादक कर्ण भील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नड़</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सतारा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अलगोजा</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मुरली</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61136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70/150</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नड़</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सतारा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अलगोजा</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मुरली</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नड़ एक अत्यंत प्राचीन और दुर्लभ सुषिर वाद्ययंत्र है जो पश्चिमी राजस्थान के मरुस्थली क्षेत्रों में पाया जाता है। यह कैर अथवा कांगोर वृक्ष की लगभग एक मीटर लंबी खोखली डंडी से बनाया जाता है जिसमें 4 से 6 स्वर छिद्र होते हैं। इसे तिरछा रखकर मुँह की फूँक और कंठ की गूँज के अद्भुत समन्वय से बजाया जाता है। जैसलमेर के स्वर्गीय 'कर्ण भील' (Karna Bheel) अपनी ऐतिहासिक छह फीट लंबी मूँछों और नड़ वादन के लिए विश्व भर में प्रसिद्ध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61136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70/150</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ध्रुपद गायकी और इसके संगीत घरानों के संबंध में निम्नलिखित कथनों पर विचार कीजिए: A. ध्रुपद गायकी का विकास ग्वालियर के राजा मानसिंह तोमर के समय हुआ तथा इसकी 'खंडारी' व 'नोहारी' शैलियाँ राजस्थान में पल्लवित हुईं। B. खंडारी वाणी के प्रवर्तक खांडे निवासी समोखन सिंह (राजा मानसिंह के दामाद) तथा नोहारी वाणी के प्रवर्तक नोहर निवासी श्रीचंद थे। C. ध्रुपद गायकी का 'डागर घराना' जयपुर के सवाई रामसिंह के दरबारी गायक बहराम खान डागर द्वारा स्थापित किया गया। D. डागर घराने के प्रमुख गायकों में जकीरुद्दीन खाँ, अल्लाबंदे खाँ, नसीरुद्दीन खाँ और डागर बंधु (नसीर मोईनुद्दीन व अमीनुद्दीन) शामिल हैं।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69153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71/150</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ध्रुपद भारतीय शास्त्रीय संगीत की सबसे प्राचीन, गंभीर और आध्यात्मिक गायकी शैली है जिसकी चार वाणियाँ (शैलियाँ) हैं: खंडारी, नोहारी, डागुरी और गौहरहारी। राजस्थान में डागर घराना (जयपुर) ध्रुपद का सबसे प्रतिष्ठित केंद्र बना जिसके संस्थापक उस्ताद बहराम खाँ डागर थे। डागर बंधुओं ने शुद्ध ध्रुपद-धमार गायन को वैश्विक प्रतिष्ठा दिलाई। समोखन सिंह द्वारा स्थापित खंडारी वाणी में वीणा के बोलों की प्रधानता और गमक का तीक्ष्ण प्रयोग होता है।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69153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71/150</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शास्त्रीय ख्याल गायकी के प्रसिद्ध 'मेवाती घराने' के प्रवर्तक कौन थे, जिससे बाद में पं. मोतीराम-ज्योतिराम, पं. मणिराम और पद्म विभूषण पं. जसराज जैसे मूर्धन्य गायक जुड़े?</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घग्घे नज़ीर खाँ</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भूपत खाँ (मनरंग)</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उस्ताद फैयाज खाँ</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रजब अली खाँ</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77169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72/150</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घग्घे नज़ीर खाँ</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भूपत खाँ (मनरंग)</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उस्ताद फैयाज खाँ</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रजब अली खाँ</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मेवाती घराने की स्थापना उस्ताद 'घग्घे नज़ीर खाँ' ने की थी, जो जोधपुर महाराजा जसवंत सिंह द्वितीय के दरबारी गायक थे। घग्घे नज़ीर खाँ ने नाथूलाल और चिमनलाल को तालीम दी। इस घराने को आगे बढ़ाने में पंडित मोतीराम और ज्योतिराम (जिन्हें 'ज्योति-मोती' की जोड़ी कहा जाता था) ने महती भूमिका निभाई। इसी परंपरा में आगे चलकर महान शास्त्रीय गायक पंडित मणिराम, पंडित प्रताप और पद्म विभूषण 'पंडित जसराज' (हवेली संगीत व जसरंगी जुगलबंदी के प्रणेता) ने मेवाती घराने को पूरे विश्व में अमर कर दिया।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77169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72/150</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जयपुर के किस कलाप्रेमी शासक के काल में देश भर के प्रकांड संगीतज्ञों का सम्मेलन बुलाकर संगीत के प्रामाणिक ग्रंथ 'राधा गोविंद संगीत सार' की रचना करवाई गई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सवाई जयसिंह द्वितीय</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सवाई प्रताप सिंह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सवाई रामसिंह द्वितीय</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सवाई माधोसिंह प्रथम</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85185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73/150</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सवाई प्रताप सिंह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सवाई जयसिंह द्वितीय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सवाई रामसिंह द्वितीय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सवाई माधोसिंह प्रथम</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जयपुर के महाराजा सवाई प्रताप सिंह (1778-1803 ई., हवामहल के निर्माता) स्वयं 'ब्रजनिधि' उपनाम से कविताएँ लिखते थे और एक उच्च कोटि के संगीताचार्य थे। उन्होंने अपने समय के सर्वश्रेष्ठ संगीतकारों और आचार्यों का एक विशाल सम्मेलन जयपुर में आयोजित करवाया और उनके सामूहिक विमर्श से 'राधा गोविंद संगीत सार' नामक संगीत शास्त्र के विश्वकोशीय ग्रंथ का संकलन करवाया। सवाई प्रताप सिंह के संगीत गुरु उस्ताद चांद खाँ थे जिन्होंने 'स्वर सागर' ग्रंथ लिखा तथा उनके दरबारी विद्वान भट्ट द्वारकानाथ ने 'राग चंद्रिका' की रचना की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85185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73/150</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भारतीय लोक कला मंडल (उदयपुर) के संस्थापक और प्रसिद्ध कला पारखी देवीलाल सामर ने राजस्थान के लोक नृत्यों को उनकी भौगोलिक विशेषताओं के आधार पर कितने भागों में वर्गीकृत किया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दो भागों में</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तीन भागों में (पर्वतीय, मरुस्थली/राजस्थानी, एवं पूर्वी मैदानी)</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पाँच भागों में</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चार भागों में</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93201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74/150</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तीन भागों में (पर्वतीय, मरुस्थली/राजस्थानी, एवं पूर्वी मैदानी)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 भागों में</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पाँच भागों में</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चार भागों में</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1952 में उदयपुर में 'भारतीय लोक कला मंडल' की स्थापना करने वाले पद्मश्री देवीलाल सामर ने राजस्थान के लोक नृत्यों के क्षेत्रीय स्वरूप और सांस्कृतिक भिन्नताओं का गहन अध्ययन कर उन्हें तीन प्रमुख भौगोलिक श्रेणियों में बाँटा: 1. पर्वतीय अंचल के नृत्य (उदयपुर, डूंगरपुर, बांसवाड़ा, सिरोही के भील, मीणा, गरासिया आदि जनजातियों के नृत्य जैसे गैर, गवरी, हाथीमना, वालर); 2. मरुस्थली/राजस्थानी क्षेत्र के नृत्य (जोधपुर, बीकानेर, बाड़मेर, जैसलमेर के नृत्य जैसे डांडिया, गींदड़, चंग, ढोल नृत्य, कालबेलिया); 3. पूर्वी मैदानी क्षेत्र के नृत्य (जयपुर, भरतपुर, अलवर, धौलपुर के नृत्य जैसे बंब नृत्य, चरी, डफ नृत्य)।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93201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74/150</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मेवाड़ एवं बाड़मेर क्षेत्र के प्रसिद्ध 'गैर नृत्य' (Gair Dance) के संबंध में निम्नलिखित कथनों पर विचार कीजिए: A. यह नृत्य मुख्य रूप से होली के अवसर पर केवल पुरुषों द्वारा गोल घेरा बनाकर लकड़ी की छड़ियों (खांडे) को टकराते हुए किया जाता है। B. गोल घेरे में नृत्य करने के कारण इसे 'गैर' और नर्तकों को 'गैरिये' कहा जाता है। C. इस नृत्य में प्रयुक्त मुख्य वाद्ययंत्र ढोल, बांकिया और थाली हैं। D. गैर नृत्य में भाग लेने वाले कुछ पुरुष महिलाओं के वस्त्र पहनते हैं, जिन्हें स्थानीय भाषा में 'गणगौर' या 'मेहरी' कहा जाता है।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01218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75/150</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गैर नृत्य राजस्थान का अत्यंत लोकप्रिय पारंपरिक लोक नृत्य है जो मेवाड़, बाड़मेर (कनाना व आंगनेवा) और मारवाड़ में होली के अगले दिन (धुलंडी) से पंद्रह दिनों तक किया जाता है। यह विशुद्ध रूप से पुरुषों का सामूहिक नृत्य है जिसमें वे पारंपरिक सफेद अंगरखी, लाल धोती और साफा पहनकर हाथ में छड़ियाँ लेकर वृत्ताकार पथ में तीव्र गति से घूमते हैं। बाड़मेर की 'आंगी-बांगी गैर', भीलवाड़ा की 'तलवारों की गैर' (मेनार) और बिलाड़ा की गैर प्रसिद्ध हैं।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01218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75/150</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76</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शेखावाटी क्षेत्र में होली के अवसर पर नगाड़े की थाप पर पुरुषों द्वारा डंडों को टकराते हुए किया जाने वाला प्रसिद्ध नृत्य कौन सा है जिसमें महिलाओं के वेश धारण करने वाले पुरुष 'गणगौर/मेहरी' कहलाते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गिंदड़ नृत्य</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कच्छी घोड़ी नृत्य</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बम नृत्य</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डांडिया नृत्य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09234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76/150</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गिंदड़ नृत्य</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कच्छी घोड़ी नृत्य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बम नृत्य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डांडिया नृत्य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शेखावाटी (सीकर, चूरू, झुंझुनू) का 'गिंदड़ नृत्य' होली के दिनों में लगभग एक सप्ताह तक रात भर किया जाने वाला अत्यंत उल्लासमय पुरुष प्रधान लोक नृत्य है। नर्तक बड़े नगाड़े की थाप पर वृत्त में चक्कर लगाते हुए अपने हाथों के डंडे एक-दूसरे से टकराते हैं। इस नृत्य में सामाजिक स्वांग (वेशभूषा) धारण करने की परंपरा है जैसे साधु-शिकारी, सेठ-सेठानी, दूल्हा-दुल्हन, डाकन, शिव-पार्वती आदि। महिलाओं के आकर्षक वस्त्र पहनकर नृत्य करने वाले पुरुष पात्रों को 'गणगौर' या 'मेहरी' कहा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09234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76/150</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जालौर के प्रसिद्ध 'ढोल नृत्य' (Dhol Dance) के संदर्भ में निम्नलिखित कथनों पर विचार कीजिए: A. यह नृत्य जालौर क्षेत्र में विवाह के मांगलिक अवसर पर ढोली, भील, सरगड़ा और माली जाति के पुरुषों द्वारा किया जाता है। B. इस नृत्य में एक साथ 4-5 ढोल बजाए जाते हैं और ढोल वादक इसे 'थाकना' (Thakana) शैली में बजाना शुरू करता है। C. जब थाकना समाप्त होता है तो नर्तक मुँह में तलवार, हाथों में डंडे या रुमाल लेकर अत्यंत द्रुत गति से लयबद्ध नृत्य करते हैं। D. राजस्थान के पूर्व मुख्यमंत्री श्री जयनारायण व्यास ने इस नृत्य को पहचान दिलाकर राज्य व राष्ट्रीय स्तर पर प्रसिद्ध किया।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17250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77/150</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जालौर का ढोल नृत्य राजस्थान के सबसे ओजस्वी और अनुशासित व्यावसायिक लोक नृत्यों में गिना जाता है। 'थाकना' ढोल बजाने की एक विशेष शास्त्रीय ताल/शुरुआती शैली है जो नर्तकों में जोश और स्फूर्ति भरती है। जैसे ही थाकना बंद होता है, नर्तक विभिन्न युद्धक और करतबभरी मुद्राओं में नृत्य करते हैं। शेर-ए-राजस्थान लोकनायक जयनारायण व्यास ने ढोली और सरगड़ा जाति के इन कलाकारों को मंच प्रदान कर इस नृत्य को अंतरराष्ट्रीय ख्याति दिलाई थी।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17250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77/150</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चमत्कारिक 'भवाई नृत्य' (Bhavai Dance) के संदर्भ में निम्नलिखित कथनों पर विचार कीजिए: A. यह नृत्य अपनी असाधारण शारीरिक लोच, संतुलन और साहसी कलाबाजियों के लिए पूरे भारत में विख्यात है। B. सिर पर 7-8 या 11 मटके रखकर नाचना, जमीन से मुँह से रुमाल उठाना, नंगी तलवारों व कांच के टुकड़ों पर नाचना इसकी प्रमुख विशेषताएँ हैं। C. रूपसिंह शेखावत, दयाराम, अस्मिता काला और तारा शर्मा इस नृत्य के प्रमुख प्रसिद्ध कलाकार रहे हैं। D. इस नृत्य शैली के जनक केकड़ी (अजमेर) के बाघाजी / नागाजी जाट माने जाते हैं।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25266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78/150</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भवाई नृत्य मूल रूप से गुजरात सीमा से सटे मेवाड़ व मारवाड़ क्षेत्र का एक चमत्कारिक व्यावसायिक लोक नृत्य है जिसके जन्मदाता 16वीं-17वीं सदी में केकड़ी निवासी बाघाजी जाट थे। इस नृत्य में नर्तक या नर्तकी सिर पर पीतल या मिट्टी के 7, 8 या 11 घड़े रखकर कांच की बोतलों, थाली के तीखे किनारों अथवा नंगी तलवार की धार पर नृत्य करते हुए संतुलन का अद्भुत प्रदर्शन करते हैं। जोधपुर की अस्मिता काला ने सिर पर 111 मटके रखकर लिम्का बुक ऑफ वर्ल्ड रिकॉर्ड में नाम दर्ज कराया था। शांता गांधी ने भवाई नाट्य पर आधारित 'जस्मा ओडण' नाटक को अंतरराष्ट्रीय प्रसिद्धि दिलाई।</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25266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78/150</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कालबेलिया नृत्य एवं सपेरा जाति की लोक संस्कृति के संबंध में निम्नलिखित कथनों पर विचार कीजिए: A. 2010 ई. में यूनेस्को (UNESCO) ने कालबेलिया लोक नृत्य को अपनी 'अमूर्त सांस्कृतिक विरासत' (Intangible Cultural Heritage) सूची में शामिल किया। B. इस नृत्य की विश्वविख्यात नर्तकी 'गुलाबो सपेरा' (पद्मश्री 2016) हैं जिन्होंने इसे वैश्विक मंचों पर पहचान दिलाई। C. इस नृत्य में महिलाएँ काले रंग की घनी कशीदाकारी वाली पोशाक पहनकर साँप के समान लचीली व द्रुत गति से घूमती हैं तथा पुरुष पुंगी और खंजरी/डफ बजाते हैं। D. इंदोणी, पणिहारी, बागड़िया और संकरिया कालबेलिया जाति के अन्य प्रमुख पारंपरिक लोक नृत्य हैं।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33283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79/150</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कालबेलिया नृत्य सपेरा जाति का विश्वप्रसिद्ध लोक नृत्य है। इस नृत्य में नृत्यांगनाओं की वेशभूषा काले रंग की होती है जिस पर गोटा, काँच और कौड़ियों की सजावट होती है। नृत्यांगनाएँ पुंगी और डफली की धुन पर नागिन की तरह लोचदार शारीरिक मुद्राओं का प्रदर्शन करती हैं। बागड़िया नृत्य कालबेलिया महिलाओं द्वारा भीख मांगते समय चंग बजाते हुए किया जाता है; संकरिया प्रेम कहानी पर आधारित युगल नृत्य है; इंदोणी व पणिहारी पानी भरने की थीम पर आधारित हैं। 2010 में यूनेस्को द्वारा अमूर्त सांस्कृतिक धरोहर घोषित होने वाला यह राजस्थान का पहला लोक नृत्य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33283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79/150</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प्रमुख जनजातीय एवं लोक नृत्यों को उनकी संबंधित जातियों/जनजातियों से सुमेलित कीजिए: सूची-I (लोक नृत्य): सूची-I: A. शिकारी नृत्य B. मावलिया एवं होली नृत्य C. हाथीमना एवं युद्ध नृत्य D. वालर एवं मादल नृत्य सूची-II: 1. सहरिया जनजाति 2. कथौड़ी जनजाति 3. भील जनजाति 4. गरासिया जनजाति</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41299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80/150</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शिकारी नृत्य सहरिया जनजाति (किशनगंज व शाहबाद, बारां) के पुरुषों द्वारा शिकार के स्वांग के रूप में किया जाता है। मावलिया नृत्य कथौड़ी जनजाति (उदयपुर) द्वारा नवरात्र के 9 दिनों में देवी स्तुति में किया जाता है। हाथीमना नृत्य भील पुरुषों द्वारा विवाह के अवसर पर घुटनों के बल बैठकर हाथ में तलवार लहराते हुए किया जाता है। वालर, मादल, लूर, कूद, जवारा, गौर और मोरिया गरासिया जनजाति (सिरोही/आबू) के प्रसिद्ध नृत्य हैं। इसके अलावा चरी नृत्य गुर्जरों का तथा चकरी व धाकड़ नृत्य कंजर जाति का है। अतः सही कूट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41299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80/150</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गरासिया जनजाति का वह कौन सा प्रसिद्ध युगल लोक नृत्य है, जो बिना किसी वाद्ययंत्र के धीमी गति से दो अर्धवृत्तों में किया जाता है और जिसे 'गरासियों का घूमर' कहा जाता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वालर नृत्य</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मादल नृत्य</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लूर नृत्य</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जवारा नृत्य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49315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81/150</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वालर नृत्य</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मादल नृत्य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लूर नृत्य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जवारा नृत्य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वालर नृत्य गरासिया जनजाति (सिरोही, पिंडवाड़ा, आबू रोड) का सबसे प्रसिद्ध लोक नृत्य है। इस नृत्य की अनूठी विशेषता यह है कि इसमें किसी भी प्रकार के वाद्ययंत्र (ढोल, थाली आदि) का प्रयोग नहीं किया जाता; नर्तक अपने पैरों की थाप, हाथों की चुटकी और गायन की गति से ताल बनाए रखते हैं। पुरुष हाथ में तलवार या छाता लेकर आगे चलते हैं और महिलाएँ उनके पीछे दो अर्धवृत्तों में अत्यंत धीमी और गरिमामयी गति से कदमताल मिलाती हैं। इसे 'गरासियों का घूमर' भी कहा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49315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81/150</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किशनगढ़ (अजमेर) क्षेत्र का प्रसिद्ध 'चरी नृत्य' (Chari Dance) किस जाति की महिलाओं द्वारा सिर पर जलती हुई कपास के बीजों (काकड़ों) वाली चरी रखकर किया जाता है, जिसकी प्रसिद्ध नृत्यांगना फलकू बाई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गुर्जर जाति</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भील जनजाति</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मीणा जनजाति</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माली जाति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57331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82/150</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गुर्जर जाति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भील जनजाति</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मीणा जनजाति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माली जाति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नृत्य किशनगढ़ (अजमेर) क्षेत्र में गुर्जर जाति की महिलाओं द्वारा मांगलिक अवसरों और अतिथियों के स्वागत में किया जाने वाला अत्यंत आकर्षक लोक नृत्य है। नृत्यांगनाएँ सिर पर पीतल की चरी (कलश) रखती हैं जिसमें कपास के बीजों (काकड़े) को तेल में भिगोकर अग्नि प्रज्वलित की जाती है। अंधेरे में सिर पर जलती आग की लपटों के साथ नृत्य करते हुए संतुलन साधना इसकी अद्भुत कला है। इस नृत्य को विश्व प्रसिद्ध बनाने का श्रेय किशनगढ़ की 'फलकू बाई' तथा सुनीता रावत व मोहन सिंह गौड़ को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57331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82/150</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शेखावाटी एवं डीडवाना-कुचामन क्षेत्र के प्रसिद्ध व्यावसायिक नृत्य 'कच्छी घोड़ी' के संबंध में कौन से कथन सत्य हैं? A. यह विशुद्ध रूप से पुरुषों द्वारा विवाह व व्यावसायिक अवसरों पर किया जाने वाला वीर रस प्रधान नृत्य है। B. इसमें नर्तक बाँस और कपड़े से बनी काठ (लकड़ी) की घोड़ी की पोशाक पहनकर हाथ में तलवार लेकर वीरतापूर्वक नृत्य करते हैं। C. इस नृत्य में नर्तक 4-4 की पंक्तियों में आगे-पीछे होकर इस प्रकार गति करते हैं कि कमल के फूल के खिलने और बंद होने (पंखुड़ियों) का सजीव दृश्य बनता है। D. इस नृत्य में ढोल, बांकिया और थाली के साथ 'लश्करिया', 'बींद', 'रमगड़िया' और 'गींदड़' लोकगीत गाए जाते हैं।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65347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83/150</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कच्छी घोड़ी नृत्य शेखावाटी, कुचामन, डीडवाना, परबतसर और नागौर क्षेत्र का एक सुप्रसिद्ध व्यावसायिक लोक नृत्य है। इसमें नर्तक दूल्हे या योद्धा की वेशभूषा धारण कर काठ की घोड़ी के ढाँचे के बीच में खड़े होकर नृत्य करते हैं। इस नृत्य की सबसे विशिष्ट कोरियोग्राफी यह है कि आठ नर्तक आमने-सामने दो पंक्तियों में खड़े होकर इतनी तेजी और तालमेल से अंदर-बाहर होते हैं कि देखने वाले को फूल के खिलने और पंखुड़ियों के सिमटने का आभास होता है। सरगड़ा, भांभी और कुम्हार जाति के कलाकार इसमें अत्यंत निपुण माने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65347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83/150</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प्रमुख क्षेत्रीय लोक नृत्यों को उनके संबंधित क्षेत्रों से सुमेलित कीजिए: सूची-I (क्षेत्रीय लोक नृत्य): सूची-I: A. डांग नृत्य B. बिंदौरी नृत्य C. भैरव (मयूर) नृत्य D. खारी नृत्य सूची-II: 1. नाथद्वारा (राजसमंद) 2. झालावाड़ 3. ब्यावर 4. मेवात (अलवर)</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73364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84/150</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डांग नृत्य नाथद्वारा (राजसमंद) में होली के अवसर पर श्रीनाथजी के मंदिर परिसर में पुरुषों और महिलाओं द्वारा संयुक्त रूप से ढोल और मांदल पर किया जाता है। बिंदौरी नृत्य झालावाड़ क्षेत्र का एक गैर शैली का विवाह व होली नृत्य है। भैरव नृत्य (मयूर नृत्य) ब्यावर में होली के बाद बादशाह (टोडरमल) की सवारी के समय बीरबल की भूमिका निभाने वाले व्यास परिवार के कलाकार द्वारा किया जाता है। खारी नृत्य मेवात (अलवर) में दुल्हन की विदाई के समय उसकी सहेलियों द्वारा सिर पर खारी (सजी हुई टोकरी) रखकर किया जाता है। अतः सही कूट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73364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84/150</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सहरिया जनजाति (शाहबाद एवं किशनगंज, बारां) के पारंपरिक नृत्यों के संदर्भ में निम्नलिखित कथनों पर विचार कीजिए: A. शिकारी नृत्य सहरिया पुरुषों द्वारा वनों में शिकार की विभिन्न गतिविधियों का नाट्य रूपांतरण करते हुए किया जाने वाला ओजस्वी नृत्य है। B. लहंगी नृत्य सहरिया युवतियों द्वारा वर्षा ऋतु (सावन-भादों) और पेड़ों पर झूला झूलते समय किया जाने वाला नृत्य है। C. इंद्रपरी नृत्य विवाह के अवसर पर रागिनी गीतों के साथ किया जाने वाला नृत्य है। D. बिछवा केवल महिलाओं द्वारा समूह में तथा झेला फसल पकने के समय स्त्री-पुरुषों द्वारा गाया व नाचा जाने वाला युगल नृत्य है।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81380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85/150</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सहरिया राजस्थान की एकमात्र ऐसी जनजाति है जिसे भारत सरकार ने 'आदिम जनजाति समूह' (PVTG) में शामिल किया है। इनकी सांस्कृतिक विरासत अत्यंत समृद्ध है। शिकारी नृत्य पुरुषों का सबसे प्रमुख वीर रस नृत्य है जिसमें वे धनुष-बाण और कुल्हाड़ी लेकर शिकार का स्वांग रचते हैं। लहंगी नृत्य युवतियों द्वारा रक्षाबंधन के अवसर पर तेजाजी के थान पर किया जाता है। इंद्रपरी विवाह का नृत्य है। बिछवा महिलाओं का तथा झेला फसल कटाई के समय का गीत-नृत्य है। सांग नृत्य में विभिन्न पौराणिक स्वांग रचे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81380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85/150</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टोंक के प्रसिद्ध लोकनाट्य 'चारबैंत' (Chaar Baint) के संदर्भ में निम्नलिखित कथनों पर विचार कीजिए: A. चारबैंत टोंक रियासत का एक संगीत-दंगल और कव्वालीनुमा अनूठा लोकनाट्य है। B. इसकी शुरुआत टोंक के नवाब फैजुल्ला खाँ के शासनकाल में करीम खाँ निहंग द्वारा की गई थी। C. इसमें गायक घुटनों के बल बैठकर हाथ में 'डफ' (Daf) बजाते हुए ऊँचे सुरों में शेरो-शायरी और काव्यात्मक संवाद प्रस्तुत करते हैं। D. यह मूलतः पश्तो (पठान) भाषा की लोक विधा थी जिसका स्थानीयकरण राजस्थान के टोंक में हुआ।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89396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86/150</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चारबैंत राजस्थान के नवाबों की नगरी 'टोंक' का एकमात्र पठानी शैली का पारंपरिक लोकनाट्य है। 19वीं सदी में नवाब फैजुल्ला खाँ के समय अफगानिस्तान के पश्तून सैनिकों द्वारा लाई गई इस विधा को खलीफा करीम खाँ निहंग ने स्थानीय उर्दू व राजस्थानी प्रभाव के साथ मंचित किया। इसमें चार पंक्तियों वाले पद (चार बैंत) डफ वाद्ययंत्र की तीव्र थाप पर अखाड़ों के बीच दंगल के रूप में गाए जाते हैं। इसमें कलाकार घुटनों पर खड़े होकर जोश भरे अंदाज में संवाद बोलते हैं।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89396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86/150</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पारंपरिक लोकनाट्य 'रम्मत' (Rammat) के संदर्भ में निम्नलिखित कथनों पर विचार कीजिए: A. रम्मत का मुख्य उद्गम जैसलमेर से हुआ तथा बीकानेर और फलोदी इसके प्रमुख केंद्र बने जहाँ यह 'पाटा संस्कृति' (चौकों में लकड़ी के तख्तों पर) खेली जाती है। B. तेज कवि जैसलमेरी ने 'श्री कृष्ण कंपनी' की स्थापना की और 1943 ई. में अंग्रेजी शासन के विरोध में 'स्वतंत्र बावनी' पुस्तक लिखकर महात्मा गांधी को भेंट की थी। C. बीकानेर में आचार्यों के चौक की 'अमर सिंह राठौड़ की रम्मत', बिस्सों के चौक की 'चौबेल नौटंकी' तथा किकाणी व्यासों की रम्मतें प्रसिद्ध हैं। D. रम्मत के मुख्य रचयिताओं में मणिराम व्यास, तुलसीराम, फागू महाराज और सूआ महाराज प्रमुख थे तथा रम्मत शुरू होने से पूर्व रामदेवजी के भजन गाए जाते हैं।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97412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87/150</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रम्मत पश्चिमी राजस्थान का विशुद्ध साहित्यिक और लोकधर्मी काव्य नाटक है जो होली के अवसर पर रात भर खुले मोहल्लों के पाटा (मंच) पर खेला जाता है। जैसलमेर के तेज कवि ने रम्मत के माध्यम से स्वतंत्रता आंदोलन में जनजागरण किया और 'कमिश्नर खोल दरवाजा, हमें भी जेल जाना है' का उद्घोष किया था। बीकानेर में रम्मत की पाटा संस्कृति विश्व प्रसिद्ध है जहाँ सभी जातियों के लोग इसमें भाग लेते हैं। रम्मत का मंचन शुरू होने से पहले लोकदेवता रामदेवजी की आरती और भक्ति पद गाए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97412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87/150</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कुचामनी ख्याल (डीडवाना-कुचामन) के संदर्भ में निम्नलिखित कथनों पर विचार कीजिए: A. इस ख्याल शैली के प्रवर्तक प्रसिद्ध लोक नाटककार पंडित लच्छीराम थे। B. लच्छीराम द्वारा रचित प्रमुख ख्यालों में 'चांद नीलगिरी', 'राव रिड़मल' और 'मीरा मंगल' विख्यात हैं। C. इस शैली का स्वरूप पश्चिमी 'ओपेरा' (Opera) जैसा होता है जिसमें लोकगीतों की प्रधानता और खुली रंगमंचीय प्रस्तुति होती है। D. इस ख्याल में स्त्री पात्रों की भूमिका भी पुरुष कलाकारों द्वारा ही निभाई जाती है तथा उगमराज इसके प्रमुख प्रसिद्ध कलाकार रहे हैं।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05429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88/150</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कुचामनी ख्याल नागौर-कुचामन अंचल की अत्यधिक लोकप्रिय ख्याल शैली है। इसके प्रवर्तक पं. लच्छीराम ने सरल लोकभाषा और गेय पदों के माध्यम से पौराणिक व ऐतिहासिक आख्यानों को जन-जन तक पहुँचाया। इस ख्याल की मुख्य विशेषताएँ हैं: संवादों का पद्यमय व संगीतमय होना, ओपेरा जैसी उच्च स्वर की तानें, ढोलक, शहनाई व सारंगी का प्रयोग, और खुले मंच पर प्रदर्शन। इसमें महिला पात्रों का अभिनय भी पुरुष ही करते हैं। उगमराज कुचामनी ख्याल के वर्तमान समय के सबसे विख्यात कलाकार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05429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88/150</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प्रमुख ख्यालों (Folk Theatres) को उनकी विशेषताओं/प्रवर्तकों से सुमेलित कीजिए: सूची-I (ख्याल शैली): सूची-I: A. जयपुरी ख्याल B. कन्हैया ख्याल C. शेखावाटी (चिड़ावी) ख्याल D. तुर्रा-कलंगी ख्याल सूची-II: 1. महिलाओं के पात्रों का अभिनय स्वयं महिलाओं द्वारा किया जाना (जोगी-जोगन, कान-गूजरी) 2. पूर्वी राजस्थान (करौली/सवाई माधोपुर) का ख्याल, मुख्य कथा 'काहन' व मुख्य पात्र 'मेडिया' 3. नानूराम एवं दुलिया राणा द्वारा पल्लवित, चिड़ावा केंद्र, सारंगी व हारमोनियम संगत 4. मेवाड़/घोसुंडा में चंदेरी के संत तुकनगीर (शिव पक्ष) और शाह अली (शक्ति पक्ष) द्वारा प्रारंभ</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13445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89/150</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जयपुरी ख्याल की अनूठी विशेषता यह है कि इसमें स्त्री पात्रों की भूमिका स्त्रियाँ ही निभाती हैं तथा इसमें आधुनिक प्रयोगों की खुली छूट है। कन्हैया ख्याल करौली, धौलपुर, दौसा और सवाई माधोपुर में 'दंगल' के रूप में खेला जाता है जिसमें कथा को 'काहन' और कथावाचक/सूत्रधार को 'मेडिया' कहते हैं। शेखावाटी ख्याल के प्रवर्तक नानूराम चिड़ावा थे जिसे दुलिया राणा ने लोकप्रिय बनाया। तुर्रा-कलंगी ख्याल लगभग 400 वर्ष पूर्व तुकनगीर (कलंगी - पार्वती प्रतीक) और शाह अली (तुर्रा - शिव प्रतीक) द्वारा शुरू किया गया था जिसमें चंग की थाप पर काव्यात्मक दंगल होता है। अतः सही कूट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13445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89/150</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'तमाशा' (जयपुर) एवं 'गवरी' (मेवाड़) लोकनाट्य के संदर्भ में निम्नलिखित कथनों पर विचार कीजिए: A. तमाशा मूलतः महाराष्ट्र की विधा है जिसे सवाई प्रताप सिंह के काल में जयपुर के बंशीधर भट्ट परिवार ने स्थानीय रंग में ढाला और इसके मंच को 'अखाड़ा' कहा जाता है। B. तमाशा लोकनाट्य में स्त्री पात्रों का अभिनय स्त्रियाँ ही करती हैं (जैसे प्रसिद्ध कलाकार गोहर जान)। C. गवरी (राई) मेवाड़ के भीलों का 40 दिनों तक चलने वाला धार्मिक लोकनाट्य है जो भगवान शिव और भस्मासुर की कथा पर आधारित है। D. गवरी लोकनाट्य में 'बुढ़िया' शिव-भस्मासुर का प्रतीक है, 'झमट्या' कविता बोलता है और 'खटकड्या' उसे दोहराते हुए विदूषक (कॉमेडियन) का कार्य करता है।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21461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90/150</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तमाशा और गवरी राजस्थान की दो अत्यंत विशिष्ट लोकनाट्य परंपराएँ हैं। जयपुर का तमाशा खुला लोकनाट्य है जिसमें संगीत, नृत्य और संवाद तीनों की प्रधानता होती है (प्रमुख खेल: जोगी-जोगन, गोपीचंद, हीर-रांझा)। गवरी राजस्थान का सबसे प्राचीन लोकनाट्य है जिसे 'लोकनाट्यों का मेरुनाट्य' कहा जाता है। यह रक्षाबंधन के अगले दिन से भाद्रपद व आश्विन में भील पुरुषों द्वारा 40 दिन तक दिन में मंचित किया जाता है। इसमें राई (पार्वती), बुढ़िया (भस्मासुर), झमट्या और खटकड्या प्रमुख पात्र होते हैं।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21461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90/150</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भाषा की उत्पत्ति एवं विकास के संदर्भ में निम्नलिखित कथनों पर विचार कीजिए: A. राजस्थानी भाषा का उद्भव 12वीं शताब्दी के अंतिम चरण में शौरसेनी अपभ्रंश के 'मरुगुर्जरी' (गुर्जर) रूप से हुआ माना जाता है। B. 8वीं शताब्दी (913 ई.) में उद्योतन सूरि द्वारा रचित ग्रंथ 'कुवलयमाला' में उल्लिखित 18 देशी भाषाओं में इसे 'मरुभाषा' कहा गया है। C. जॉर्ज अब्राहम ग्रियर्सन ने सर्वप्रथम 1912 ई. में अपनी पुस्तक 'लिंग्विस्टिक सर्वे ऑफ इंडिया' में इस भूभाग की बोली हेतु 'राजस्थानी' शब्द का प्रयोग किया। D. 16वीं शताब्दी के बाद राजस्थानी भाषा ने एक स्वतंत्र भाषा के रूप में आकार लेना प्रारंभ किया।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29477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91/150</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भाषा भारत की एक अत्यंत समृद्ध और प्राचीन आर्य भाषा है। भाषावैज्ञानिक दृष्टि से यह मरुगुर्जरी अपभ्रंश की वंशज है (डॉ. तेस्सीतोरी, ग्रियर्सन और डॉ. मोतीलाल मेनारिया के अनुसार)। कुवलयमाला में उल्लिखित 18 देशी भाषाओं में पश्चिमी राजस्थान की भाषा को 'मरुभाषा' कहा गया है। अबुल फजल ने 'आईन-ए-अकबरी' में इसे 'मारवाड़ी' कहा। 1912 में सर जॉर्ज अब्राहम ग्रियर्सन ने पहली बार यहाँ की सभी उपबोलियों के समूह के लिए 'राजस्थानी' नामकरण किया। 16वीं से 19वीं सदी तक का काल इसके साहित्य का स्वर्णिम युग रहा।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29477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91/150</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सर जॉर्ज अब्राहम ग्रियर्सन ने 1912 ई. में 'लिंग्विस्टिक सर्वे ऑफ इंडिया' (Linguistic Survey of India) में राजस्थानी बोलियों को कितने मुख्य भौगोलिक समूहों में विभाजित किया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तीन समूहों में</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पाँच समूहों में</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सात समूहों में</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चार समूहों में</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37494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92/150</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पाँच समूहों में</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तीन समूहों में</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सात समूहों में</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चार समूहों में</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डॉ. जॉर्ज अब्राहम ग्रियर्सन ने राजस्थानी भाषा की बोलियों को पाँच प्रमुख भौगोलिक वर्गों में वर्गीकृत किया था: 1. पश्चिमी राजस्थानी (मारवाड़ी, मेवाड़ी, ढटकी, थली, बीकानेरी, वागड़ी); 2. मध्य-पूर्वी राजस्थानी (ढूंढाड़ी और हाड़ौती); 3. उत्तर-पूर्वी राजस्थानी (मेवाती और अहीरवाटी/राठी); 4. दक्षिण-पूर्वी राजस्थानी (मालवी और निमाड़ी); 5. दक्षिणी राजस्थानी (भीली/खानदेशी प्रभाव)। डॉ. एल.पी. तेस्सीतोरी ने इसे दो प्रमुख भागों (पश्चिमी राजस्थानी और पूर्वी राजस्थानी) में बाँटा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37494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92/150</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भाषा एवं साहित्य का 'स्वर्ण युग' (Golden Age) किस कालखंड को माना जाता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1050 ई. से 1450 ई. (वीरगाथा काल)</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1450 ई. से 1650 ई. (भक्ति काल)</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1650 ई. से 1850 ई. (उत्तर-मध्यकाल / शृंगार व रीति-नीति काल)</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1850 ई. से 1950 ई. (आधुनिक काल)</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45510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93/150</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1650 ई. से 1850 ई. (उत्तर-मध्यकाल / शृंगार व रीति-नीति काल)</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1050 ई. से 1450 ई. (वीरगाथा काल)</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1450 ई. से 1650 ई. (भक्ति काल)</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1850 ई. से 1950 ई. (आधुनिक काल)</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भाषा और साहित्य का चरमोत्कर्ष (स्वर्ण युग) 1650 ई. से 1850 ई. (उत्तर-मध्यकाल/रीति काल) तक माना जाता है। इस काल में राजाओं के संरक्षण और स्वतंत्र रूप से उच्च कोटि के प्रबंध काव्य, नीतिपरक सोरठे (जैसे राजिया रा सोरठा, चोखिया रा सोरठा, कृपाराम खिड़िया कृत), ऐतिहासिक ख्यातें, वचनिकाएँ, दवावैत और शृंगार रस की अमर रचनाएँ लिखी गईं। भाषा का शब्दकोश, मुहावरे और व्याकरणिक स्वरूप इस काल में सर्वाधिक समृद्ध और सशक्त हुआ।</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45510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93/150</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प्रमुख बोलियों को उनके पारंपरिक प्रचलन क्षेत्रों से सुमेलित कीजिए: सूची-I (बोली): सूची-I: A. मारवाड़ी B. मेवाड़ी C. ढूंढाड़ी D. हाड़ौती सूची-II: 1. जोधपुर, नागौर, पाली, बाड़मेर, जैसलमेर 2. उदयपुर, राजसमंद, भीलवाड़ा, चित्तौड़गढ़ 3. जयपुर, दौसा, दूदू, टोंक 4. कोटा, बूंदी, बारां, झालावाड़</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53526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94/150</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मारवाड़ी पश्चिमी राजस्थान की प्रधान और सर्वाधिक क्षेत्रफल व जनसंख्या में बोली जाने वाली साहित्यिक बोली है। मेवाड़ी मेवाड़ रियासत की मधुर और स्वर-प्रधान बोली है जिसमें महाराणा कुम्भा के नाटक रचित हैं। ढूंढाड़ी जयपुर और आसपास के ढूंढाड़ अंचल की बोली है जिसमें दादूपंथ का संपूर्ण साहित्य लिखा गया है। हाड़ौती कोटा संभाग की प्रमुख बोली है जिसमें सूर्यमल्ल मिश्रण ने 'वंश भास्कर' और 'वीर सतसई' की रचना की (केलॉग ने इसे सबसे कठिन बोली माना)। अतः सही कूट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53526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94/150</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बोलियों पर अन्य भाषाओं के प्रभाव के संदर्भ में निम्नलिखित कथनों पर विचार कीजिए: A. ढूंढाड़ी बोली में 'है' के स्थान पर 'छे' और 'छो' का प्रयोग गुजराती भाषा के निकट प्रभाव को दर्शाता है। B. वागड़ी बोली (डूंगरपुर-बांसवाड़ा) पर गुजराती भाषा का सर्वाधिक प्रभाव है, जिसे जॉर्ज ग्रियर्सन ने 'भीली बोली' कहा था। C. मेवाती बोली (अलवर-भरतपुर) पर ब्रजभाषा का स्पष्ट प्रभाव दिखाई देता है। D. मालवी बोली (झालावाड़, प्रतापगढ़, कोटा) पर गुजराती और मराठी दोनों भाषाओं का प्रभाव है।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61542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95/150</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बोलियों का सीमावर्ती राज्यों की भाषाओं से सुंदर भाषाई आदान-प्रदान रहा है। ढूंढाड़ी में क्रियापद 'छे' गुजराती प्रभाव है। वागड़ी गुजरात सीमा से सटी होने के कारण व्याकरण और शब्दावली में गुजराती से अत्यधिक समानता रखती है (ग्रियर्सन ने इसे भीली कहा)। पूर्वी राजस्थान की मेवाती में ब्रज का माधुर्य और प्रभाव है (संत चरणदास व लालदास का साहित्य)। मालवा क्षेत्र की मालवी बोली में मारवाड़ी, ढूंढाड़ी, गुजराती और मराठी का अनूठा मिश्रण मिलता है।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61542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95/150</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अलवर जिले के मुंडावर, बहरोड़ और कोटपूतली क्षेत्र में बोली जाने वाली 'अहीरवाटी' (राठी) बोली किस भाषाई समूह के अंतर्गत आती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पश्चिमी राजस्थानी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उत्तर-पूर्वी राजस्थानी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दक्षिणी राजस्थानी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मध्य-पूर्वी राजस्थानी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69559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96/150</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उत्तर-पूर्वी राजस्थानी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पश्चिमी राजस्थानी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दक्षिणी राजस्थानी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मध्य-पूर्वी राजस्थानी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अहीरवाटी (जिसे 'राठी' या 'हीरवाटी' भी कहा जाता है) उत्तर-पूर्वी राजस्थानी वर्ग की एक प्रमुख बोली है। यह मुख्य रूप से अहीर (यादव) बाहुल्य क्षेत्र यानी अलवर के मुंडावर, बहरोड़, कोटपूतली और हरियाणा के गुड़गाँव-रेवाड़ी सीमावर्ती क्षेत्रों में बोली जाती है। यह बांगरू (हरियाणवी) और मेवाती के बीच की संक्रमणकालीन बोली है। जोधराज कृत 'हम्मीर रासो', शंकर राव का 'भीम विलास' तथा अलीबख्श के ख्याल इसी अहीरवाटी बोली में रचित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69559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96/150</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97</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विभिन्न मिश्रित उपबोलियों के भाषाई संयोजन (समीकरण) को सुमेलित कीजिए: सूची-I (मिश्रित बोली): सूची-I: A. खैराड़ी बोली B. रांगड़ी बोली C. मेवाती बोली D. निमाड़ी बोली सूची-II: 1. मेवाड़ी + ढूंढाड़ी + हाड़ौती का त्रिवेणी संगम (शाहपुरा, जहाजपुर, बूंदी) 2. मारवाड़ी + मालवी का मिश्रण (कर्कश व ओजस्वी बोली, राजपूतों की) 3. पश्चिमी हिंदी (ब्रज) + मरुभाषा का मिश्रण 4. मालवी + मारवाड़ी + गुजराती प्रभाव ('दक्षिणी राजस्थानी')</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77575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97/150</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खैराड़ी बोली शाहपुरा, जहाजपुर (भीलवाड़ा) और बूंदी के सीमावर्ती क्षेत्रों में बोली जाती है जो मेवाड़ी, ढूंढाड़ी और हाड़ौती का अद्भुत सम्मिश्रण है। रांगड़ी मालवा के राजपूतों की बोली है जो मारवाड़ी और मालवी के मिश्रण से बनी है और अपनी स्वाभाविक कर्कशता व ओज के लिए जानी जाती है। मेवाती ब्रज और मरुभाषा का संगम है। निमाड़ी मालवी की उपबोली है जिसे ग्रियर्सन ने 'दक्षिणी राजस्थानी' कहा है। अतः सही कूट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77575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97/150</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मारवाड़ी की प्रमुख क्षेत्रीय उपबोलियों को उनके संबंधित जिलों से सुमेलित कीजिए: सूची-I (उपबोली): सूची-I: A. गोडवाड़ी B. देवड़ावाटी C. धातकी एवं थली D. जाग्रौटी सूची-II: 1. पाली (बाली, देसूरी) एवं जालोर 2. सिरोही 3. बाड़मेर एवं जैसलमेर (रेगिस्तानी थार) 4. करौली (डांग क्षेत्र)</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85591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98/150</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गोडवाड़ी मारवाड़ी की प्रमुख उपबोली है जो गोडवाड़ क्षेत्र (पाली जिले की बाली व देसूरी तहसील और जालौर) में बोली जाती है (नरपति नाल्ह कृत 'बीसलदेव रासो' की मूल भाषा गोडवाड़ी है)। देवड़ावाटी सिरोही जिले में बोली जाती है जहाँ देवड़ा चौहानों का शासन था। धातकी (ढटकी) और थली बाड़मेर और जैसलमेर के रेतीले धोरों की उपबोलियाँ हैं। जाग्रौटी करौली जिले में बोली जाने वाली एक विशिष्ट स्थानीय बोली है। नागरचोल टोंक व सवाई माधोपुर में, तथा धावड़ी उदयपुर में बोली जाती है। अतः सही कूट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85591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98/150</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साहित्य के ऐतिहासिक काल-विभाजन के संबंध में निम्नलिखित कथनों पर विचार कीजिए: A. प्राचीन काल (वीरगाथा काल, 1050-1450 ई.) में मुख्यतः चारण व जैन कवियों द्वारा युद्धों, शौर्य और त्याग पर आधारित वीर रस के काव्य रचे गए। B. पूर्व-मध्यकाल (भक्ति काल, 1450-1650 ई.) में मीरांबाई, दादू दयाल, जसनाथ जी, जाम्भोजी और ईसरदास जैसे संतों ने सगुण-निर्गुण भक्ति काव्य का सृजन किया। C. उत्तर-मध्यकाल (शृंगार व रीति काल, 1650-1850 ई.) में कलात्मक गद्य, नीति सोरठे, ख्यात, वचनिका और राजाओं के पराक्रम का वर्णन हुआ। D. आधुनिक काल (1850 ई. से वर्तमान) में बांकीदास, सूर्यमल्ल मिश्रण, कन्हैयालाल सेठिया और विजयदान देथा ने राष्ट्रीय चेतना और लोकसंस्कृति को मुखरित किया।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93607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99/150</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साहित्य का इतिहास समृद्ध और सुदीर्घ है। वीरगाथा काल में चारण कवियों (जैसे चंदबरदाई - पृथ्वीराज रासो, दलपत विजय - खुमाण रासो, श्रीधर व्यास - रणमल छंद) ने ओजस्वी साहित्य रचा। भक्ति काल में ईश्वर-प्रेम, सामाजिक समरसता और आडंबर-विरोध के पद रचे गए। रीति काल में लक्षण ग्रंथ, नीति काव्य (कृपाराम के सोरठे) और इतिहास ग्रंथ (मुहणोत नैणसी री ख्यात) रचे गए। 1857 की क्रांति के बाद आधुनिक काल में देशभक्ति, स्वतंत्रता, जनचेतना और लोककथाओं का पुनरुत्थान हुआ।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93607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99/150</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साहित्य की प्रसिद्ध कृतियों को उनके अमर रचयिताओं से सुमेलित कीजिए: सूची-I (साहित्यिक कृति): सूची-I: A. रणमल छंद B. हरिरस एवं गुण भागवत C. वेली किसन रुक्मणी री D. पृथ्वीराज रासो सूची-II: 1. श्रीधर व्यास 2. भक्त कवि ईसरदास 3. पृथ्वीराज राठौड़ (पीथल) 4. महाकवि चंदबरदाई</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01624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100/150</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रणमल छंद वीरगाथा काल के कवि श्रीधर व्यास की डिंगल रचना है जिसमें ईडर के राजा रणमल राठौड़ द्वारा पाटन के सूबेदार जफर खाँ पर विजय का ओजस्वी वर्णन है। हरिरस, गुण भागवत और हाला-झाला री कुंडलियाँ भक्त शिरोमणि ईसरदास जी (भादरेस, बाड़मेर) की अमर रचनाएँ हैं। 'वेली किसन रुक्मणी री' बीकानेर के राजकुमार पृथ्वीराज राठौड़ द्वारा गागरोन दुर्ग में लिखी गई डिंगल की सर्वश्रेष्ठ कृति है, जिसे कवि दुरसा आढ़ा ने 'पाँचवाँ वेद और उन्नीसवाँ पुराण' कहा था। पृथ्वीराज रासो हिंदी/डिंगल का प्रथम महाकाव्य है जिसे चंदबरदाई ने लिखा और उनके पुत्र जल्हण ने पूर्ण किया। अतः सही कूट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01624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100/150</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101</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प्राचीन राजस्थानी एवं अपभ्रंश कालीन प्रमुख जैन साहित्यिक ग्रंथों को उनके लेखकों से सुमेलित कीजिए: सूची-I (जैन ग्रंथ): सूची-I: A. भरतेश्वर बाहुबली घोर (1168 ई.) B. भरतेश्वर बाहुबली रास (1184 ई.) C. कुवलयमाला (913 ई.) D. नेमिनाथ बारहमासा सूची-II: 1. वज्रसेन सूरि 2. शालिभद्र सूरि 3. उद्योतन सूरि 4. कवि पाल्हण</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09640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101/150</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C-1,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वज्रसेन सूरि द्वारा रचित 'भरतेश्वर बाहुबली घोर' (1168 ई.) पुरानी राजस्थानी का सबसे प्राचीन उपलब्ध काव्य माना जाता है। शालिभद्र सूरि कृत 'भरतेश्वर बाहुबली रास' (1184/1185 ई.) छंदों और रास परंपरा का प्राचीनतम ग्रंथ है (डॉ. गणपतिचंद्र गुप्त ने इसे हिंदी का प्रथम ग्रंथ और शालिभद्र सूरि को प्रथम कवि माना)। उद्योतन सूरि ने जालोर में प्रतिहार राजा वत्सराज के समय 913 ई. में 'कुवलयमाला' की रचना की थी। 'नेमिनाथ बारहमासा' के रचयिता कवि पाल्हण हैं जो बारहमासा विधा का प्रारंभिक उदाहरण है। अतः सही कूट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09640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101/150</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गद्य-काव्य विधा 'वचनिका' (Vachanika) के संबंध में निम्नलिखित कथनों पर विचार कीजिए: A. 'वचनिका' शब्द संस्कृत के 'वचन' से बना है और यह तुकांत, छंदोबद्ध गद्य-पद्य मिश्रित (चम्पू काव्य शैली) रचना होती है। B. शिवदास गाडण कृत 'अचलदास खींची री वचनिका' में 1423 ई. में गागरोन के प्रथम साके और अचलदास खींची व होशंगशाह के युद्ध का सजीव वर्णन है। C. खिड़िया जग्गा कृत 'राठौड़ रतनसिंह महेसदासोत री वचनिका' में धरमत के युद्ध (1658 ई.) में रतलाम के राजा रतनसिंह राठौड़ की वीरता का वर्णन है। D. वचनिका में सामान्यतः अंत्यानुप्रास मिलता है और यह ऐतिहासिक युद्धों के विवरण का प्रामाणिक स्रोत है।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17656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102/150</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वचनिका राजस्थानी साहित्य की एक अत्यंत लोकप्रिय और ओजस्वी विधा है। इसमें गद्य और पद्य का ऐसा सुंदर प्रवाह होता है जिसमें तुकबंदी और अनुप्रास की छटा मिलती है। शिवदास गाडण की 'अचलदास खींची री वचनिका' डिंगल गद्य-पद्य की आरंभिक और ऐतिहासिक दृष्टि से सर्वाधिक प्रामाणिक कृति मानी जाती है। खिड़िया जग्गा की 'राठौड़ रतनसिंह री वचनिका' मुगल उत्तराधिकार के धरमत युद्ध (उज्जैन के पास, जहाँ औरंगजेब के विरुद्ध दारा शिकोह की ओर से लड़ते हुए राजा रतनसिंह वीरगति को प्राप्त हुए) का आँखों देखा जीवंत दस्तावेज है।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17656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102/150</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गद्य विधाओं 'दवावैत', 'वात' एवं 'ख्यात' के संबंध में निम्नलिखित कथनों पर विचार कीजिए: A. दवावैत वचनिका के समान ही कलात्मक तुकांत गद्य का रूप है, जिसमें उर्दू-फारसी के प्रवाहपूर्ण शब्दों के साथ नायक की प्रशंसा, युद्ध व आखेट का वर्णन होता है (जैसे अखमाल देवड़ा री दवावैत)। B. 'वात' कहानी कहने और सुनने की एक मौखिक कथा परंपरा है, जिसमें श्रोता बीच-बीच में 'हुँकारा' (हाँ, हाँजी) भरकर सहभागिता दर्शाता है। C. 'ख्यात' शब्द संस्कृत के 'ख्याति' (प्रसिद्धि/इतिहास) से बना है, जिसमें रियासतों के राजाओं ने अपने वंश, युद्धों व पराक्रम का प्रामाणिक इतिहास दर्ज करवाया। D. मुहणोत नैणसी री ख्यात, दयालदास री ख्यात और बांकीदास री ख्यात राजस्थान के इतिहास के अमूल्य स्रोत हैं।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25672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103/150</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गद्य विधाएँ अत्यंत समृद्ध हैं। दवावैत में राजाओं के वैभव और आखेट का आलंकारिक गद्य वर्णन होता है (जैसे महाराणा जवानसिंह री दवावैत)। वात विधा गद्य, पद्य और मिश्रित तीनों रूपों में मिलती है (जैसे पाबूजी री वात, कान्हड़दे री वात, अचलदास खींची री वात, राव अमरसिंह री वात)। ख्यात इतिहास लेखन की विशिष्ट शैली है; मुहणोत नैणसी (जोधपुर महाराजा जसवंत सिंह के दीवान, मुंशी देवीप्रसाद ने इन्हें 'राजपूताने का अबुल फजल' कहा) ने 'नैणसी री ख्यात' लिखी जिसमें कोई असत्य प्रशंसा नहीं है। दयालदास सिंढायच ने बीकानेर का इतिहास लिखा।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25672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103/150</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साहित्य में किसी प्रतिष्ठित राजा, योद्धा या वीर पुरुष की मृत्यु पर गहरा शोक, विलाप और उसके आदर्श गुणों को व्यक्त करने वाले काव्य को क्या कहा जाता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मरस्या</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प्रकाश</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झामल</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दवावैत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33689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104/150</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मरस्या</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प्रकाश</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झामल</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दवावैत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मरस्या (Marsiya) राजस्थानी साहित्य की वह विशिष्ट विलाप-काव्य/शोक-गीत विधा है, जो किसी राजा, सरदार, वीर योद्धा या जननायक की मृत्यु पर उनके प्रति गहरी संवेदना, सम्मान और उनके पराक्रम व दानशीलता के स्मरण में रची जाती है। इस काव्य में करुण रस की प्रधानता होती है। इसका एक विश्वप्रसिद्ध ऐतिहासिक उदाहरण 'राणे जगपत रा मरस्या' है, जो मेवाड़ के महाराणा जगतसिंह की मृत्यु पर दरबारी कवि द्वारा रचा गया था जिसमें उनके जनकल्याणकारी स्वरूप का अत्यंत मार्मिक चित्रण मिलता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33689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104/150</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105</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आधुनिक राजस्थानी साहित्यकारों को उनकी प्रसिद्ध कालजयी रचनाओं से सुमेलित कीजिए: सूची-I (साहित्यकार): सूची-I: A. विजयदान देथा (बिज्जी) B. कन्हैयालाल सेठिया C. महाकवि सूर्यमल्ल मिश्रण D. कविराज बांकीदास सूची-II: 1. 'बातां री फुलवारी' (14 खंड), 'दुविधा', 'उलझन', 'अलेखूँ हिटलर' 2. 'धरती धोरां री', 'पाथल और पीथल', 'लीलटांस', 'मिंझर' 3. 'वंश भास्कर', 'वीर सतसई', 'बलवंत विलास', 'छंदोमयूख' 4. 'बांकीदास री ख्यात', 'आयो इंगरेज मुलक रै ऊपर', 'सूर छत्तीसी'</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41705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105/150</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विजयदान देथा (बोरुंदा, जोधपुर) को राजस्थानी लोककथाओं के संकलन 'बातां री फुलवारी' हेतु साहित्य अकादमी पुरस्कार मिला; इनकी कहानी 'दुविधा' पर अमोल पालेकर ने शाहरुख खान अभिनीत फिल्म 'पहेली' बनाई। कन्हैयालाल सेठिया (सुजानगढ़, चूरू) आधुनिक राजस्थानी के जनक हैं जिनके गीत 'धरती धोरां री' और महाराणा प्रताप-अकबर संवाद पर आधारित 'पाथल और पीथल' अमर हैं। सूर्यमल्ल मिश्रण (बूंदी) राजस्थान के राज्य कवि हैं जिन्होंने 1857 की क्रांति में राष्ट्रीय चेतना जगाई। बांकीदास आशिया (जोधपुर) ने अंग्रेजों के विरुद्ध शौर्य गीत लिखे। अतः सही कूट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41705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105/150</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आधुनिक राजस्थानी भाषा एवं साहित्य की प्रथम ऐतिहासिक कृतियों के संदर्भ में निम्नलिखित कथनों पर विचार कीजिए: A. राजस्थानी भाषा का प्रथम आधुनिक नाटक 'केसर विलास' (1900 ई.) शिवचंद्र भरतिया द्वारा लिखा गया था। B. राजस्थानी भाषा का प्रथम उपन्यास 'कनक सुंदर' (1903 ई.) भी शिवचंद्र भरतिया की रचना है। C. राजस्थानी भाषा की प्रथम आधुनिक कहानी 'विश्रांत प्रवास' (1904 ई.) शिवचंद्र भरतिया द्वारा रचित है। D. आधुनिक राजस्थानी काव्य की प्रथम कृति 'बादली' (1940 ई.) के रचयिता चंद्रसिंह बिरकाली हैं।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Only A, C and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49721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106/150</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Only A, C and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शिवचंद्र भरतिया (हनुमानगढ़ निवासी) को आधुनिक राजस्थानी गद्य का जनक और 'राजस्थानी का भारतेंदु हरिश्चंद्र' कहा जाता है क्योंकि उन्होंने राजस्थानी का पहला नाटक (केसर विलास 1900), पहला उपन्यास (कनक सुंदर 1903) और पहली कहानी (विश्रांत प्रवास 1904) लिखकर एक नया युग शुरू किया। चंद्रसिंह बिरकाली ने 1940 में प्रकृति और विरह पर आधारित 'बादली' काव्य लिखकर आधुनिक राजस्थानी कविता में नवचेतना का सूत्रपात किया (इनकी अन्य रचनाएँ 'लू' और 'डाफर' हैं)। आजादी के बाद पहला उपन्यास श्रीलाल नथमल जोशी कृत 'आभै पटकी'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49721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106/150</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1960 ई. में प्रकाशित अपनी प्रसिद्ध काव्य कृति 'राधा' के माध्यम से महाभारत के विनाशकारी युद्ध का विरोध करने वाले जोधपुर के प्रख्यात आधुनिक साहित्यकार कौन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सत्यप्रकाश जोशी</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मेघराज मुकुल</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कन्हैयालाल सेठिया</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नारायण सिंह भाटी</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57737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107/150</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सत्यप्रकाश जोशी</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मेघराज मुकुल</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कन्हैयालाल सेठिया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नारायण सिंह भाटी</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सत्यप्रकाश जोशी (जोधपुर) आधुनिक राजस्थानी के प्रगतिशील और क्रांतिकारी कवि थे। 1960 ई. में प्रकाशित इनके खंडकाव्य 'राधा' में उन्होंने महाभारत युद्ध के विनाश, रक्तपात और निरर्थकता पर राधा के माध्यम से युद्ध-विरोधी और शांति का सशक्त संदेश दिया। इनकी अन्य प्रसिद्ध कृतियों में 'बोल भारमली', 'दीवा कंपै क्यूं', 'पद्मिनी' और 'लस्कर ना थमाई' शामिल हैं। मेघराज मुकुल ने हाड़ी रानी के बलिदान पर अमर कविता 'सेनाणी' (चूंडावत मांगी सेनाणी, सिर काट दे दियो क्षत्राणी) लिखी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57737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107/150</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प्रसिद्ध 'रासो साहित्य' को उनके संबंधित रचयिताओं से सुमेलित कीजिए: सूची-I (रासो ग्रंथ): सूची-I: A. खुमाण रासो B. सगत रासो (सगत सिंह रासो) C. हम्मीर रासो D. विजयपाल रासो सूची-II: 1. दलपत विजय (दौलत विजय) 2. गिरधर आसिया 3. जोधराज / सारंगधर 4. नल्ल सिंह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65753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108/150</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रासो साहित्य राजाओं की कीर्ति, युद्ध अभियानों और वंशावलियों का पद्यबद्ध ऐतिहासिक विवरण होता है। 'खुमाण रासो' में दलपत विजय ने मेवाड़ के बाप्पा रावल से लेकर महाराणा राजसिंह तक का इतिहास लिखा है। 'सगत रासो' में गिरधर आसिया ने महाराणा प्रताप के छोटे भाई शक्ति सिंह (सगत सिंह) के पराक्रम का वर्णन 943 छंदों में किया है। 'हम्मीर रासो' में जोधराज (नीमराणा के राजा चंद्रभान के दरबारी) ने रणथंभौर के हम्मीर देव की वीरता का वर्णन किया है। 'विजयपाल रासो' में नल्ल सिंह ने विजयगढ़ (करौली) के यदुवंशी राजा विजयपाल और पंग युद्ध का पिंगल में वर्णन किया है। अतः सही कूट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65753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108/150</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ऐतिहासिक 'प्रकाश' (किसी व्यक्ति या वंश के कार्यों पर आधारित ग्रंथ) साहित्य को उनके रचयिताओं से सुमेलित कीजिए: सूची-I (प्रकाश ग्रंथ): सूची-I: A. राजप्रकास B. महायश प्रकास C. सूरज प्रकास D. पाबू प्रकास सूची-II: 1. किशोरदास 2. आसिया मानसिंह 3. करणीदान कविया 4. आशिया मोड़जी</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73770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109/150</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साहित्य में किसी व्यक्ति, वंश या शासक की उपलब्धियों और इतिहास पर प्रकाश डालने वाली कृतियाँ 'प्रकाश' कहलाती हैं। 'राजप्रकास' के लेखक किशोरदास हैं जिसमें मेवाड़ महाराणा राजसिंह का इतिहास है। 'महायश प्रकास' के रचयिता आसिया मानसिंह हैं। 'सूरज प्रकास' जोधपुर महाराजा अभयसिंह के दरबारी कवि करणीदान कविया द्वारा रचित प्रसिद्ध ग्रंथ है जिसमें 1730 ई. के अहमदाबाद युद्ध में सरबुलंद खाँ पर महाराजा अभयसिंह की विजय का सजीव वर्णन है। 'पाबू प्रकास' आशिया मोड़जी द्वारा लोकदेवता पाबूजी के जीवन पर रचित महाकाव्य है। अतः सही कूट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73770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109/150</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भाषा व साहित्य की प्रमुख पत्रिकाओं को उनके संस्थापक/संपादक से सुमेलित कीजिए: सूची-I (पत्रिका): सूची-I: A. हरावल B. ओळ्युं C. मरुवाणी D. जागती जोत सूची-II: 1. सत्यप्रकाश जोशी 2. किशोर कल्पनाकांत 3. पं. रामकरण आसोपा / कवि चंद्रसिंह 4. राजस्थानी भाषा, साहित्य एवं संस्कृति अकादमी (बीकानेर)</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81786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110/150</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पत्र-पत्रिकाओं ने आधुनिक साहित्य के प्रचार-प्रसार में महत्वपूर्ण भूमिका निभाई है। 'हरावल' पत्रिका के संपादक सत्यप्रकाश जोशी थे। 'ओळ्युं' पत्रिका किशोर कल्पनाकांत द्वारा संपादित की गई थी। 'मरुवाणी' पत्रिका का प्रकाशन जयपुर से हुआ। 'जागती जोत' मासिक पत्रिका बीकानेर स्थित 'राजस्थानी भाषा, साहित्य एवं संस्कृति अकादमी' का मुख्य मुखपत्र है जो राजस्थानी साहित्य का सबसे प्रतिष्ठित मंच है। राजस्थान साहित्य अकादमी (उदयपुर) की मासिक पत्रिका 'मधुमती' है। अतः सही सुमेल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81786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110/150</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व्याकरण एवं वृहद् शब्दकोश निर्माण के संदर्भ में निम्नलिखित कथनों पर विचार कीजिए: A. लगभग 70 वर्ष पूर्व जोधपुर के पंडित रामकरण आसोपा ने 'मारवाड़ी भाषा रौ व्याकरण' नामक प्रामाणिक ग्रंथ प्रकाशित किया था। B. पद्मश्री सीताराम लालस ने 40 वर्षों के अथक परिश्रम से 2 लाख से अधिक शब्दों वाला चार खंडों का 'राजस्थानी सबद कोस' (राजस्थानी व्याकरण व शब्दकोश) तैयार किया। C. एनसाइक्लोपीडिया ब्रिटानिका ने सीताराम लालस को 'राजस्थानी जुबां की मशाल' (Mashaal of Rajasthani) की संज्ञा दी। D. कविराजा मुरारीदान कृत 'डिंगल कोश' एवं उदयराम बारहठ कृत 'अवधांन माळा' डिंगल भाषा के प्रसिद्ध प्राचीन शब्दकोश हैं।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89802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111/150</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भाषा के व्याकरण और शब्दकोश निर्माण में ये विद्वान मील का पत्थर हैं। पं. रामकरण आसोपा ने 60 हजार शब्दों का अक्षर-क्रम से संकलन किया और प्रथम व्याकरण लिखा। नरेल (जोधपुर) निवासी पद्मश्री सीताराम लालस का 'राजस्थानी सबद कोस' विश्व के सबसे बड़े शब्दकोशों में गिना जाता है जिसके लिए उन्हें देश-विदेश में सर्वोच्च सम्मान प्राप्त हुआ। डिंगल साहित्य के प्राचीन कोशों में कविराजा मुरारीदान का डिंगल कोश, उदयराम बारहठ की अवधान माला और हमीरदान रतनू की 'हमीर नाममाला' प्रसिद्ध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89802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111/150</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के महान क्रांतिकारी एवं साहित्यकार ठाकुर केसरी सिंह बारहठ की प्रमुख कृतियों के संबंध में कौन सा समूह पूर्णतः सत्य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प्रताप चरित, दुर्गादास चरित, रूठी राणी, कुसुमांजलि और चेतावनी रा चूँगट्या</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बातां री फुलवारी, पाथल और पीथल, दुविधा और सेनाणी</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वंश भास्कर, वीर सतसई, बलवंत विलास और छंदोमयूख</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अजयमेरु, पथिक प्रमोद, जानकी मंगल और तत्वबोध</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97818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112/150</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प्रताप चरित, दुर्गादास चरित, रूठी राणी, कुसुमांजलि और चेतावनी रा चूँगट्या</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बातां री फुलवारी, पाथल और पीथल, दुविधा और सेनाणी</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वंश भास्कर, वीर सतसई, बलवंत विलास और छंदोमयूख</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अजयमेरु, पथिक प्रमोद, जानकी मंगल और तत्वबोध</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शाहपुरा (भीलवाड़ा) के देवपुरा गाँव में जन्मे अमर क्रांतिकारी ठाकुर केसरी सिंह बारहठ एक उच्च कोटि के विद्वान और कवि थे। उन्होंने 1903 ई. में लॉर्ड कर्जन के दिल्ली दरबार में जा रहे मेवाड़ महाराणा फतेह सिंह के स्वाभिमान को जगाने हेतु डिंगल भाषा में 13 सोरठों की अमर कृति 'चेतावनी रा चूँगट्या' लिखी, जिसे पढ़कर महाराणा दिल्ली जाकर भी दरबार में शामिल नहीं हुए। इसके अतिरिक्त केसरी सिंह जी ने ऐतिहासिक चरित्रों पर 'प्रताप चरित', 'दुर्गादास चरित', 'रूठी राणी' (उमादे पर), 'कुसुमांजलि' और 'कविराज श्यामलदास का जीवन चरित्र' जैसी कालजयी पुस्तकें लिखीं।</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97818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112/150</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रानी लक्ष्मी कुमारी चूंडावत के साहित्यिक योगदान के संदर्भ में निम्नलिखित कथनों पर विचार कीजिए: A. इनका जन्म मेवाड़ के देवगढ़ ठिकाने में हुआ तथा ये राजस्थान विधानसभा व राज्यसभा की सदस्य भी रहीं। B. 'मांझल रात', 'मूमल', 'कै रे चकवा बात', 'देवनारायण बगड़ावत री महागाथा' और 'राजस्थान के रीति-रिवाज' इनकी प्रमुख साहित्यिक कृतियाँ हैं। C. बच्चों के लिए इन्होंने 'हुंकारो दो सा' और 'टाबरां री बातां' जैसे प्रसिद्ध बाल साहित्य की रचना की। D. इन्हें 1984 में 'पद्मश्री' तथा 2012 में राजस्थान सरकार द्वारा प्रथम 'राजस्थान रत्न' पुरस्कार से सम्मानित किया गया।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05835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113/150</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रानी लक्ष्मी कुमारी चूंडावत (1916-2014 ई.) राजस्थानी लोक साहित्य और संस्कृति की अप्रतिम विदुषी थीं। इन्होंने राजस्थान की सदियों पुरानी मौखिक लोककथाओं और गाथाओं (जैसे बगड़ावत गाथा, मूमल, पाबूजी) को अत्यंत सुरुचिपूर्ण साहित्यिक भाषा में लिपिबद्ध कर लुप्त होने से बचाया। इनकी यात्रा वृतांत 'हिंदुकुश के उस पार' और 'शांति के लिए संघर्ष' अंतरराष्ट्रीय स्तर पर सराहे गए। इन्हें पद्मश्री, साहित्य अकादमी पुरस्कार और राजस्थान रत्न से अलंकृत किया गया।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05835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113/150</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दादू दयाल जी के परम विद्वान शिष्य संत सुंदरदास जी (दौसा) द्वारा रचित प्रमुख दार्शनिक एवं काव्य ग्रंथों में कौन सा ग्रंथ शामिल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ज्ञान समुद्र और सुंदर विलास</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बावनी और सवैया</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रामजी अष्टक और पीर मुरीद अष्टक</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चेतावनी रा चूँगट्या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13851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114/150</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चेतावनी रा चूँगट्या</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ज्ञान समुद्र और सुंदर विलास</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बावनी और सवैया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रामजी अष्टक और पीर मुरीद अष्टक</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'चेतावनी रा चूँगट्या' क्रांतिकारी केसरी सिंह बारहठ की रचना है। संत सुंदरदास जी छोटे (1596-1689 ई., दौसा में जन्मे खंडेलवाल वैश्य) दादूपंथ के 52 शिष्यों में सबसे सुशिक्षित, संस्कृत के प्रकांड विद्वान और 'हिंदी साहित्य के शंकराचार्य' कहे जाते हैं। इन्होंने दादूपंथ की हथियारबंद 'नागा शाखा' की स्थापना की थी। इनकी अमर दार्शनिक व काव्य रचनाओं में 'ज्ञान समुद्र', 'सुंदर विलास', 'सुंदर सार', 'बावनी', 'रामजी अष्टक', 'बारह अष्टक', 'सवैया' और 'अध्यात्म पद' प्रमुख हैं। इनकी मुख्य पीठ फतेहपुर (सीकर) में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13851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114/150</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115</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स्वतंत्रता के बाद राजस्थानी भाषा का प्रथम उपन्यास 'आभै पटकी' (1956 ई.) लिखने वाले बीकानेर के प्रसिद्ध आधुनिक साहित्यकार कौन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श्री लाल नथमल जोशी</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विजयदान देथा</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यादवेंद्र शर्मा 'चंद्र'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करणीदान बारहट</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21867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115/150</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श्री लाल नथमल जोशी</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विजयदान देथा</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यादवेंद्र शर्मा 'चंद्र'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करणीदान बारहट</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बीकानेर के प्रसिद्ध साहित्यकार 'श्री लाल नथमल जोशी' ने 1956 ई. में 'आभै पटकी' उपन्यास लिखकर स्वतंत्रता के बाद राजस्थानी उपन्यास लेखन की नई दिशा तय की। इनकी अन्य प्रसिद्ध कृतियों में 'धौरा री धौरी' (धरती के धोरे), 'एक बीनणी दो बींद' (इस पर फिल्म भी बनी), 'परणीयोड़ी कुंवारी', 'सड़कला' और 'मैंदी रो रंग' शामिल हैं। यादवेंद्र शर्मा 'चंद्र' ने 'हूँ गोरी किण पीव री', 'जमारो' और 'हजार घोडों का सवार' लिखे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21867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115/150</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116</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जयपुर में जन्मे पंडित चंद्रधर शर्मा 'गुलेरी' की वह कौन सी अमर कहानी है, जो 1915 ई. में 'सरस्वती' पत्रिका में प्रकाशित हुई और विश्व साहित्य में फ्लैशबैक (पूर्वदीप्ति) तकनीक की पहली उत्कृष्ट कहानी मानी गई?</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उसने कहा था</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सुखमय जीवन</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बुद्धू का काँटा</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कनक सुंदर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29883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116/150</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उसने कहा था</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सुखमय जीवन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बुद्धू का काँटा</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कनक सुंदर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पंडित चंद्रधर शर्मा 'गुलेरी' (1883-1922 ई.) मूलतः जयपुर के निवासी थे। 1915 में आचार्य महावीर प्रसाद द्विवेदी द्वारा संपादित प्रतिष्ठित पत्रिका 'सरस्वती' में प्रकाशित इनकी कहानी 'उसने कहा था' (नायक: सूबेदारनी का प्रेमी लहना सिंह) प्रथम विश्वयुद्ध की पृष्ठभूमि पर कर्तव्य निष्ठा और निःस्वार्थ प्रेम की विश्वप्रसिद्ध अमर कहानी है। इस पर बिमल रॉय ने फिल्म भी बनाई थी। गुलेरी जी ने केवल तीन कहानियाँ लिखीं: 'सुखमय जीवन' (1911), 'बुद्धू का काँटा' (1914) और 'उसने कहा था' (1915)।</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29883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116/150</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117</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के किस मूर्धन्य लेखक और संपादक को भारतीय पत्रकारिता और इतिहास शोध में 'पत्रकारिता के भीष्म पितामह' की उपाधि से विभूषित किया गया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पंडित झाबरमल शर्मा</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कविराज श्यामलदास</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गौरीशंकर हीराचंद ओझा</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विजय सिंह पथिक</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37900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117/150</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पंडित झाबरमल शर्मा</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कविराज श्यामलदास</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गौरीशंकर हीराचंद ओझा</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विजय सिंह पथिक</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जसरापुर (खेतड़ी, झुंझुनू) में जन्मे पंडित झाबरमल शर्मा (1888-1983 ई.) को हिंदी पत्रकारिता में उनके आजीवन सत्यनिष्ठ और निष्पक्ष योगदान के कारण 'पत्रकारिता का भीष्म पितामह' कहा जाता है। इन्होंने 'ज्ञानोदय', 'मारवाड़ी बंधु', 'भारत जीवन' और 'कलकत्ता समाचार' जैसी राष्ट्रीय पत्रिकाओं का संपादन किया। इनकी प्रसिद्ध ऐतिहासिक व जीवनी कृतियों में 'तिलक गाथा', 'श्री अरविन्द चरित', 'भारतीय गोधन', 'खेतड़ी नरेश और स्वामी विवेकानंद' तथा 'सीकर का इतिहास' प्रमुख हैं। जयपुर में इनके नाम से पत्रकारिता शोध संस्थान स्थापित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37900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117/150</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कविराज बांकीदास आशिया (1771-1833 ई.) के संदर्भ में निम्नलिखित कथनों पर विचार कीजिए: A. ये जोधपुर (मारवाड़) के महाराजा मानसिंह के राजकवि और गुरु समान सलाहकार थे। B. इन्होंने अंग्रेजों द्वारा भारतीय राजाओं को अधीन करने के विरुद्ध राष्ट्रीय चेतना का प्रसिद्ध देशभक्ति गीत 'आयो इंगरेज मुलक रै ऊपर' रचा। C. इनकी ऐतिहासिक कृति 'बांकीदास री ख्यात' में राजस्थान के विभिन्न राजवंशों, भूगोल और समाज की अमूल्य 2776 ऐतिहासिक बातें संकलित हैं। D. इन्होंने 'सूर छत्तीसी', 'कृपण दर्पण', 'दातार बावनी' और 'नीति मंजरी' जैसी उच्च कोटि की डिंगल कृतियों की रचना की।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45916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118/150</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बांकीदास आशिया (भांडियावास, पचपदरा/बाड़मेर में जन्मे) 19वीं सदी के महान डिंगल कवि और इतिहासकार थे। जब ब्रिटिश ईस्ट इंडिया कंपनी ने भरतपुर, जोधपुर और जयपुर पर दबाव बढ़ाया तो उन्होंने निर्भीक होकर 'आयो इंगरेज मुलक रै ऊपर, आहस लीधो खैंचि उरा' लिखकर राजपूताने के राजाओं को धिक्कारा। 'बांकीदास री ख्यात' अन्य ख्यातों से अलग इसलिए है क्योंकि यह किसी एक वंश की न होकर पूरे राजस्थान, गुजरात और मालवा की ऐतिहासिक घटनाओं का सूक्ष्म विश्वकोश है।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45916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118/150</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राज्य कवि महाकवि सूर्यमल्ल मिश्रण (1815-1868 ई.) के संदर्भ में निम्नलिखित कथनों पर विचार कीजिए: A. ये बूंदी के महाराव राजा रामसिंह के दरबारी कवि थे और 1857 के प्रथम स्वतंत्रता संग्राम के प्रबल समर्थक थे। B. इनकी सर्वश्रेष्ठ ऐतिहासिक पद्य कृति 'वंश भास्कर' है (जिसमें बूंदी राज्य का विस्तृत पद्यमय इतिहास है) जिसे इनके दत्तक पुत्र मुरारिदान ने पूर्ण किया। C. इन्होंने 1857 की क्रांति के समय वीर रस प्रधान अमर ग्रंथ 'वीर सतसई' (इला न देणी आपणी, हालरिया हुलराय...) की रचना की। D. 'बलवंत विलास', 'छंदोमयूख', 'सती रासो' और 'धातु रूपावली' इनकी अन्य प्रमुख कृतियाँ हैं।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53932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119/150</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महाकवि सूर्यमल्ल मिश्रण (हरण गाँव, बूंदी में जन्मे चारण कवि) राजस्थान के राष्ट्रीय गौरव और राज्य कवि हैं। इन्होंने 1857 की क्रांति में देश के राजाओं को पत्र लिखकर अंग्रेजों के विरुद्ध एकजुट होने का आह्वान किया था। इनकी 'वीर सतसई' का प्रत्येक दोहा मातृभूमि की रक्षा और वीरों के बलिदान का अमर मंत्र है। 'वंश भास्कर' महाभारत शैली में लिखा गया पिंगल व डिंगल का विराट ऐतिहासिक ग्रंथ है जिसे मुरारिदान ने पूरा किया था। 1990 में भारत सरकार ने इन पर 2 रुपये का डाक टिकट जारी किया था।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53932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119/150</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संत चरणदास जी की सुप्रसिद्ध शिष्याओं 'दयाबाई' और 'सहजोबाई' द्वारा रचित प्रसिद्ध भक्ति ग्रंथ क्रमशः कौन-से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दयाबाई - 'दयाबोध' व 'विनय मालिका'; सहजोबाई - 'सहज प्रकाश'</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दयाबाई - 'सहज प्रकाश'; सहजोबाई - 'दयाबोध'</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दयाबाई - 'ज्ञान समुद्र'; सहजोबाई - 'भक्ति सागर'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दयाबाई - 'राग गोविंद'; सहजोबाई - 'सबद वाणी'</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61948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120/150</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दयाबाई - 'दयाबोध' व 'विनय मालिका'; सहजोबाई - 'सहज प्रकाश'</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दयाबाई - 'सहज प्रकाश'; सहजोबाई - 'दयाबोध'</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दयाबाई - 'ज्ञान समुद्र'; सहजोबाई - 'भक्ति सागर'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दयाबाई - 'राग गोविंद'; सहजोबाई - 'सबद वाणी'</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अलवर के डेहरा गाँव में जन्मे संत चरणदास जी की दो प्रमुख ब्रह्मचारिणी शिष्याएँ 'दयाबाई' और 'सहजोबाई' थीं जिन्होंने मेवात अंचल में मेवाती मिश्रित सधुक्कड़ी भाषा में उच्च कोटि के भक्ति ग्रंथों की रचना की। दयाबाई ने 'दयाबोध' और 'विनय मालिका' (ईश्वर स्तुति व वैराग्य) ग्रंथ लिखे। सहजोबाई ने 'सहज प्रकाश' और 'सोलह तिथि' ग्रंथ लिखे जिसमें उन्होंने गुरु महिमा को ईश्वर से भी बड़ा बताया ('हरि तजूँ पै गुरु न बिसारूँ')। अतः सही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61948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120/150</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लोकदेवता बाबा रामदेवजी के संदर्भ में निम्नलिखित कथनों पर विचार कीजिए: A. इनका जन्म बाड़मेर जिले की शिव तहसील के उडूकासमीर गाँव में तंवर वंशीय राजपूत परिवार में हुआ था। B. ये राजस्थान के 'पंचपीरों' (गोगाजी, पाबूजी, रामदेवजी, हड़बूजी, मेहाजी) में प्रमुख हैं और मुस्लिम इन्हें 'रामसा पीर' के रूप में पूजते हैं। C. इन्होंने छुआछूत और सामाजिक भेदभाव मिटाने हेतु 'कामड़िया पंथ' की स्थापना की तथा स्वयं कवि होने के नाते 'चौबीस वाणियां' ग्रंथ रचा। D. इनका मुख्य समाधि स्थल रुणिचा (रामदेवरा, जैसलमेर) में है जहाँ प्रतिवर्ष भाद्रपद शुक्ल द्वितीया से एकादशी तक सांप्रदायिक सद्भाव का विशाल मेला भरता है।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69965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121/150</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बाबा रामदेवजी राजस्थान के सबसे लोकप्रिय लोकदेवता और समाज सुधारक संत हैं जिन्हें भगवान श्रीकृष्ण/विष्णु का अवतार माना जाता है। इनके चमत्कारों को 'परचा', रात्रि जागरण को 'जम्मा', पचरंगी ध्वजा को 'नेजा' और मेघवाल भक्तों को 'रिखिया' कहा जाता है। कामड़िया पंथ की महिलाओं द्वारा रामदेवजी के मेले में विश्वप्रसिद्ध 'तेरहताली नृत्य' (मंजीरों के साथ) किया जाता है। इनकी शिष्या डाली बाई ने इनके समाधि लेने से एक दिन पूर्व समाधि ली थी। रुणिचा का मेला राजस्थान में सांप्रदायिक सद्भाव का सबसे बड़ा तीर्थ 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69965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121/150</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लोकदेवता गोगाजी (जाहरपीर) के संदर्भ में निम्नलिखित कथनों पर विचार कीजिए: A. इनका जन्म चूरू जिले के ददरेवा में चौहान राजपूत परिवार (पिता जेवर सिंह व माता बाछल दे) में हुआ था। B. इन्होंने गायों की रक्षार्थ महमूद गजनवी के विरुद्ध भीषण युद्ध किया जिससे गजनवी ने इन्हें 'जाहरपीर' (साक्षात् देवता) कहा। C. गोगामेड़ी (नोहर, हनुमानगढ़) में इनकी मुख्य समाधि है जिसका निर्माण फिरोजशाह तुगलक ने मकबरेनुमा शैली में करवाया और महाराजा गंगासिंह ने आधुनिक रूप दिया। D. जवाहर पांड्या एवं भज्जू कोटवाल इनके प्रमुख सहयोगी मित्र थे तथा कवि मेह ने 'गोगाजी का रसावला' में इनकी वीरता का वर्णन किया है।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77981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122/150</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गोगाजी राजस्थान के पंचपीरों में प्रतिष्ठित नागों के देवता (सर्पदंश निवारक देव) हैं। इनका जन्मस्थल ददरेवा (चूरू) 'शीर्षमेड़ी' तथा समाधि स्थल नोहर (हनुमानगढ़) 'धुरमेड़ी' या गोगामेड़ी कहलाता है। सांचौर (जालौर) में 'गोगाजी की ओल्डी' स्थित है। भाद्रपद कृष्ण नवमी को 'गोगा नवमी' के रूप में पूजा जाता है और किसान हल जोतने से पूर्व हल और हाली को नौ गांठों वाली 'गोगा राखड़ी' बाँधते हैं। गोगामेड़ी के प्रवेश द्वार पर 'बिस्मिल्लाह' अंकित है और यहाँ हिंदू व मुस्लिम (चायल) दोनों पुजारी पूजा करते हैं।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77981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122/150</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लोकदेवता देवनारायण जी (बगड़ावत नागवंशीय गुर्जर) के संदर्भ में निम्नलिखित कथनों पर विचार कीजिए: A. इनका जन्म आसींद (भीलवाड़ा) में माघ शुक्ल षष्ठी को हुआ था और इन्हें भगवान विष्णु का अवतार माना जाता है। B. इनका मुख्य मेला प्रतिवर्ष भाद्रपद शुक्ल सप्तमी को खारी नदी के किनारे सवाई भोज (आसींद) में भरता है। C. देवनारायण जी की फड़ राजस्थान की सबसे लंबी, सबसे प्राचीन और सर्वाधिक चित्रांकन वाली फड़ है, जिसका वाचन गुर्जर भोपे 'जंतर' वाद्ययंत्र पर करते हैं। D. इनके मंदिरों में किसी मूर्ति के स्थान पर नीम की पत्तियों के साथ 'पाँच ईंटों' की पूजा की जाती है तथा 1992 में इनकी फड़ पर 5 रुपये का डाक टिकट जारी हुआ था।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85997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123/150</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देवनारायण जी गुर्जर जाति के आराध्य लोकदेवता हैं जिन्होंने भिनाय (अजमेर) के ठाकुर से गायों की रक्षा हेतु संघर्ष किया था। इनके घोड़े का नाम 'लीलागर' था। आयुर्वेद के ज्ञाता होने के कारण इन्होंने नीम और गोबर का औषधीय महत्व प्रतिपादित किया, इसलिए इनके मंदिरों में ईंटों पर नीम की पत्तियाँ चढ़ाई जाती हैं। देव धाम जोधपुरिया (टोंक), देवमाली (ब्यावर) और देवडूंगरी (चित्तौड़गढ़) इनके अन्य प्रमुख तीर्थ स्थल हैं। 2011 में स्वयं देवनारायण जी पर भी डाक टिकट जारी किया गया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85997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123/150</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लोकदेवता पाबूजी राठौड़ के संदर्भ में निम्नलिखित कथनों पर विचार कीजिए: A. इनका जन्म कोलू मंड (फलौदी) में हुआ था तथा इन्हें ऊंटों के देवता, प्लेग रक्षक देव और 'लक्ष्मण का अवतार' माना जाता है। B. राजस्थान में सर्वप्रथम साँड (ऊँट) लाने का श्रेय पाबूजी को है, जिसके कारण ऊँट पालक रेबारी (राईका) जाति इन्हें अपना आराध्य देव मानती है। C. पाबूजी की फड़ राजस्थान में सर्वाधिक लोकप्रिय फड़ है, जिसका वाचन नायक/भील भोपों द्वारा 'रावणहत्था' वाद्ययंत्र के साथ किया जाता है। D. देवल चारणी की गायों को जींदराव खींची से छुड़ाते हुए पाबूजी अपनी घोड़ी 'केसर कालमी' सहित देचू गाँव में वीरगति को प्राप्त हुए।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94013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124/150</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पाबूजी राठौड़ (1239-1276 ई.) राजस्थान के पंचपीरों में गौ-रक्षक और वचन-पालक लोकदेवता हैं। जब ऊँट बीमार होता है तो ग्रामीण पाबूजी की ताँती (धागा) बाँधते हैं और मनौती पूरी होने पर फड़ बँचवाते हैं। पाबूजी के पवाड़े (वीरगाथा गीत) माठ वाद्ययंत्र पर गाए जाते हैं। आशिया मोड़जी ने इनके जीवन पर प्रसिद्ध ग्रंथ 'पाबू प्रकाश' लिखा। पाबूजी का प्रतीक चिह्न 'बाईं ओर झुकी पाग और हाथ में भाला' लिए अश्वारोही योद्धा है।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94013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124/150</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लोकदेवता हड़बूजी सांखला एवं मेहाजी मांगलिया के संदर्भ में निम्नलिखित कथनों पर विचार कीजिए: A. हड़बूजी का जन्म भुंडेल (नागौर) में हुआ था; ये बाबा रामदेवजी के मौसेरे भाई और गुरु बालीनाथ के शिष्य थे। B. हड़बूजी ने मारवाड़ के राव जोधा को मंडोर विजय का आशीर्वाद देकर एक कटार भेंट की थी, जिसके बाद राव जोधा ने इन्हें 'बेंगटी' (फलौदी) गाँव जागीर में दिया था। C. हड़बूजी शकुन शास्त्र के प्रकांड ज्ञाता थे और बेंगटी स्थित इनके मंदिर में इनकी 'बैलगाड़ी' (छकड़ा गाड़ी) की पूजा होती है जिससे वे पंगु गायों हेतु घास लाते थे। D. मेहाजी मांगलिया पंचपीरों में शामिल हैं जिनका मुख्य मंदिर बापणी (जोधपुर) में है और इनके घोड़े का नाम 'किरण काबरा' था।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02030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125/150</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हड़बूजी और मेहाजी मांगलिया दोनों राजस्थान के पंचपीरों में शामिल हैं। हड़बूजी सांखला क्षत्रिय थे जो आजीवन दीन-दुखियों और असहाय गायों की सेवा में रत रहे। बेंगटी में इनके वर्तमान मंदिर का निर्माण 1721 ई. में जोधपुर महाराजा अजीत सिंह ने करवाया था। मेहाजी मांगलिया राव चूंडा के समकालीन थे और जैसलमेर के राव राणंगदेव भाटी से गायों की रक्षार्थ युद्ध करते हुए वीरगति को प्राप्त हुए। इनके भोपों की वंश वृद्धि नहीं होती (वे पुत्र गोद लेकर वंश चलाते हैं)। कृष्ण जन्माष्टमी को बापणी में मेहाजी का मेला लगता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02030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125/150</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126</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चित्तौड़गढ़ के तीसरे साके (1567-68 ई.) में अकबर की सेना के विरुद्ध घायल जयमल राठौड़ को अपने कंधों पर बैठाकर दो तलवारों से लड़ते हुए वीरगति पाने वाले 'चार हाथों और दो सिर वाले' लोकदेवता कौन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वीर कल्लाजी राठौड़</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वीर फत्ताजी</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वीर तेजाजी</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वीर बिग्गाजी</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1004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126/150</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वीर कल्लाजी राठौड़</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वीर फत्ताजी</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वीर तेजाजी</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वीर बिग्गाजी</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वीर कल्लाजी राठौड़ (1544-1568 ई., मेड़ता में जन्मे अचलसिंह के पुत्र व मीरांबाई के भतीजे) राजस्थान के अद्वितीय वीर हैं जिन्हें 'चार हाथों वाले लोकदेवता', 'कमधज' और 'शेषनाग का अवतार' कहा जाता है। चित्तौड़ के तीसरे साके में जब उनके ताऊ जयमल पैर में गोली लगने से घायल हो गए, तो कल्लाजी ने उन्हें अपने कंधों पर बैठा लिया और दोनों वीरों ने चारों हाथों में तलवारें लेकर मुगलों में हाहाकार मचा दिया। चित्तौड़ दुर्ग के भैरव पोल पर इनकी छतरी बनी है तथा सामलिया (डूंगरपुर) में इनकी काले पत्थर की मूर्ति पर प्रतिदिन अफीम और केसर चढ़ाई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1004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126/150</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लोकदेवता तल्लीनाथ जी एवं मल्लीनाथ जी के संदर्भ में निम्नलिखित कथनों पर विचार कीजिए: A. तल्लीनाथ जी का वास्तविक नाम गांगदेव राठौड़ था और इनका मुख्य पूजा स्थल पांचोटा (जालौर) में पंचमुखी पहाड़ी पर स्थित है। B. तल्लीनाथ जी को प्रकृति प्रेमी लोकदेवता और जहरीले कीड़ों के काटने पर उपचार हेतु पूजा जाता है तथा इनके पूजा स्थल का वन क्षेत्र 'ओरण' कहलाता है। C. मल्लीनाथ जी मारवाड़ के वीर योद्धा थे जिनका मुख्य मंदिर तिलवाड़ा (बालोतरा) में लूनी नदी के तट पर स्थित है। D. तिलवाड़ा में प्रतिवर्ष चैत्र कृष्ण एकादशी से चैत्र शुक्ल एकादशी तक राजस्थान का सबसे प्राचीन पशु मेला 'मल्लीनाथ पशु मेला' आयोजित होता है।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18062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127/150</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तल्लीनाथ जी शेरगढ़ (जोधपुर) के वीरमदेव के पुत्र थे जिन्होंने गुरु जालंधरनाथ से दीक्षा ली थी; जालौर के पांचोटा में इनकी पंचमुखी पहाड़ी स्थित है जहाँ पेड़ काटना वर्जित है। मल्लीनाथ जी (1358-1399 ई.) मारवाड़ के प्रतापी शासक थे जिन्होंने 1378 ई. में फिरोज तुगलक और मालवा के सूबेदार निजामुद्दीन की 13 टुकड़ी सेना को परास्त किया था। इन्होंने अपनी रानी रूपादे की प्रेरणा से उगमसी भाटी से योग दीक्षा ली और 1399 ई. में मारवाड़ में वृहद् हरि-कीर्तन करवाया था। तिलवाड़ा का पशु मेला थारपारकर व कांकरेज नस्ल के बैलों और मालाणी घोड़ों की बिक्री हेतु प्रसिद्ध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18062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127/150</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विशिष्ट लोकदेवताओं को उनके प्रतीकों / कार्यक्षेत्रों से सुमेलित कीजिए: सूची-I (लोकदेवता): सूची-I: A. मामादेव B. हरीराम बाबा C. केसरिया कंवर जी D. देवबाबा सूची-II: 1. वर्षा के लोकदेवता, जिनकी मूर्ति नहीं बल्कि गाँव के बाहर लकड़ी का कलात्मक तोरण पूजा जाता है 2. झोरड़ा (नागौर) मंदिर, जहाँ मूर्ति के स्थान पर 'साँप की बाँबी' और चरण कमलों की पूजा होती है 3. गोगाजी के पुत्र, जिनके थान पर सफेद रंग का ध्वज फहराया जाता है और सर्पदंश का इलाज होता है 4. नंगला जहाज (भरतपुर), गवालों के पालनहार व पशु चिकित्सक लोकदेवता (वाहन: भैंसा)</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26078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128/150</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मामादेव राजस्थान में वर्षा के देवता हैं जिन्हें प्रसन्न करने हेतु भैंसे की बलि दी जाती थी और गाँव के प्रवेश द्वार पर इनका लकड़ी का तोरण पूजा जाता है। हरीराम बाबा (झोरड़ा, नागौर) सिद्ध संत थे जिनके मंदिर में सर्प की बाँबी पूजी जाती है। केसरिया कंवर जी गोगाजी के ज्येष्ठ पुत्र थे जिनके थान पर सफेद ध्वजा लहराती है। देवबाबा मेवात क्षेत्र (नंगला जहाज, भरतपुर) में पशुओं के रोगों के निवारक व गवालों के देवता हैं जिन्हें प्रतिवर्ष भाद्रपद शुक्ल पंचमी व चैत्र शुक्ल पंचमी को सात गवालों को भोजन कराने से प्रसन्न किया जाता है। अतः सही कूट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26078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128/150</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बीकानेर की प्रसिद्ध लोकदेवी 'करणी माता' (देशनोक) के संदर्भ में निम्नलिखित कथनों पर विचार कीजिए: A. करणी माता चारण कुल में सुआप गाँव (जोधपुर) में जन्मी थीं और इनका मुख्य मंदिर देशनोक (बीकानेर) में स्थित है। B. इन्हें 'चूहों वाली देवी' कहा जाता है और मंदिर में पाए जाने वाले सफेद चूहों को 'काबा' कहते हैं, जिनका दर्शन अत्यंत शुभ माना जाता है। C. करणी माता का एक प्रतीक रूप 'सफेद चील' (संवली) भी है तथा इनकी इष्ट देवी 'तेमड़ा राय' थीं। D. राव बीका ने करणी माता के आशीर्वाद से बीकानेर राज्य की स्थापना की तथा मेहरानगढ़ दुर्ग की नींव भी करणी माता (रिद्धि बाई) के हाथों रखवाई गई थी।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34095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129/150</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करणी माता (मूल नाम: रिद्धि बाई) बीकानेर के राठौड़ राजवंश की कुलदेवी और संपूर्ण राजस्थान की परम पूज्य लोकदेवी हैं। देशनोक मंदिर का निर्माण बीकानेर महाराजा सूरतसिंह, डूंगरसिंह और गंगासिंह ने करवाया था। मंदिर परिसर में सावन-भादो नामक दो विशाल कढ़ाइयाँ रखी हैं। इतिहासकार डॉ. गोपीनाथ शर्मा ने लिखा है कि बीकानेर की स्थापना में करणी माता का आशीर्वाद निर्णायक था। यहाँ वर्ष में दो बार चैत्र और आश्विन नवरात्र में विशाल लक्खी मेला भरता है।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34095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129/150</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130</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प्रमुख राजवंशों को उनकी संबंधित कुलदेवियों से सुमेलित कीजिए: सूची-I (कुलदेवी): सूची-I: A. शाकम्भरी माता B. बाण माता C. स्वांगिया माता D. नागणेची माता सूची-II: 1. सांभर एवं अजमेर के चौहान शासक 2. मेवाड़ के गुहिल / सिसोदिया शासक 3. जैसलमेर के यदुवंशी भाटी शासक 4. मारवाड़ (जोधपुर व बीकानेर) के राठौड़ शासक</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42111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130/150</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शाकम्भरी माता (सांभर, जयपुर) सांभर के चौहानों की कुलदेवी हैं (अकाल के समय फल-सब्जियाँ उगाने के कारण शाकम्भरी कहलाईं)। बाण माता (बायण माता) मेवाड़ के सिसोदिया राजवंश की कुलदेवी हैं जिनका मुख्य मंदिर चित्तौड़गढ़ व नागदा में है। स्वांगिया माता (सुआंगिया माता, प्रतीक: मुड़ा हुआ भाला व शगुन चिड़ी) जैसलमेर के भाटी राजवंश की कुलदेवी हैं। नागणेची माता (मूल प्रतिमा कर्नाटक से राव धूहड़ द्वारा नागाणा गाँव, बाड़मेर में स्थापित, 18 भुजाओं वाली) मारवाड़ के राठौड़ों की कुलदेवी हैं। अतः सही कूट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42111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130/150</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चाकसू (जयपुर) की 'शीतला माता' के संदर्भ में निम्नलिखित कथनों पर विचार कीजिए: A. शीतला माता का मुख्य मंदिर शील की डूंगरी (चाकसू, जयपुर) पर स्थित है जिसका निर्माण महाराजा सवाई माधोसिंह ने करवाया था। B. शीतला माता को बच्चों की संरक्षिका देवी ('मातृरक्षिका देवी'), 'महामाई', 'सेढ माता' और चेचक निवारक देवी के रूप में पूजा जाता है। C. इनका पूजन चैत्र कृष्ण अष्टमी (शीतलाष्टमी) को होता है और इन्हें एक दिन पूर्व बने बासी भोजन (ठंडे पकवानों) का भोग लगाया जाता है, जिसे 'बसौड़ा' कहते हैं। D. राजस्थान में शीतला माता एकमात्र ऐसी देवी हैं जिनकी खंडित प्रतिमा की पूजा की जाती है तथा इनका वाहन 'गधा' और पुजारी 'कुम्हार' जाति के होते हैं।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50127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131/150</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शीतला माता का पर्व 'बसौड़ा' राजस्थान में स्वास्थ्य और स्वच्छता का संदेश देने वाला पारंपरिक त्योहार है। शीतलाष्टमी के दिन घरों में चूल्हा नहीं जलाया जाता और बासी भोजन ही ग्रहण किया जाता है। चाकसू में इस दिन भरने वाले मेले को 'बैलगाड़ी मेला' भी कहा जाता है क्योंकि दूर-दराज से ग्रामीण अपनी सजी-धजी बैलगाड़ियों में बैठकर यहाँ आते हैं। शीतला माता के हाथ में झाड़ू (सफाई का प्रतीक) और कलश (शीतलता का प्रतीक) होता है। कागा (जोधपुर) में भी शीतला माता का प्रसिद्ध मेला भरता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50127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131/150</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प्रसिद्ध लोकदेवियों 'जीण माता' एवं 'कैला देवी' के संदर्भ में कौन से कथन सत्य हैं? A. जीण माता का मुख्य मंदिर काजल शिखर/हर्ष की पहाड़ी (रेवासा, सीकर) में स्थित है जहाँ राजस्थान के लोक साहित्य का सबसे लंबा लोकगीत ('चिरजा') गाया जाता है। B. जीण माता को चौहानों की इष्टदेवी और मधुमक्खियों की देवी (भंवरों वाली देवी) कहा जाता है क्योंकि इन्होंने औरंगजेब की सेना पर मधुमक्खियों का हमला करवाया था। C. कैला देवी का भव्य मंदिर करौली में कालीसिल नदी के तट पर त्रिकूट पर्वत पर स्थित है जो करौली के यदुवंशी जादौन राजवंश की कुलदेवी हैं। D. कैला देवी के मंदिर के सामने बोहरा की छतरी स्थित है तथा इनके भक्त 'लांगुरिया' गीत गाते हुए लांगुरिया नृत्य करते हैं और चैत्र शुक्ल अष्टमी को लक्खी मेला भरता है।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58143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132/150</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जीण माता (सीकर) और कैला देवी (करौली) दोनों ही राजस्थान के दो विशालतम शक्तिपीठ हैं। जीण माता के मंदिर में अखंड ज्योति हेतु घी मुगल बादशाह औरंगजेब के समय से दिल्ली से भेजा जाता था। कैला देवी को भगवान श्रीकृष्ण की बहिन योगमाया (अंजना माता) का अवतार माना जाता है। यहाँ कभी भी पशु बलि नहीं दी जाती। इनके लक्खी मेले में लाखों श्रद्धालु 'लांगुरिया' और 'घुटमन' नृत्य करते हुए कनक-दंडवत करते आते हैं।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58143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132/150</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जसनाथी सम्प्रदाय एवं संत जसनाथ जी के संदर्भ में निम्नलिखित कथनों पर विचार कीजिए: A. संत जसनाथ जी का जन्म 1482 ई. में कतरियासर (बीकानेर) में हमीर जी जानी जाट के घर हुआ और इन्होंने गुरु गोरखनाथ से दीक्षा लेकर गोरखमालिया में 12 वर्ष तपस्या की। B. इन्होंने 1504 ई. में जसनाथी संप्रदाय की स्थापना की और अनुयायियों हेतु '36 आचार नियम' निर्धारित किए। C. इस संप्रदाय के लोग 'जाल वृक्ष' और 'मोर पंख' को परम पवित्र मानते हैं तथा गले में काली ऊन का धागा (कतर) पहनते हैं। D. जसनाथी संप्रदाय के सिद्ध पुरुषों द्वारा धधकते अंगारों पर 'फतेह-फतेह' का उद्घोष करते हुए किया जाने वाला 'अग्नि नृत्य' (Fire Dance) कतरियासर का विश्वप्रसिद्ध है।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66159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133/150</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संत जसनाथ जी राजस्थान के महान चमत्कारी संत थे जिन्होंने मात्र 24 वर्ष की आयु में 1506 ई. (आश्विन शुक्ल सप्तमी) को कतरियासर में जीवित समाधि ली थी। इनके चमत्कारों से प्रभावित होकर दिल्ली के सुल्तान सिकंदर लोदी ने इन्हें कतरियासर में भूमि दान दी थी। जसनाथ जी की शिक्षाएँ 'सिंभूदड़ा' और 'कोंडा' नामक ग्रंथों में संकलित हैं। इनकी मंगेतर कलाल दे ने भी समाधि ली थी। जसनाथी सिद्धों द्वारा अंगारों के ढेर (धूंणा) पर मतीरा फोड़ना, तलवार से नाचना और अंगारे फांकना अग्नि नृत्य की प्रमुख विशेषताएँ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66159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133/150</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बिश्नोई सम्प्रदाय एवं संत जाम्भोजी (पर्यावरण वैज्ञानिक) के संदर्भ में निम्नलिखित कथनों पर विचार कीजिए: A. संत जाम्भोजी का जन्म 1451 ई. (भाद्रपद कृष्ण अष्टमी) को पीपासर (नागौर) में पंवार वंशीय राजपूत परिवार में हुआ था। B. इन्होंने 1485 ई. में समराथल धोरा (बीकानेर) में बिश्नोई संप्रदाय की स्थापना की और '29 नियम' (20+9 = बिश्नोई) प्रतिपादित किए। C. जीवों की रक्षा, हरे वृक्षों (विशेषकर खेजड़ी) को न काटना तथा विधवा विवाह का समर्थन इस संप्रदाय के मुख्य सिद्धांत हैं। D. जाम्भोजी के 29 नियम और 120 उपदेश 'जम्भसागर' (पंचम वेद), 'सबदवाणी' (गुरुवाणी), 'जम्भसंहिता' और 'विश्नोई धर्म प्रकाश' में संकलित हैं।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7417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134/150</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संत जाम्भोजी को विश्व का प्रथम 'पर्यावरण वैज्ञानिक' कहा जाता है। 1730 ई. में जोधपुर के खेजड़ली गाँव में अमृता देवी विश्नोई के नेतृत्व में 363 स्त्री-पुरुषों द्वारा पेड़ों से लिपटकर दिया गया बलिदान (चिपको आंदोलन) इसी संप्रदाय की अमर देन है ('सिर साठे रूँख रहे तो भी सस्तो जाण')। जाम्भोजी के प्रभाव से सिकंदर लोदी ने गो-हत्या पर प्रतिबंध लगाया था और अकाल के समय चारा भेजा था। मुकाम (तालवा, बीकानेर) में जाम्भोजी का मुख्य समाधि स्थल है जहाँ फाल्गुन व आश्विन अमावस्या को मेला लगता है। जाम्भा (फलोदी) को बिश्नोइयों का पुष्कर कहते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7417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134/150</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दादूपंथ (Dadu Panth) एवं संत दादू दयाल के संदर्भ में निम्नलिखित कथनों पर विचार कीजिए: A. संत दादू दयाल को 'राजस्थान का कबीर' कहा जाता है; इनकी प्रधान पीठ नरैना (नारायणा, जयपुर) में स्थित है। B. दादूपंथ के सत्संग स्थल को 'अलख दरीबा' कहा जाता है और इनकी वाणियाँ ढूंढाड़ी (सधुक्कड़ी) भाषा में 'दादू दयाल री वाणी' व 'दादू रा दूहा' में संकलित हैं। C. दादू दयाल के 152 शिष्यों में से 52 प्रमुख शिष्य 'दादूपंथ के 52 स्तंभ' कहलाए (जैसे संत रज्जब जी, सुंदरदास जी, गरीबदास जी, मिस्किनदास जी)। D. संत रज्जब जी (सांगानेर के पठान) दादू जी के उपदेश सुनकर विवाह के मंडप से ही आजीवन दूल्हे के वेश में रहकर भक्ति करने वाले संत थे।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82192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135/150</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दादू दयाल जी (1544-1603 ई.) ने 1574 ई. में सांभर में दादूपंथ की स्थापना की। 1585 ई. में फतेहपुर सीकरी में अकबर ने इनसे 40 दिन तक आध्यात्मिक चर्चा की थी। दादूपंथी शव को जलाते या दफनाते नहीं हैं बल्कि जंगल में पशु-पक्षियों के आहार हेतु खुला छोड़ देते हैं (दादू जी का पार्थिव शरीर भैराणा की पहाड़ी/दादू खोल में रखा गया था)। दादूपंथ की पाँच शाखाएँ हैं: 1. खालसा (गरीबदास जी), 2. नागा (सुंदरदास जी), 3. उतरादे (बनवारीदास जी), 4. खाकी, और 5. विरक्त। रज्जब जी ने 'रज्जब वाणी' और 'सर्वंगी' ग्रंथों की रचना की।</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82192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135/150</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चरणदासी सम्प्रदाय एवं परनामी सम्प्रदाय के संदर्भ में निम्नलिखित कथनों पर विचार कीजिए: A. चरणदासी संप्रदाय के प्रवर्तक संत चरणदास जी (डेहरा, अलवर में जन्मे) थे, जिनकी प्रधान पीठ दिल्ली में स्थित है और इसमें '42 नियम' हैं। B. संत चरणदास जी ने 1739 ई. में भारत पर ईरानी आक्रांता नादिरशाह के आक्रमण की ऐतिहासिक भविष्यवाणी की थी। C. परनामी संप्रदाय की स्थापना महामति प्राणनाथ जी ने की थी, जिनकी मुख्य गद्दी पन्ना (मध्य प्रदेश) तथा राजस्थान में प्रमुख केंद्र जयपुर में है। D. परनामी संप्रदाय का प्रमुख पवित्र ग्रंथ 'कुलजम स्वरूप' (कुंजलम स्वरूपम) है जिसकी मंदिरों में पूजा की जाती है।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90208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136/150</a:t>
            </a: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चरणदासी संप्रदाय सगुण और निर्गुण भक्ति का सुंदर समन्वय है जिसमें भगवान श्रीकृष्ण की सखी भाव से आराधना की जाती है और अनुयायी पीले वस्त्र पहनते हैं। चरणदास जी के प्रमुख ग्रंथ 'ब्रह्मज्ञान सागर', 'भक्ति सागर' और 'ज्ञान स्वरोदय' हैं। परनामी संप्रदाय निर्गुण विचारधारा का कृष्णोपासक संप्रदाय है जिसमें परस्पर मिलने पर 'प्रणाम' किया जाता है। इनके ग्रंथ 'कुलजम स्वरूप' में 14 ग्रंथ और 18758 चौपाइयाँ संकलित हैं जिनकी पूजा जयपुर के आदर्श नगर स्थित विशाल कृष्ण मंदिर में होती है।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90208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136/150</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137</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प्रमुख धार्मिक संप्रदायों को उनकी प्रधान पीठों / केंद्रों से सुमेलित कीजिए: सूची-I (धार्मिक संप्रदाय): सूची-I: A. निम्बार्क संप्रदाय (हंस संप्रदाय) B. अलखिया संप्रदाय C. गूदड़ संप्रदाय D. नवल संप्रदाय सूची-II: 1. सलेमाबाद (किशनगढ़, अजमेर) 2. बीकानेर (सुलखिया, चूरू जन्मस्थान) 3. दांतड़ा (भीलवाड़ा) 4. जोधपुर</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98224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137/150</a:t>
            </a: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निम्बार्क संप्रदाय (राधा-कृष्ण की युगल उपासना) की राजस्थान में प्रधान पीठ सलेमाबाद (अजमेर) में रूपनगढ़ नदी के किनारे आचार्य परशुराम जी द्वारा स्थापित की गई थी। अलखिया संप्रदाय के प्रवर्तक स्वामी लालगिरि (सुलखिया, चूरू में जन्मे) थे जिनकी मुख्य पीठ बीकानेर में है और मुख्य ग्रंथ 'अलख स्तुति प्रकाश' है। गूदड़ संप्रदाय के प्रवर्तक संत दास जी थे जिन्होंने फटे-पुराने कपड़ों (गूदड़ी) से बने वस्त्र पहने और इसकी पीठ दांतड़ा (भीलवाड़ा) में स्थापित की। नवल संप्रदाय के प्रवर्तक संत नवलदास जी (हर्सोलाव, नागौर) थे जिनकी पीठ जोधपुर में है और ग्रंथ 'नवलेश्वर अनुभव वाणी' है। अतः सही कूट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98224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137/150</a:t>
            </a: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वागड़ के प्रसिद्ध संत मावजी एवं 'निष्कलंक सम्प्रदाय' के संदर्भ में निम्नलिखित कथनों पर विचार कीजिए: A. संत मावजी का जन्म साबला गाँव (डूंगरपुर) में औदीच्य ब्राह्मण परिवार में हुआ था। B. इन्होंने सोम, माही और जाखम नदियों के पवित्र त्रिवेणी संगम पर 'बेणेश्वर धाम' की स्थापना की। C. इन्होंने निष्कलंक (पवित्र) संप्रदाय की स्थापना की और इन्हें भगवान विष्णु के 10वें 'कल्कि अवतार' के रूप में पूजा जाता है। D. इनके द्वारा वागड़ी भाषा में रचित हस्तलिखित पाँच वृहद् ग्रंथ 'चोपड़ा' (Chopra) कहलाते हैं, जिनमें कलयुग के अंत और भविष्य की भविष्यवाणियाँ संकलित हैं।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06241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138/150</a:t>
            </a: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संत मावजी वागड़ अंचल के महान समाज सुधारक और भविष्यवक्ता संत थे। इन्होंने भील और वनवासी समुदाय में आध्यात्मिक जागृति और कुरीति उन्मूलन हेतु 'लसाड़िया आंदोलन' की पृष्ठभूमि तैयार की। इनके चोपड़ा ग्रंथ केवल दीपावली के दिन दर्शनार्थ निकाले जाते हैं। बेणेश्वर धाम (डूंगरपुर) पर माघ पूर्णिमा को भरने वाला विशाल मेला 'आदिवासियों का कुंभ' कहलाता है जहाँ भारत का एकमात्र खंडित शिवलिंग (पाँच स्थानों से खंडित) पूजा जाता है। संत मावजी के प्रमुख मंदिर साबला (डूंगरपुर), शेषपुर और पुंजपुर में स्थित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06241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138/150</a:t>
            </a: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प्रमुख महिला संतों को उनके संबंधित क्षेत्रों/विशेषताओं से सुमेलित कीजिए: सूची-I (महिला संत): सूची-I: A. संत मीरांबाई B. संत रानाबाई C. संत गवरी बाई D. संत भूरी बाई अलख सूची-II: 1. कुड़की (ब्यावर) जन्म, मेड़ता व चित्तौड़; कृष्ण की अनन्य कांता भाव से सगुण भक्ति 2. हरनावां (नागौर) जन्म; 'राजस्थान की दूसरी मीरां', 1570 ई. में जीवित समाधि 3. डूंगरपुर; 'वागड़ की मीरां', जिनके प्रति श्रद्धा स्वरूप महारावल शिवसिंह ने बालमुकुंद मंदिर बनवाया 4. मेवाड़ (सादरगढ़, उदयपुर); निर्गुण एवं सगुण दोनों भक्ति धाराओं को अपनाने वाली संत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14257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139/150</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मीरांबाई (1498-1546 ई.) 16वीं सदी की भक्ति शिरोमणि थीं जिनकी पदावलियाँ पूरे भारत में प्रसिद्ध हैं। रानाबाई (1504 ई. में हरनावां गाँव, नागौर में एक जाट परिवार में जन्मी) मीरां की समकालीन कृष्ण भक्त थीं जिन्होंने भाद्रपद शुक्ल त्रयोदशी को समाधि ली (इन्हें राजस्थान की दूसरी मीरां कहते हैं)। गवरी बाई वागड़ की कृष्ण भक्त कवयित्री थीं जिन्होंने कीर्तन और भक्ति पदों से समाज सुधार किया। भूरी बाई अलख मेवाड़ की संत महिला थीं जिन्होंने अलारख बाई और उस्ताद हैदराबादी के भजनों से प्रभावित होकर ईश्वर आराधना की। अतः सही कूट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14257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139/150</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'गणगौर उत्सव' (चैत्र शुक्ल तृतीया) की अनूठी क्षेत्रीय परंपराओं के संदर्भ में निम्नलिखित कथनों पर विचार कीजिए: A. गणगौर शिव (ईसर) और पार्वती (गौरी) के अमर दांपत्य प्रेम का 18 दिनों तक चलने वाला राजस्थान का सर्वाधिक गीतों वाला त्योहार है। B. जैसलमेर में केवल 'गवर' (बिना ईसर) की शाही सवारी चैत्र शुक्ल चतुर्थी को निकाली जाती है। C. नाथद्वारा (राजसमंद) में 'गुलाबी गणगौर' (चूनड़ी गणगौर) चैत्र शुक्ल पंचमी को धूमधाम से मनाई जाती है। D. जोधपुर और उदयपुर में वैशाख कृष्ण तृतीया को 'धींगा गवर' (बेंतमार गणगौर) का अनूठा उत्सव मनाया जाता है।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22273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140/150</a:t>
            </a: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गणगौर राजस्थान का सबसे प्रमुख सांस्कृतिक लोकोत्सव है जो होली के अगले दिन (चैत्र कृष्ण एकम) से चैत्र शुक्ल तृतीया तक 18 दिन चलता है ('तीज तींवारां बावड़ी, ले डूबी गणगौर')। जयपुर और उदयपुर की गणगौर की शाही सवारी विश्वप्रसिद्ध है। जैसलमेर में बीकानेर के साथ युद्ध के कारण ईसर की प्रतिमा छिन जाने से केवल गवर की सवारी की ऐतिहासिक परंपरा शुरू हुई। नाथद्वारा में वल्लभ संप्रदाय के तहत 7 दिन तक विभिन्न रंगों की गणगौर में पंचमी को गुलाबी गणगौर प्रसिद्ध है। जोधपुर में धींगा गवर उत्सव में महिलाएँ रात में बेंत लेकर निकलती हैं।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22273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140/150</a:t>
            </a: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'तीज' के त्योहारों के संदर्भ में निम्नलिखित कथनों पर विचार कीजिए: A. श्रावणी तीज (छोटी तीज) श्रावण शुक्ल तृतीया को मनाई जाती है, जिसे राजस्थान में त्योहारों के आगमन का सूचक माना जाता है और जयपुर की तीज माता की सवारी विख्यात है। B. कजली तीज (बड़ी तीज / सातुड़ी तीज / बूढ़ी तीज) भाद्रपद कृष्ण तृतीया को मनाई जाती है। C. बूंदी की 'कजली तीज' का मेला और भव्य जुलूस पूरे देश में प्रसिद्ध है, जो नवल सागर से शुरू होकर कुम्भा स्टेडियम तक निकलता है। D. हरितालिका तीज भाद्रपद शुक्ल तृतीया को मनाई जाती है जिसमें महिलाएँ भगवान शिव-पार्वती की बालू रेत की प्रतिमा बनाकर पूजन करती हैं।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3028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141/150</a:t>
            </a:r>
          </a:p>
        </p:txBody>
      </p:sp>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तीज के पर्व नारी सौंदर्य, सुहाग और प्रकृति के उल्लास के प्रतीक हैं। छोटी तीज पर नवविवाहिताओं को पीहर से 'सिंजारा' (वस्त्र, आभूषण, घेवर) भेजा जाता है और महिलाएँ लहरिया ओढ़कर झूले झूलती हैं। बूंदी की कजली तीज राजस्थान में अद्वितीय है जहाँ भाद्रपद कृष्ण तृतीया को सजी-धजी पालकियों में तीज माता की सवारी निकाली जाती है। सातुड़ी तीज पर सत्तू (चावल, जौ, चने का पिंड) से व्रत खोला जाता है।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3028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141/150</a:t>
            </a: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में 'होली' के विभिन्न पारंपरिक व क्षेत्रीय रूपों को उनके प्रसिद्ध स्थानों से सुमेलित कीजिए: सूची-I (होली का प्रकार): सूची-I: A. कोड़ामार होली B. पत्थरमार होली C. लठमार होली D. अंगारों की होली सूची-II: 1. भिनाय (अजमेर / केकड़ी) 2. बाड़मेर 3. श्रीमहावीर जी (करौली) 4. लालसोट (दौसा) एवं केकड़ी</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38306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142/150</a:t>
            </a: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होली विभिन्न अनूठे पारंपरिक रूपों में खेली जाती है: 1. कोड़ामार होली - भिनाय (केकड़ी/अजमेर) में जहाँ लोग दो दलों में बँटकर कोड़े मारते हैं; 2. पत्थरमार होली - बाड़मेर में जहाँ लोग पत्थरों से होली खेलते हैं और इलोजी की बारात निकाली जाती है; 3. लठमार होली - श्रीमहावीर जी (करौली) में जहाँ महिलाएँ पुरुषों पर लाठियाँ बरसाती हैं; 4. अंगारों की होली - लालसोट (दौसा) और केकड़ी में धधकते अंगारों पर चलकर खेली जाती है। इसके अलावा देवर-भाभी होली ब्यावर में, गाबा-फाड़ होली पुष्कर में तथा गोबर के कंडों की होली गलियाकोट में खेली जाती है। अतः सही कूट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38306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142/150</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143</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प्रसिद्ध ऐतिहासिक मेलों को उनके आयोजन की तिथियों व स्थानों से सुमेलित कीजिए: सूची-I (मेला): सूची-I: A. फूलडोल मेला (शाहपुरा, भीलवाड़ा) B. गोमती सागर पशु मेला (झालरापाटन, झालावाड़) C. भर्तृहरि मेला (सरिस्का, अलवर) D. खाटूश्याम जी मेला (सीकर) सूची-II: 1. चैत्र कृष्ण एकम (प्रतिपदा) से पंचमी तक (रामस्नेही पीठ) 2. वैशाख शुक्ल त्रयोदशी (तेरस) - मालवी नस्ल के पशु 3. भाद्रपद शुक्ल अष्टमी - मत्स्य प्रदेश का सबसे बड़ा लक्खी मेला 4. फाल्गुन शुक्ल एकादशी से द्वादशी तक</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46322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143/150</a:t>
            </a: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फूलडोल मेला शाहपुरा में रामस्नेही संप्रदाय के प्रधान केंद्र पर रंगपंचमी तक भरता है। गोमती सागर मेला हाड़ौती का सबसे बड़ा पशु मेला है। भर्तृहरि मेला राजा भर्तृहरि की तपोस्थली पर भरता है जहाँ कनफटे साधु आते हैं। खाटूश्याम जी (बर्बरीक / शीश के दानी) का वार्षिक लक्खी मेला फाल्गुन शुक्ल ग्यारस-बारस को भरता है जहाँ देश भर से भक्त निशान (ध्वज) चढ़ाते हैं। अतः सही कूट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46322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143/150</a:t>
            </a: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पारंपरिक प्रथाओं एवं सामाजिक रीति-रिवाजों के संदर्भ में निम्नलिखित कथनों पर विचार कीजिए: A. 'मौताणा प्रथा' (Mautana) आदिवासी क्षेत्रों में किसी व्यक्ति की अप्राकृतिक/संदिग्ध मृत्यु होने पर मृत्यु स्थल के स्वामी से भारी हर्जाना (खून का मुआवजा) वसूलने की प्रथा है। B. 'दापा प्रथा' (Dapa Pratha) गरासिया व भील जनजातियों में विवाह के समय वर पक्ष द्वारा वधू पक्ष को कन्या के मूल्य के रूप में नकद राशि देने की प्रथा है। C. 'रियाण' (Riyan) पश्चिमी राजस्थान में विवाह के दूसरे दिन अथवा सामाजिक बैठकों में अफीम (मनुहार) घोलकर मेहमानों का मान-सम्मान करने की रस्म है। D. 'डावरिया प्रथा' प्राचीन काल में राजा-महाराजाओं द्वारा अपनी पुत्री के विवाह में दहेज के साथ दी जाने वाली कुँवारी दासियों की कुप्रथा थी।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54338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144/150</a:t>
            </a:r>
          </a:p>
        </p:txBody>
      </p:sp>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सामाजिक परंपराओं और कुप्रथाओं के संदर्भ में ये सभी ऐतिहासिक तथ्य हैं। मौताणा प्रथा में जब तक हर्जाना तय नहीं होता, शव नहीं उठाया जाता (इसे 'चढ़ोतरा' कहते हैं)। दापा प्रथा एक प्रकार का वधू-मूल्य है जिसे समाप्त करने हेतु 'हेलारू' संस्था ने प्रयास किए। रियाण मारवाड़ के समाज में अफीम की मनुहार (कसूमल) की औपचारिक रस्म है। डावरिया प्रथा को 19वीं सदी में प्रतिबंधित किया गया। कन्या वध पर सर्वप्रथम रोक 1833 ई. में कोटा रियासत ने लगाई थी तथा सती प्रथा पर 1822 ई. में बूंदी रियासत ने रोक लगाई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54338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144/150</a:t>
            </a: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संस्कृति में विवाह से संबंधित प्रमुख रस्मों व भोजों को उनके सही अर्थ से सुमेलित कीजिए: सूची-I (विवाह रस्म/भोज): सूची-I: A. मुगधणा B. हीरावणी एवं कंवर कलेवा C. बढ़ार (बड़ार) D. बरोटी सूची-II: 1. विनायक स्थापना के बाद भोजन पकाने हेतु लाई जाने वाली पवित्र लकड़ियाँ 2. विवाह के दिन क्रमशः दुल्हन को पीहर पक्ष द्वारा तथा दूल्हे को ससुराल में कराया जाने वाला नाश्ता/कलेवा 3. विवाह के दूसरे दिन वर पक्ष द्वारा दिया जाने वाला मुख्य प्रीतिभोज 4. विवाह के पश्चात् ससुराल में नववधू के प्रथम स्वागत व गृहप्रवेश पर दिया जाने वाला भोज</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62354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145/150</a:t>
            </a:r>
          </a:p>
        </p:txBody>
      </p:sp>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विनायक (गणेश) स्थापना के बाद हलवाइयों के भोजन पकाने हेतु लाई गई लकड़ियों को 'मुगधणा' कहते हैं। दुल्हन को दिए जाने वाले प्रथम नाश्ते को 'हीरावणी' तथा दूल्हे को दिए जाने वाले नाश्ते को 'कंवर कलेवा' कहते हैं। विवाह के मुख्य सामूहिक भोज को 'बढ़ार' कहते हैं। नववधू के ससुराल आगमन पर स्वागत भोज 'बरोटी' कहलाता है। इसके अतिरिक्त वधू के साथ जाने वाली निकट सहेली/भाई को 'ओलन्दी' (अणवादी) तथा विवाह के बाद प्रथम परिचय को 'हथबोलणो' कहते हैं। बारात के स्वागत को 'सामेला/मधुपर्क' कहा जाता है। अतः सही कूट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62354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145/150</a:t>
            </a: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पुरुषों के 'पगड़ी' (साफा/पाग) परिधान के संदर्भ में निम्नलिखित कथनों पर विचार कीजिए: A. मेवाड़ के महाराणाओं की पगड़ी बाँधने वाले विशेष राजसेवक को 'छबदार' (छाबदार) कहा जाता था। B. मेवाड़ में अटपटी, अमरशाही, उदयशाही, खंजरशाही, भीमशाही, स्वरूपशाही और शिवशाही प्रमुख पगड़ी शैलियाँ थीं। C. मारवाड़ में खिड़किया पाग, तख्तशाही, जसवंतशाही, विजयशाही और जोधपुरी साफा विख्यात हैं। D. राजस्थान में मांगलिक अवसरों पर मोठड़े की पगड़ी, श्रावण में लहरिया, दशहरे पर मदील तथा होली पर फूल-पत्ती की छपाई वाली पगड़ी पहनी जाती है।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70371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146/150</a:t>
            </a: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पगड़ी राजस्थानी संस्कृति में आन-बान-शान, स्वाभिमान और सामाजिक प्रतिष्ठा का सर्वोच्च प्रतीक है ('पगड़ी की लाज रखना')। अकबर के समय मेवाड़ में 'अटपटी पगड़ी' शुरू हुई थी। पगड़ी को सजाने और चमकीला बनाने हेतु तुर्रे, सरपेच, बालाबंदी, धुगधुगी, गोसपेच, लटकन और फत्तेपेच जैसे आभूषण लगाए जाते थे। सुनार आँटेदार पगड़ी तथा बंजारे मोटी पट्टेदार पगड़ी पहनते थे। उदयपुर के बागोर की हवेली संग्रहालय में विश्व की सबसे बड़ी पगड़ी रखी हुई है।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70371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146/150</a:t>
            </a:r>
          </a:p>
        </p:txBody>
      </p:sp>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147</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में स्त्रियों द्वारा पहने जाने वाले पारंपरिक आभूषणों को उनके धारण करने वाले अंगों से सुमेलित कीजिए: सूची-I (आभूषण): सूची-I: A. टीडी भलको, मेमंद, रखड़ी, शीशफूल B. बजट्टी, पीपलपन्ना, अंगोट्या, सुरलिया, ओगण्या C. बेसरी, चूनी, चॉप, बारी, भोगली, खींव D. तिमणिया, ठुस्सी, चंपकली, हांसली, मांदलिया, कंठी सूची-II: 1. सिर / मस्तक 2. कान 3. नाक 4. गला / कंठ</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78387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147/150</a:t>
            </a:r>
          </a:p>
        </p:txBody>
      </p:sp>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सिर के आभूषण: टीडी भलको (मांग भरने के नीचे ललाट पर), मेमंद, रखड़ी, बोरला, शीशफूल और गोफण (बालों की वेणी में गूँथा जाने वाला)। कान के आभूषण: बजट्टी (झुमके के साथ), पीपलपन्ना, अंगोट्या, सुरलिया, ओगण्या, झेला, टोटी। नाक के आभूषण: बेसरी (किशनगढ़ की बणी-ठणी में प्रसिद्ध), चूनी, चॉप, बारी, कांटा, नथ, खींव, फीणी। गले के आभूषण: तिमणिया (धमण्यो/आड), ठुस्सी, चंपकली, हांसली (खूँगाळी), मांदलिया, तुलसी, पोत, कंठमाला, झालर। अतः सही कूट विकल्प A (A-1, B-2,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78387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147/150</a:t>
            </a:r>
          </a:p>
        </p:txBody>
      </p:sp>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दाँत, कमर एवं पैर के प्रमुख राजस्थानी आभूषणों के संदर्भ में निम्नलिखित कथनों पर विचार कीजिए: A. दाँतों के बीच सोने की कील जड़वाना 'चूप' कहलाता है तथा दाँत पर सोने का खोल चढ़ाना 'रखन' कहलाता है। B. कंदोरा, करधनी, तागड़ी, कणकती, मेखला और सटका (लहंगे के नेफे में अटकाया जाने वाला) कमर के आभूषण हैं। C. पैर की उंगलियों में पहना जाने वाला चाँदी का छल्ला 'फोलरी' (बिछिया) कहलाता है। D. नेवरी, झाँझर, रमझोल, नूपुर, आंवला, लंगर और पाजेब स्त्रियों के पैर/टखने के आभूषण हैं।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86403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148/150</a:t>
            </a:r>
          </a:p>
        </p:txBody>
      </p:sp>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दाँतों में सोने-चाँदी की जड़ाई 'रखन' व 'चूप' कहलाती है (ध्यान रहे नाक का आभूषण 'चॉप' है)। कमर पर बजने वाले घुंघरूदार आभूषण कणकती, कंदोरा और तागड़ी हैं। पैर की उंगलियों में सुहाग का प्रतीक 'फोलरी' व 'बीछिया' पहनी जाती है। टखने पर भारी चाँदी का छल्लेदार आभूषण 'नेवरी' (जो पाजेब के समान घुंघरुओं वाला होता है), आंवला, कड़ा और रमझोल पहने जाते हैं। बच्चों के गले में 'हाँसली' (खूँगाळी) पहनाई जाती है जिससे हँसुली डिगने का डर नहीं रहता।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86403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148/150</a:t>
            </a:r>
          </a:p>
        </p:txBody>
      </p:sp>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149</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हाथ, कलाई एवं उंगलियों के आभूषणों के संदर्भ में निम्नलिखित कथनों पर विचार कीजिए: A. 'दामणा' (दामनी) हाथ की दो या तीन उंगलियों में एक साथ पहना जाने वाला अंगूठियों का संयुक्त आभूषण है। B. 'अरसी' (Arsi) हाथ के अँगूठे में पहनी जाने वाली शीशे (आईने) जड़ी हुई बड़ी अंगूठी है। C. गोखरू, कंकण, नोगरी, बंगड़ी, चांट, आंवळा और गजरा स्त्रियों की कलाई/हाथ के आभूषण हैं। D. बाजूबंद, टड्डा, अणत (अनंत), केयूर और खांच स्त्रियों की बाँह (भुजा) के आभूषण हैं। उपर्युक्त में से कौन-से कथन सत्य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9441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149/150</a:t>
            </a:r>
          </a:p>
        </p:txBody>
      </p:sp>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हाथ और बाँह के आभूषणों में राजस्थानी महिलाओं का पारंपरिक श्रृंगार अत्यंत विशिष्ट है। दामणा दो या अधिक उंगलियों में एक साथ पहनी जाने वाली चौड़ी अंगूठी है। अरसी अँगूठे में पहनी जाती है जिसमें एक छोटा दर्पण लगा होता है जिससे महिलाएँ घूँघट की ओट में अपना व प्रियतम का चेहरा देख सकती थीं। कलाई पर चूड़ियों के बीच गोखरू, नोगरी और कंकण पहने जाते हैं। बाँह पर सोने या चाँदी का सर्पिलाकार 'अणत' और चौड़ा 'बाजूबंद' कसा जाता है। पुरुषों द्वारा कानों में 'मुरकी', लोंग और हाथों में 'नरमुखा' कड़ा पहना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9441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149/150</a:t>
            </a:r>
          </a:p>
        </p:txBody>
      </p:sp>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जनजातीय वेशभूषा (भील, गरासिया एवं सहरिया) के संदर्भ में निम्नलिखित कथनों पर विचार कीजिए: A. भील पुरुषों द्वारा सिर पर बाँधा जाने वाला साफा 'पोत्या', तंग धोती 'ढेपाड़ा' तथा कमर पर लपेटी जाने वाली लंगोटी 'खोयतू' कहलाती है। B. भील महिलाओं द्वारा घुटनों तक पहना जाने वाला लाल या काले रंग का घाघरा 'काछाबू' (Kachhabu) कहलाता है। C. सहरिया पुरुषों का साफा 'खपटा', पूरी बाँह की कमीज 'सलूका' तथा घुटने तक की तंग धोती 'पंछा' कहलाती है। D. गरासिया पुरुषों की कमीज 'पुठियों' तथा महिलाओं की कुर्ती 'झूलकी' कहलाती है।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02436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150/150</a:t>
            </a:r>
          </a:p>
        </p:txBody>
      </p:sp>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जनजातीय समाज की वेशभूषा उनकी पहचान का अभिन्न अंग है। भीलों में केरीभांत और ताराभांत की ओढ़नियाँ लोकप्रिय हैं; पुरुष सिर पर फेंटा या पोत्या बाँधते हैं और ढेपाड़ा पहनते हैं। सहरिया पुरुषों का खपटा और सलूका (सफेद अंगरखा) विशिष्ट है। गरासिया जनजाति में रंग-बिरंगे चटक वस्त्र, झूलकी और पुठियों पहने जाते हैं। विवाह के समय भील दुल्हन पीले रंग की ओढ़नी ओढ़ती है जिसे 'पीरिया' कहते हैं और लाल रंग की साड़ी को 'सिंदूरी' कहा जाता है। सभी चारों कथन पूर्णतः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02436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150/150</a:t>
            </a:r>
          </a:p>
        </p:txBody>
      </p:sp>
    </p:spTree>
  </p:cSld>
  <p:clrMapOvr>
    <a:masterClrMapping/>
  </p:clrMapOvr>
</p:sld>
</file>

<file path=ppt/theme/theme1.xml><?xml version="1.0" encoding="utf-8"?>
<a:theme xmlns:a="http://schemas.openxmlformats.org/drawingml/2006/main" name="NIEd">
  <a:themeElements>
    <a:clrScheme name="NIEd">
      <a:dk1>
        <a:srgbClr val="1A1A4A"/>
      </a:dk1>
      <a:lt1>
        <a:srgbClr val="F5F7FF"/>
      </a:lt1>
      <a:dk2>
        <a:srgbClr val="1B2A6B"/>
      </a:dk2>
      <a:lt2>
        <a:srgbClr val="E8EDFF"/>
      </a:lt2>
      <a:accent1>
        <a:srgbClr val="FF6B00"/>
      </a:accent1>
      <a:accent2>
        <a:srgbClr val="00AA44"/>
      </a:accent2>
      <a:accent3>
        <a:srgbClr val="4466CC"/>
      </a:accent3>
      <a:accent4>
        <a:srgbClr val="FF3B30"/>
      </a:accent4>
      <a:accent5>
        <a:srgbClr val="FFB830"/>
      </a:accent5>
      <a:accent6>
        <a:srgbClr val="7C3AED"/>
      </a:accent6>
      <a:hlink>
        <a:srgbClr val="FF6B00"/>
      </a:hlink>
      <a:folHlink>
        <a:srgbClr val="953734"/>
      </a:folHlink>
    </a:clrScheme>
    <a:fontScheme name="NIEd">
      <a:majorFont>
        <a:latin typeface="Calibri Light"/>
        <a:ea typeface=""/>
        <a:cs typeface="Mangal"/>
      </a:majorFont>
      <a:minorFont>
        <a:latin typeface="Calibri"/>
        <a:ea typeface=""/>
        <a:cs typeface="Mangal"/>
      </a:minorFont>
    </a:fontScheme>
    <a:fmtScheme name="NIEd">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