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पूर्व-पश्चिम कॉरिडोर जोड़ता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इम्फाल को अहमदाबाद से</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दीमापुर को वडोदरा से</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सिलचर को पोरबन्दर से</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गुवाहाटी को काण्डला बन्दरगाह 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सिलचर को पोरबन्दर 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इम्फाल को अहमदाबाद 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दीमापुर को वडोदरा 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गुवाहाटी को काण्डला बन्दरगाह 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पूर्व-पश्चिम कॉरिडोर असम के सिलचर को गुजरात के पोरबंदर से जोड़ता है, इसलिए सही उत्तर विकल्प (C) है। यह कॉरिडोर राष्ट्रीय राजमार्ग विकास परियोजना (NHDP) के अंतर्गत बनाया गया है, जो स्वर्णिम चतुर्भुज (Golden Quadrilateral) योजना का ही एक हिस्सा है। स्वर्णिम चतुर्भुज दिल्ली, मुंबई, चेन्नई और कोलकाता जैसे चार बड़े महानगरों को आपस में जोड़ता है, जबकि पूर्व-पश्चिम और उत्तर-दक्षिण कॉरिडोर देश के दूर-दराज इलाकों को मुख्य सड़क नेटवर्क से जोड़ने का काम करते हैं। उत्तर-दक्षिण कॉरिडोर श्रीनगर को कन्याकुमारी से जोड़ता है। इस प्रकार विकल्प (A), (B) और (D) में दिए गए शहरों के जोड़े गलत हैं क्योंकि वे इस विशेष कॉरिडोर से संबंधित नहीं हैं। याद रखने का आसान तरीका यह है - "पूर्व से पश्चिम यानी सिलचर से पोरबंदर", दोनों शहर देश के विपरीत छोर पर स्थित हैं जिससे नाम भी सार्थक हो जाता है। परीक्षा में ऐसे प्रश्नों में शहरों के भौगोलिक स्थान को ध्यान में रखकर उत्तर देना आसान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गलत युग्म का चयन कीजिये:</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सतूर - मध्य अरावली</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कटड़ा - दक्षिणी अरावली</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दुर-मरयाजी - मध्य अरावली</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महोहरपुर - उत्तरी अरावली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सतूर - मध्य अरावली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कटड़ा - दक्षिणी अरावली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दुर-मरयाजी - मध्य अरावली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महोहरपुर - उत्तरी अरावली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'सतूर' चोटी वास्तव में राजस्थान के बूंदी जिले में स्थित है, जो अरावली के हाड़ौती क्षेत्र यानी दक्षिण-पूर्वी अरावली का हिस्सा है, न कि मध्य अरावली का। राजस्थान में अरावली पर्वत श्रृंखला को मोटे तौर पर तीन भागों में बांटा जाता है - उत्तरी अरावली (खेतड़ी-अलवर क्षेत्र), मध्य अरावली (अजमेर-पुष्कर के आसपास) और दक्षिणी अरावली (सिरोही-उदयपुर क्षेत्र, जहाँ गुरु शिखर स्थित है)। हाड़ौती क्षेत्र की पहाड़ियाँ दक्षिण-पूर्वी अरावली में गिनी जाती हैं। शेष तीनों विकल्प सही सुमेलित हैं - कटड़ा दक्षिणी अरावली में, दुर-मरयाजी मध्य अरावली में और महोहरपुर उत्तरी अरावली में स्थित है। इस तरह के प्रश्नों में हर चोटी का सही जिला और वह किस उप-क्षेत्र में आता है, यह बारीकी से याद रखना जरूरी होता है क्योंकि परीक्षा में अक्सर एक ही तरह के नाम वाली जगहों को अलग-अलग क्षेत्रों से जोड़कर भ्रमित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जिलों का समूह मॉनसूनी वर्षा की मात्रा के अनुसार अवरोही क्रम में सही ढंग से व्यवस्थित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धौलपुर, राजसमंद, जालौर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भीलवाड़ा, बारां, सीकर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राजसमंद, जालौर, धौलपुर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 जयपुर, भरतपुर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धौलपुर, राजसमंद, जालौर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भीलवाड़ा, बारां, सीकर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राजसमंद, जालौर, धौलपुर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 जयपुर, भरतपुर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राजस्थान में वर्षा का सामान्य पैटर्न यह है कि यह पूर्व/दक्षिण-पूर्व से पश्चिम/उत्तर-पश्चिम की दिशा में घटती जाती है, क्योंकि पूर्वी और दक्षिण-पूर्वी हिस्से मानसूनी हवाओं के मार्ग में सीधे आते हैं जबकि पश्चिमी राजस्थान थार मरुस्थल का शुष्क क्षेत्र है। इस आधार पर धौलपुर (पूर्वी राजस्थान, सर्वाधिक वर्षा), राजसमंद (मध्य भाग, मध्यम वर्षा) और जालौर (पश्चिमी राजस्थान, न्यूनतम वर्षा) का अवरोही क्रम बिल्कुल सही बैठता है। बाकी विकल्पों में या तो क्रम उल्टा है या गलत जिले शामिल किए गए हैं, जिससे वे गलत हो जाते हैं। इस तरह के प्रश्न हल करने के लिए राजस्थान के मानचित्र में पूर्व-पश्चिम दिशा को ध्यान में रखना सबसे आसान तरीका है - जितना पूर्व की ओर जिला होगा, वर्षा उतनी ही अधिक होने की संभावना रहती है, और जितना पश्चिम की ओर, उतनी ही कम।</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तीन नदियों के संगम को 'त्रिवेणी संगम' कहा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बनास, मैनाल, बेड़च</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गम्भीरी, मांसी, धुन्ध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कोठारी, खोरी, बेड़च</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 आहू, बाण्डी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बनास, मैनाल, बेड़च</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गम्भीरी, मांसी, धुन्ध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कोठारी, खोरी, बेड़च</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 आहू, बाण्डी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राजस्थान के भीलवाड़ा जिले में स्थित 'बिगोद' नामक स्थान (मांडलगढ़ के पास) पर बनास, बेड़च और मेनाल - इन तीन नदियों का संगम होता है, जिसे 'त्रिवेणी संगम' कहा जाता है। बनास नदी राजस्थान की सबसे लंबी नदी मानी जाती है जो पूरी तरह राज्य के भीतर ही बहती है, और यह चम्बल की सहायक नदी है। बेड़च और मेनाल दोनों बनास की सहायक नदियाँ हैं, इसलिए इनका आपस में मिलना 'त्रिवेणी' का रूप बनाता है, ठीक वैसे ही जैसे इलाहाबाद में गंगा-यमुना-सरस्वती का त्रिवेणी संगम प्रसिद्ध है। शेष विकल्पों में दी गई नदियाँ भी असली हैं लेकिन इनका आपसी संगम 'त्रिवेणी संगम' के नाम से प्रसिद्ध नहीं है। याद रखने के लिए - "बनास की गोद में बेड़च-मेनाल का मिलन ही त्रिवेणी" जैसी सरल पंक्ति काम आ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राज्य वन रिपोर्ट 2021 के अनुसार, वनस्पति आवरण के संदर्भ में वन क्षेत्र 16,654 वर्ग किमी है, यह राजस्थान के भौगोलिक क्षेत्र का कितना प्रतिशत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6.74</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7.48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8.47</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4.87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4.87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6.74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7.48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8.47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भारत राज्य वन रिपोर्ट (ISFR) 2021 के अनुसार राजस्थान का कुल वन क्षेत्र लगभग 16,654.96 वर्ग किलोमीटर है, जो राज्य के कुल भौगोलिक क्षेत्रफल का लगभग 4.87 प्रतिशत बैठता है। यह रिपोर्ट भारतीय वन सर्वेक्षण (Forest Survey of India) द्वारा हर दो साल में जारी की जाती है और यह उपग्रह चित्रों की मदद से देश के वन एवं वृक्ष आवरण का आकलन करती है। राजस्थान का भौगोलिक क्षेत्रफल लगभग 3.42 लाख वर्ग किमी है, ऐसे में 16,654 वर्ग किमी वन क्षेत्र का अनुपात निकालने पर लगभग 4.87% आता है, जिससे बाकी सभी प्रतिशत वाले विकल्प गलत सिद्ध हो जाते हैं। ध्यान रहे राजस्थान देश के सबसे कम वन आवरण प्रतिशत वाले राज्यों में गिना जाता है क्योंकि राज्य का बड़ा हिस्सा थार मरुस्थल के अंतर्गत आता है, इसलिए यह कम प्रतिशत आंकड़ा तार्किक रूप से भी समझ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बॉक्साइट और अभ्रक के सर्वाधिक उत्पादक राज्य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 प्रदेश, महाराष्ट्र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छत्तीसगढ़, ओडिशा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ओडिशा, आन्ध्र प्रदेश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झारखण्ड, राजस्थान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ओडिशा, आन्ध्र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प्रदेश, महाराष्ट्र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छत्तीसगढ़, ओडिशा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झारखण्ड, राजस्थान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भारत में बॉक्साइट का सबसे बड़ा उत्पादक राज्य ओडिशा है, जबकि अभ्रक (Mica) का सर्वाधिक उत्पादन आंध्र प्रदेश में होता है। बॉक्साइट एल्युमिनियम धातु बनाने का मुख्य कच्चा माल है और यह मुख्यतः लैटेराइट मिट्टी वाले क्षेत्रों में पाया जाता है, इसीलिए ओडिशा के कालाहांडी, कोरापुट जैसे जिलों में इसके बड़े भंडार मिलते हैं। दूसरी ओर अभ्रक बिजली का कुचालक होता है और विद्युत उपकरणों में इंसुलेशन के लिए इस्तेमाल होता है, इसमें आंध्र प्रदेश का नेल्लोर क्षेत्र देश में अग्रणी माना जाता है। छत्तीसगढ़ बॉक्साइट में दूसरे नंबर पर आता है इसलिए विकल्प (B) पूरी तरह सही नहीं है। मध्य प्रदेश और महाराष्ट्र भी बॉक्साइट उत्पादन में आगे हैं पर सबसे बड़े उत्पादक नहीं, इसलिए विकल्प (A) गलत है। झारखंड और राजस्थान भी खनिज संपन्न राज्य हैं पर इन दोनों खनिजों में शीर्ष स्थान पर नहीं आते, इसलिए विकल्प (D) भी गलत है। याद रखने का तरीका है - "बॉक्साइट का बॉस ओडिशा, अभ्रक का किंग आंध्र प्रदेश"।</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चुकन्दर पर आधारित प्रथम चीनी उद्योग स्थापित हुआ था-</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 गंगानगर में</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भोपालसागर में</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केशोरायपाटन में</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 गंगानगर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भोपालसागर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केशोरायपाटन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राजस्थान में चुकंदर से चीनी बनाने का देश का पहला कारखाना वर्ष 1968 में श्री गंगानगर में 'श्री गंगानगर शुगर मिल्स लिमिटेड' के नाम से स्थापित किया गया था। सामान्यतः भारत में चीनी उद्योग गन्ने पर आधारित होता है और यह मुख्यतः उत्तर प्रदेश, महाराष्ट्र जैसे राज्यों में केंद्रित है, लेकिन राजस्थान का शुष्क जलवायु और सीमित सिंचाई वाला क्षेत्र गन्ने की खेती के लिए उतना उपयुक्त नहीं है। इसी वजह से गंगानगर क्षेत्र में, जहाँ नहरी सिंचाई से चुकंदर की खेती संभव है, चुकंदर आधारित चीनी उद्योग की शुरुआत की गई। भोपालसागर (चित्तौड़गढ़ जिला) अपने सीमेंट उद्योग के लिए जाना जाता है, इसलिए विकल्प (B) गलत है। केशोरायपाटन (बूंदी) और उदयपुर भी चीनी उद्योग के लिए प्रसिद्ध नहीं हैं, इसलिए विकल्प (C) और (D) भी गलत हैं। याद रखें - "गंगानगर यानी नहरों का शहर, इसलिए वहीं चुकंदर की मिठास भी पहली बार आई।"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माही बजाज सागर परियोजना एक संयुक्त उद्यम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पंजाब तथा गुजरात का</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गुजरात तथा राजस्थान का</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गुजरात तथा मध्यप्रदेश का</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मध्यप्रदेश तथा राजस्थान 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गुजरात तथा राजस्थान 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पंजाब तथा गुजरात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गुजरात तथा मध्यप्रदेश 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मध्यप्रदेश तथा राजस्थान 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माही बजाज सागर परियोजना राजस्थान और गुजरात, इन दो राज्यों की एक संयुक्त बहुउद्देशीय नदी घाटी परियोजना है, जिसमें राजस्थान की हिस्सेदारी लगभग 45% और गुजरात की हिस्सेदारी लगभग 55% मानी जाती है। यह परियोजना माही नदी पर बनी है, जो राजस्थान के बांसवाड़ा जिले से होकर गुजरात में जाकर खम्भात की खाड़ी में गिरती है। इस परियोजना का उद्देश्य सिंचाई, पेयजल आपूर्ति और जल विद्युत उत्पादन तीनों करना है, इसलिए इसे बहुउद्देशीय परियोजना कहा जाता है। ध्यान देने वाली बात यह है कि इसमें केवल दो ही राज्य शामिल हैं, इसलिए पंजाब को शामिल करने वाला विकल्प (A) और मध्यप्रदेश को शामिल करने वाले विकल्प (C) व (D) गलत हो जाते हैं। राजस्थान की कई अन्य नदी घाटी परियोजनाएँ भी पड़ोसी राज्यों के साथ साझी हैं, जैसे चम्बल परियोजना मध्यप्रदेश के साथ और व्यास परियोजना पंजाब के साथ जुड़ी है, इसलिए हर परियोजना के साझीदार राज्यों को अलग-अलग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वर्ष 2001-2011 के मध्य न्यूनतम दशकीय जनसंख्या वृद्धि दर वाला जिला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बाड़मेर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 गंगानगर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 गंगानगर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2011 की जनगणना अनुसार, 2001-2011 के दौरान राजस्थान में न्यूनतम दशकीय जनसंख्या वृद्धि दर श्री गंगानगर जिले में दर्ज की गई थी, जो लगभग 10% रही। सही उत्तर विकल्प (B) है। जनसंख्या वृद्धि दर मुख्यतः जन्म दर, मृत्यु दर और पलायन पर निर्भर करती है। श्री गंगानगर में सिंचित कृषि क्षेत्र होने के बावजूद वृद्धि दर कम रहने का एक कारण शिक्षा-जागरूकता का बेहतर स्तर और परिवार नियोजन कार्यक्रमों का प्रभावी क्रियान्वयन माना जाता है। इसके विपरीत बाड़मेर, जैसलमेर जैसे पश्चिमी रेगिस्तानी जिलों में सामान्यतः जनसंख्या वृद्धि दर अधिक पाई जाती है क्योंकि वहाँ साक्षरता दर कम और परंपरागत सामाजिक ढांचा अधिक मजबूत है। पाली और बूंदी में भी वृद्धि दर श्री गंगानगर से अधिक रही, इसलिए विकल्प (A), (C) और (D) गलत हैं। परीक्षा में जनसंख्या से जुड़े आंकड़ों के लिए 2011 की जनगणना ही आधार मानी जाती है, इसलिए इन जिलेवार आंकड़ों को याद रखना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कालाखुटा, लीलवानी, नारदिया, तिम्मामोरी किस खनिज के उत्पादक क्षेत्र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मैंगनीज़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टंगस्टन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ताँबा</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लौह-अयस्क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मैंगनीज़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टंगस्टन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ताँबा</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लौह-अयस्क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कालाखूंटा, लीलवानी, नारदिया और तिम्मामोरी राजस्थान के बांसवाड़ा जिले में स्थित प्रमुख मैंगनीज उत्पादक क्षेत्र हैं। मैंगनीज का सर्वाधिक उपयोग इस्पात उद्योग में मिश्र धातु बनाने और स्टील को मजबूती देने के लिए किया जाता है। राजस्थान में मैंगनीज मुख्यतः बांसवाड़ा और उदयपुर क्षेत्र में पाया जाता है, हालांकि देश में मैंगनीज का सबसे बड़ा उत्पादक राज्य ओडिशा है। टंगस्टन के लिए राजस्थान का डेगाना (नागौर) क्षेत्र प्रसिद्ध है, इसलिए विकल्प (B) गलत है। ताँबे के लिए खेतड़ी (झुंझुनू) क्षेत्र जाना जाता है, इसलिए विकल्प (C) गलत है। लौह-अयस्क के भंडार राजस्थान में मुख्यतः जयपुर के पास डाबला-सिंघाना क्षेत्र में मिलते हैं, इसलिए विकल्प (D) भी गलत है। इस तरह हर खनिज का अपना अलग भौगोलिक क्षेत्र याद रखना परीक्षा के लिए बेहद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कालीसिंध सुपर ताप बिजली स्टेशन अवस्थित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डूंगरपुर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बाँसवाड़ा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झालावाड़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डूंगरपुर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कालीसिंध सुपर थर्मल पावर स्टेशन राजस्थान के झालावाड़ जिले में कालीसिंध नदी के किनारे स्थित एक प्रमुख कोयला आधारित विद्युत संयंत्र है। यह राजस्थान राज्य विद्युत उत्पादन निगम लिमिटेड (RVUNL) द्वारा संचालित बड़े ताप विद्युत गृहों में से एक है, जिसकी स्थापना राज्य की बढ़ती बिजली मांग को पूरा करने के उद्देश्य से की गई। थर्मल पावर स्टेशन आमतौर पर किसी नदी या जल स्रोत के किनारे बनाए जाते हैं ताकि शीतलन प्रक्रिया के लिए पर्याप्त पानी मिल सके, और झालावाड़ का यह स्थान कालीसिंध नदी के कारण इसके लिए उपयुक्त रहा। बारां जिला भी हाड़ौती क्षेत्र में झालावाड़ के पास स्थित है, इसलिए इसे लेकर भ्रम हो सकता है, पर संयंत्र वास्तव में झालावाड़ में ही है, इसलिए विकल्प (A) गलत है। डूंगरपुर और बाँसवाड़ा दक्षिणी राजस्थान में हैं और इनका इस परियोजना से कोई सीधा संबंध नहीं है, इसलिए विकल्प (C) और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कौन सा सुमेलित नहीं है? (वन्यजीव अभयारण्य - जिला)</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शेरगढ़ - बूंदी</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बस्सी - चित्तौड़गढ़</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रामसागर वन विहार - धौलपुर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सीतामाता - प्रतापगढ़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शेरगढ़ - बूंदी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बस्सी - चित्तौड़गढ़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रामसागर वन विहार - धौलपुर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सीतामाता - प्रतापगढ़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क्योंकि यह गलत सुमेलित युग्म है। शेरगढ़ वन्यजीव अभयारण्य वास्तव में राजस्थान के बारां जिले में परवन नदी के किनारे स्थित है, न कि बूंदी जिले में, इसलिए यह युग्म गलत है और यही प्रश्न का उत्तर है। बाकी तीनों विकल्प सही सुमेलित हैं - बस्सी वन्यजीव अभयारण्य चित्तौड़गढ़ जिले में स्थित है और अपनी घनी वनस्पति के लिए जाना जाता है, रामसागर वन विहार धौलपुर जिले में स्थित है जहाँ ऐतिहासिक रामसागर बांध भी मौजूद है, तथा सीतामाता वन्यजीव अभयारण्य प्रतापगढ़ जिले में स्थित है जो अपने उड़न गिलहरी के आवास के लिए प्रसिद्ध है। राजस्थान में वन्यजीव अभयारण्यों के जिलेवार स्थान परीक्षा में बार-बार पूछे जाते हैं, इसलिए हर अभयारण्य का सही जिला बिना भ्रम के याद रखना जरूरी है, विशेषकर बूंदी और बारां जैसे पड़ोसी जिलों के बीच अंतर स्पष्ट रखना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माही कंचन तथा आर सी बी 911 संकर किस्में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क्रमशः मक्का तथा जौ की</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क्रमशः मक्का तथा चावल की</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क्रमशः मक्का तथा बाजरे की</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क्रमशः बाजरा तथा मक्का 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क्रमशः मक्का तथा बाजरे 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क्रमशः मक्का तथा जौ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क्रमशः मक्का तथा चावल 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क्रमशः बाजरा तथा मक्का 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'माही कंचन' मक्का की एक उन्नत संकर किस्म है, जबकि 'आरसीबी 911' बाजरा (Pearl Millet) की एक हाइब्रिड किस्म है। राजस्थान के कृषि अनुसंधान केंद्रों द्वारा समय-समय पर फसलों की नई उन्नत और संकर किस्में विकसित की जाती हैं ताकि कम पानी और शुष्क जलवायु में भी बेहतर उत्पादन प्राप्त किया जा सके। मक्का मुख्यतः दक्षिणी राजस्थान (बांसवाड़ा, डूंगरपुर) में उगाई जाती है जबकि बाजरा पश्चिमी और उत्तरी राजस्थान के शुष्क क्षेत्रों की प्रमुख खरीफ फसल है। इसलिए विकल्प (A) में जौ का जिक्र, विकल्प (B) में चावल का जिक्र और विकल्प (D) में क्रम उल्टा होने के कारण ये सभी गलत हैं। परीक्षा में फसलों की उन्नत/संकर किस्मों के नाम और उनसे जुड़ी फसल का सही मिलान बहुत महत्वपूर्ण होता है क्योंकि अक्सर मिलती-जुलती किस्मों के नाम देकर भ्रमित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संविधान सभा से संबंधित निम्नलिखित कथनों पर विचार कीजिए: A. संविधान सभा का अंतिम अधिवेशन 24 जनवरी, 1950 को हुआ। B. इस अंतिम अधिवेशन में डॉ. राजेन्द्र प्रसाद भारत के राष्ट्रपति पद पर विधिवत निर्वाचित घोषित किए गए। C. संविधान सभा ने संविधान को 26 नवंबर 1949 को अंगीकार किया था। D. संविधान 26 जनवरी 1950 को पूर्ण रूप से प्रभाव में आया।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कोई कथन सही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व B दोनों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B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 तो कोई कथन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व B दोनों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मूल प्रश्न में पूछे गए दोनों कथनों को त्रुटिपूर्ण माना गया है। संविधान सभा की अंतिम बैठक 24 जनवरी 1950 को हुई थी, यह सही है, लेकिन इस बैठक में डॉ. राजेंद्र प्रसाद को 'निर्वाचित' नहीं बल्कि सदस्यों ने संविधान पर हस्ताक्षर करते हुए उन्हें भारत के पहले राष्ट्रपति के रूप में स्वीकार किया, यानी यह चुनावी निर्वाचन की प्रक्रिया नहीं बल्कि एक औपचारिक स्वीकृति थी। भारत का संविधान 26 नवंबर 1949 को अंगीकार किया गया और 26 जनवरी 1950 को प्रभाव में आया, तभी से डॉ. राजेंद्र प्रसाद राष्ट्रपति पद पर आसीन हुए। संविधान सभा से जुड़ी तारीखों में अंगीकरण, हस्ताक्षर और प्रवर्तन तीनों तिथियों में स्पष्ट अंतर याद रखना जरूरी है ताकि परीक्षा में ऐसे भ्रामक कथनों में गलती न हो। इसलिए विकल्प (B), (C) और (D) सभी गलत हैं क्योंकि इनमें से कोई भी कथन तथ्यात्मक रूप से पूर्णतः सटीक नहीं ठहरता।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संविधान की निम्नांकित में से कौन सी अनुसूची, पहले संवैधानिक संशोधन द्वारा संविधान में जोड़ी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छठी</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दसवीं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छठी</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दसवीं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भारतीय संविधान में नौवीं अनुसूची को प्रथम संविधान संशोधन अधिनियम, 1951 के द्वारा जोड़ा गया था। इसका मुख्य उद्देश्य भूमि सुधार से जुड़े कानूनों को न्यायिक समीक्षा से बचाना था, क्योंकि उस समय कई भूमि सुधार कानूनों को अदालतों में मौलिक अधिकारों के उल्लंघन के आधार पर चुनौती दी जा रही थी। नौवीं अनुसूची में शामिल कानूनों को अनुच्छेद 31-B के तहत सुरक्षा प्रदान की जाती है, हालांकि बाद में सर्वोच्च न्यायालय ने आई.आर. कोएल्हो मामले (2007) में यह व्यवस्था दी कि नौवीं अनुसूची में शामिल कानूनों की भी न्यायिक समीक्षा हो सकती है यदि वे मूल ढांचे का उल्लंघन करते हों। दसवीं अनुसूची दल-बदल कानून से संबंधित है जो 52वें संशोधन (1985) से जुड़ी है और छठी अनुसूची जनजातीय क्षेत्रों के प्रशासन से जुड़ी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मेनका गांधी वाद, 1978 में उच्चतम न्यायालय के फैसले के बाद अनुच्छेद 21 की न्यायिक व्याख्या के संबंध में सही कथन पहचानिए: A. 'कानून द्वारा स्थापित प्रक्रिया' अमेरिका की 'उचित प्रक्रिया' के लगभग समानार्थक बन गई है B. यह भार याचिकाकर्ता पर है कि वह सिद्ध करे कि जिस कानून की प्रक्रिया से उसे जीवन या दैहिक स्वतंत्रता से वंचित किया गया, वह स्वेच्छाचारी है C. अनुच्छेद 21, 19 व 14 परस्पर अनन्य नहीं हैं D. 'जीवन के अधिकार' में 'गरिमा के साथ जीने का अधिकार' शामिल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B त्रुटिपूर्ण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त्रुटिपूर्ण है, शेष सभी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B त्रुटिपूर्ण है, शेष सभी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सभी कथन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कथन A त्रुटिपूर्ण है, शेष सभी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 त्रुटिपूर्ण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B त्रुटिपूर्ण है, शेष सभी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कथन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कथन A त्रुटिपूर्ण है। मेनका गांधी वाद (1978) के बाद भारतीय संविधान में 'कानून द्वारा स्थापित प्रक्रिया' (Procedure established by law) का दायरा जरूर विस्तृत हुआ, लेकिन यह अमेरिका की 'उचित प्रक्रिया' (Due process of law) के पूर्णतः समानार्थक नहीं मानी जाती क्योंकि दोनों में वैधानिक रूप से भिन्नता बनी रहती है। शेष कथन सही हैं - याचिकाकर्ता पर ही यह भार होता है कि वह प्रक्रिया की स्वेच्छाचारिता सिद्ध करे, अनुच्छेद 14, 19 और 21 अब परस्पर अनन्य (mutually exclusive) नहीं माने जाते बल्कि आपस में जुड़े हुए हैं, और जीवन के अधिकार में गरिमा के साथ जीने का अधिकार भी शामिल किया गया है। यह निर्णय भारतीय संविधान के मौलिक अधिकारों की व्याख्या में एक ऐतिहासिक मोड़ माना जाता है क्योंकि इसके बाद अनुच्छेद 21 की व्याख्या बहुत उदार और व्यापक हो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नथमल जी की हवेली अवस्थित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बाड़मेर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जैसलमेर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जैसलमेर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बाड़मेर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'नथमल जी की हवेली' अपनी अनूठी नक्काशी और वास्तुकला के लिए प्रसिद्ध है, जो राजस्थान के जैसलमेर जिले में स्थित है। जैसलमेर स्वर्णनगरी के नाम से भी जाना जाता है और यहाँ की हवेलियाँ पीले बलुआ पत्थर (Sandstone) से बनी होने के कारण अपनी खूबसूरत जालीदार नक्काशी के लिए विश्व प्रसिद्ध हैं। नथमल जी की हवेली को दो भाइयों - हाथी और लालू - ने मिलकर बनाया था और कहा जाता है कि उन्होंने हवेली के दोनों हिस्से अलग-अलग बनाए, इसलिए इसमें थोड़ी असमानता भी देखने को मिलती है। जैसलमेर की अन्य प्रसिद्ध हवेलियों में पटवों की हवेली और सालिम सिंह की हवेली भी शामिल हैं। बाड़मेर, बीकानेर और जोधपुर भी राजस्थान के प्रमुख ऐतिहासिक शहर हैं, लेकिन नथमल जी की हवेली इनमें से किसी में स्थित नहीं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 सभा के संबंध में त्रुटिपूर्ण कथन पहचानिए: A. डॉ. एस. राधाकृष्णन राज्य सभा के एकमात्र सभापति हैं, जो लगातार दो कार्यकाल इस पद पर रहे B. प्रथम संविधान संशोधन के लिए राज्य सभा का अनुसमर्थन नहीं लिया गया था C. वर्तमान में संघ राज्य क्षेत्रों से 8 सदस्य राज्य सभा में निर्वाचित होते हैं D. तीन अवसरों पर राज्य सभा और लोक सभा की संयुक्त बैठक आयोजित हुई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कथन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कथन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कथन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कथन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कथन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यह कथन त्रुटिपूर्ण है क्योंकि डॉ. एस. राधाकृष्णन राज्यसभा के एकमात्र ऐसे सभापति नहीं हैं जिन्होंने लगातार दो कार्यकाल पूरे किए हों - मोहम्मद हामिद अंसारी ने भी राज्यसभा के सभापति (उपराष्ट्रपति) के रूप में लगातार दो कार्यकाल (2007-2017) पूरे किए हैं। शेष तीनों कथन सही हैं - प्रथम संविधान संशोधन अधिनियम में राज्यसभा का अनुसमर्थन नहीं लिया गया था क्योंकि उस समय राज्यसभा अस्तित्व में ही नहीं थी। वर्तमान में केंद्रशासित प्रदेशों से 8 सदस्य राज्यसभा में निर्वाचित होते हैं, और अब तक तीन बार लोकसभा-राज्यसभा की संयुक्त बैठक बुलाई जा चुकी है (दहेज प्रतिषेध विधेयक 1961, बैंकिंग सेवा आयोग विधेयक 1978, और पोटा विधेयक 2002)। इसलिए इन कथनों में से केवल पहला कथन ही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अविश्वास प्रस्ताव के संबंध में निम्नांकित में से कौन सा कथन सही नहीं है? A. 15 अगस्त, 2023 तक 27 अविश्वास प्रस्ताव, 9 विश्वास प्रस्ताव रखे गए हैं B. लाल बहादुर शास्त्री ने अपने कार्यकाल के प्रतिवर्ष अधिकतम अविश्वास प्रस्तावों का सामना किया C. जो सदस्य अविश्वास प्रस्ताव रखना चाहता है, उसे इसकी सूचना लिखित में लोक सभा स्पीकर को देनी होती है D. अविश्वास प्रस्ताव केवल लोक सभा में रखा जा सकता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कथन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कथन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कथन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कथन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कथन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यह कथन गलत है क्योंकि 15 अगस्त 2023 तक भारतीय संसद में कुल 28 अविश्वास प्रस्ताव लाए जा चुके थे (जिसमें अगस्त 2023 में मोदी सरकार के खिलाफ लाया गया प्रस्ताव भी शामिल है), न कि 27। शेष तीनों कथन सही हैं - लाल बहादुर शास्त्री ने अपने संक्षिप्त कार्यकाल के प्रत्येक वर्ष सबसे अधिक अविश्वास प्रस्तावों का सामना किया, अविश्वास प्रस्ताव लाने के लिए सदस्य को लोकसभा अध्यक्ष को लिखित सूचना देनी होती है जिसका समर्थन कम से कम 50 सदस्यों द्वारा किया जाना जरूरी है, और यह प्रस्ताव संविधान के प्रावधान अनुसार केवल लोकसभा में ही लाया जा सकता है क्योंकि मंत्रिपरिषद केवल लोकसभा के प्रति उत्तरदायी होती है, राज्यसभा के प्रति नहीं। इस तरह के संख्यात्मक तथ्यों को हमेशा अद्यतन (updated) रखना परीक्षा के लिए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सूची-I (निर्देशक सिद्धांत) को सूची-II (अनुच्छेद) के साथ सुमेलित कीजिए: सूची-I: सूची-I: A. समान न्याय और निःशुल्क कानूनी सहायता B. पर्यावरण की सुरक्षा C. काम करने का अधिकार D. स्मारकों का संरक्षण सूची-II: 1. अनुच्छेद 48 A 2. अनुच्छेद 39 A 3. अनुच्छेद 41 4. अनुच्छेद 49</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 B-III, C-IV, D-II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 C-III, D-IV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 C-IV, D-II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C-I, D-IV</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A-II, B-I, C-III, D-IV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 B-III, C-IV, D-II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 C-IV, D-II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B-III, C-I, D-IV</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भारतीय संविधान के राज्य के नीति निदेशक तत्वों में समान न्याय और निःशुल्क कानूनी सहायता का प्रावधान अनुच्छेद 39A में है, पर्यावरण की सुरक्षा और सुधार का उल्लेख अनुच्छेद 48A में है, काम पाने का अधिकार अनुच्छेद 41 में वर्णित है, और ऐतिहासिक व राष्ट्रीय महत्व के स्मारकों के संरक्षण का प्रावधान अनुच्छेद 49 में है। नीति निदेशक तत्व संविधान के भाग-IV में अनुच्छेद 36 से 51 तक वर्णित हैं और इनका उद्देश्य कल्याणकारी राज्य की स्थापना करना है, हालांकि ये न्यायालय में वाद योग्य (Justiciable) नहीं होते। अनुच्छेद 39A को 42वें संविधान संशोधन (1976) द्वारा जोड़ा गया था, जिसे 'मिनी संविधान' भी कहा जाता है। परीक्षा में नीति निदेशक तत्वों के हर अनुच्छेद और उसके विषय को क्रमबद्ध याद रखना बहुत उपयोगी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सूचना का अधिकार अधिनियम की निम्न में से कौन सी धारा केन्द्रीय सूचना आयोग के कार्य और शक्तियों से सम्बन्धित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सूचना का अधिकार (RTI) अधिनियम, 2005 की धारा 12 केंद्रीय सूचना आयोग के 'गठन' (Constitution) से संबंधित है, न कि इसके कार्यों और शक्तियों से। केंद्रीय सूचना आयोग के कार्यों और शक्तियों का उल्लेख धारा 18 और 19 में मिलता है - धारा 18 शिकायतों की सुनवाई से संबंधित है और धारा 19 अपीलों के निपटारे से जुड़ी है। धारा 25 आयोग की वार्षिक रिपोर्ट प्रस्तुत करने से संबंधित है, जो भी एक तरह से आयोग के कार्यों में गिनी जाती है। RTI अधिनियम 2005 में पारित हुआ था और इसका उद्देश्य नागरिकों को सरकारी कामकाज में पारदर्शिता व जवाबदेही सुनिश्चित करने के लिए सूचना पाने का अधिकार देना है। इसलिए धारा 12 (गठन से संबंधित) को छोड़कर बाकी सभी धाराएं प्रत्यक्ष या अप्रत्यक्ष रूप से आयोग के कार्यों-शक्तियों से जुड़ी मानी जाती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निम्नांकित में से किस आयोग ने अन्तर-राज्य परिषद् के स्थान पर अन्तर-सरकार परिषद् स्थापित करने की अनुशंसा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राजमन्नार आयोग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पूंछी आयोग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प्रशासनिक सुधार आयोग, 1969</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सरकारिया आयोग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सरकारिया आयोग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राजमन्नार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पूंछी आयोग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प्रशासनिक सुधार आयोग, 1969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केंद्र-राज्य संबंधों की समीक्षा के लिए गठित सरकारिया आयोग (1983) ने अनुच्छेद 263 के तहत एक स्थायी 'अंतर-सरकारी परिषद' (Inter-Governmental Council) स्थापित करने की सिफारिश की थी, ताकि केंद्र और राज्यों के बीच बेहतर समन्वय स्थापित हो सके। यह आयोग जस्टिस आर.एस. सरकारिया की अध्यक्षता में गठित किया गया था और इसकी सिफारिशों के आधार पर ही बाद में अंतर-राज्य परिषद (Inter-State Council) की स्थापना हुई। राजमन्नार आयोग तमिलनाडु सरकार द्वारा गठित किया गया था और इसने केंद्र-राज्य संबंधों में राज्यों को अधिक स्वायत्तता देने की वकालत की थी, इसलिए विकल्प (A) गलत है। पूंछी आयोग (2007) भी केंद्र-राज्य संबंधों पर आधारित एक बाद का आयोग है, इसलिए विकल्प (B) गलत है। प्रशासनिक सुधार आयोग 1969 प्रशासनिक सुधारों से संबंधित था, इसलिए विकल्प (C)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निम्नांकित कथनों पर विचार कीजिए: A. राजनीति शास्त्रियों द्वारा कही गई 'कांग्रेस प्रणाली' का 1989 के लोक सभा चुनावों के साथ अंत हो गया। B. 1989 के लोक सभा चुनावों में भारतीय राष्ट्रीय कांग्रेस सबसे बड़ी अकेली पार्टी के रूप में उभरी।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न ही B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व B दोनों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व B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न ही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दोनों कथन सही हैं। राजनीति विज्ञानियों द्वारा 'कांग्रेस प्रणाली' (एक-दलीय प्रभुत्व की व्यवस्था) 1989 के लोकसभा चुनावों के साथ समाप्त मान ली जाती है, क्योंकि इस चुनाव में पहली बार कांग्रेस बहुमत से बहुत दूर रह गई और गठबंधन-आधारित राजनीति का दौर शुरू हुआ। हालांकि इसके बावजूद कांग्रेस ने 197 सीटें जीतकर सबसे बड़ी अकेली पार्टी (Single Largest Party) होने का दर्जा बरकरार रखा, भले ही सरकार वी.पी. सिंह के नेतृत्व में जनता दल गठबंधन ने बनाई। यह चुनाव भारतीय राजनीति में एक महत्वपूर्ण मोड़ माना जाता है क्योंकि इसके बाद से गठबंधन सरकारों का दौर शुरू हुआ जो लगभग 2014 तक चलता रहा। इस तरह दोनों कथन तथ्यात्मक रूप से सही हैं और भारतीय राजनीतिक इतिहास की एक महत्वपूर्ण घटना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सूची-I (CAG) को सूची-II (अनुच्छेद) के साथ सुमेलित कीजिए: सूची-I: सूची-I: A. CAG की नियुक्ति B. CAG के कर्तव्य और शक्तियाँ C. संघ के खातों का प्रारूप D. ऑडिट रिपोर्ट सूची-II: 1. अनुच्छेद 148 2. अनुच्छेद 151 3. अनुच्छेद 149 4. अनुच्छेद 150</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 B-III, C-IV, D-II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C-I, D-IV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A-III, B-I, C-IV, D-II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A-II, B-III, C-IV, D-I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A-I, B-III, C-IV, D-II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B-III, C-I, D-IV</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A-III, B-I, C-IV, D-II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A-II, B-III, C-IV, D-I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भारत के नियंत्रक एवं महालेखा परीक्षक (CAG) की नियुक्ति का प्रावधान अनुच्छेद 148 में है, जिसकी नियुक्ति राष्ट्रपति द्वारा की जाती है। CAG के कर्तव्य और शक्तियों का उल्लेख अनुच्छेद 149 में है, संघ और राज्यों के खातों का प्रारूप तय करने का अधिकार अनुच्छेद 150 में दिया गया है, तथा CAG द्वारा तैयार ऑडिट रिपोर्ट राष्ट्रपति या राज्यपाल के समक्ष प्रस्तुत करने का प्रावधान अनुच्छेद 151 में है। CAG को संविधान का एक स्वतंत्र और महत्वपूर्ण संवैधानिक पद माना जाता है, जिसे डॉ. बी.आर. अंबेडकर ने भारतीय संविधान के तहत सबसे महत्वपूर्ण पदाधिकारियों में से एक बताया था। CAG सरकारी खर्चों की जांच करके यह सुनिश्चित करता है कि सार्वजनिक धन का उपयोग विधिसम्मत तरीके से हो रहा है या नहीं। इसलिए CAG से जुड़े सभी अनुच्छेदों को क्रमवार याद रखना (148 से 151) परीक्षा के लिए बहुत उपयोगी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 में से कौन सा कथन राजस्थान के मुख्यमंत्री के सम्बन्ध में सही नहीं है? A. मोहनलाल सुखाड़िया ने चार बार मुख्यमंत्री पद की शपथ ली। B. 1975 के आपातकाल के समय मुख्यमंत्री हरिदेव जोशी थे। C. बरकतुल्ला खां सबसे कम समय तक मुख्यमंत्री रहे। D. सी.एस. वेंकटाचारी निर्वाचित मुख्यमंत्री नहीं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यह कथन गलत है क्योंकि राजस्थान में सबसे कम कार्यकाल तक मुख्यमंत्री रहने का रिकॉर्ड हीरालाल देवपुरा के नाम है, जो मात्र 16 दिन (1971) मुख्यमंत्री रहे, न कि बरकतुल्ला खां। शेष तीनों कथन सही हैं - मोहनलाल सुखाड़िया राजस्थान के सबसे लंबे समय तक मुख्यमंत्री रहने वाले नेता हैं और उन्होंने चार बार शपथ ली, 1975 के आपातकाल के समय राजस्थान के मुख्यमंत्री हरिदेव जोशी थे, और सी.एस. वेंकटाचारी राजस्थान के एकमात्र ऐसे मुख्यमंत्री थे जो सीधे निर्वाचित नहीं हुए थे बल्कि उन्हें विशेष परिस्थितियों में नियुक्त किया गया था। राजस्थान के मुख्यमंत्रियों से जुड़े ऐसे तथ्यात्मक रिकॉर्ड (सबसे लंबा/सबसे छोटा कार्यकाल आदि) परीक्षा में अक्सर पूछे जाते हैं, इसलिए इन्हें सूचीबद्ध रूप में याद रखना उपयोगी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मंत्रिपरिषद् की न्यूनतम सदस्य संख्या क्या हो सकती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08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05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08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05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91वें संविधान संशोधन अधिनियम (2003) के अनुसार, किसी भी राज्य की मंत्रिपरिषद में मुख्यमंत्री सहित मंत्रियों की कुल संख्या विधानसभा की कुल सदस्य संख्या के 15% से अधिक नहीं हो सकती, लेकिन यह संख्या 12 से कम भी नहीं हो सकती। यह प्रावधान इसलिए जोड़ा गया था ताकि अनावश्यक रूप से बड़ी मंत्रिपरिषद बनाकर सरकारी खजाने पर बोझ डालने की प्रवृत्ति पर रोक लगाई जा सके, जो पहले कई राज्यों में देखी जा रही थी। राजस्थान विधानसभा में कुल 200 सीटें हैं, इसलिए वहाँ अधिकतम मंत्रियों की संख्या 30 (15%) हो सकती है, लेकिन न्यूनतम संख्या हर हाल में 12 से कम नहीं हो सकती, चाहे विधानसभा की सदस्य संख्या कितनी भी कम क्यों न हो। इसलिए विकल्प (B), (C) और (D) में दी गई संख्याएं संवैधानिक प्रावधान के विपरीत होने के कारण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2022 के राष्ट्रपति के निर्वाचन में राजस्थान विधान-सभा के प्रत्येक सदस्य का मत-मूल्य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132</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129</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149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भारत के राष्ट्रपति चुनाव 2022 में राजस्थान के प्रत्येक विधायक (MLA) के मत का मूल्य 129 निर्धारित था। यह मत मूल्य 1971 की जनगणना के आधार पर तय किया जाता है, क्योंकि 84वें संविधान संशोधन के अनुसार जब तक 2026 के बाद होने वाली जनगणना के आंकड़े लागू नहीं होते, तब तक विधायकों के मत मूल्य की गणना 1971 की जनगणना पर ही आधारित रहेगी। किसी राज्य के विधायक का मत मूल्य निकालने का सूत्र है - राज्य की कुल जनसंख्या (1971 अनुसार) को विधानसभा की कुल निर्वाचित सदस्य संख्या और फिर 1000 से भाग देकर प्राप्त होता है। हर राज्य का मत मूल्य उसकी जनसंख्या के अनुपात में अलग-अलग होता है, जैसे उत्तर प्रदेश का मत मूल्य सबसे अधिक है। इसलिए विकल्प (A), (B) और (D) में दी गई संख्याएं गलत हैं क्योंकि ये राजस्थान के वास्तविक मत मूल्य से मेल नहीं खातीं।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217 (1) के अनुसार, राजस्थान उच्च न्यायालय के मुख्य न्यायमूर्ति से भिन्न किसी न्यायाधीश की नियुक्ति राष्ट्रपति किसके परामर्श उपरांत करेगा?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उच्च न्यायालय के मुख्य न्यायमूर्ति, भारत के महान्यायवादी तथा राजस्थान के राज्यपाल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के राज्यपाल, भारत के मुख्य न्यायमूर्ति तथा राजस्थान उच्च न्यायालय के मुख्य न्यायमूर्ति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संघ के कानून एवं न्याय मंत्री तथा राजस्थान के राज्यपाल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मुख्य न्यायमूर्ति तथा राजस्थान के राज्यपाल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राजस्थान के राज्यपाल, भारत के मुख्य न्यायमूर्ति तथा राजस्थान उच्च न्यायालय के मुख्य न्यायमूर्ति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उच्च न्यायालय के मुख्य न्यायमूर्ति, भारत के महान्यायवादी तथा राजस्थान के राज्यपाल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संघ के कानून एवं न्याय मंत्री तथा राजस्थान के राज्यपाल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मुख्य न्यायमूर्ति तथा राजस्थान के राज्यपाल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संविधान के अनुच्छेद 217(1) के अनुसार, किसी राज्य के उच्च न्यायालय में मुख्य न्यायमूर्ति के अलावा किसी अन्य न्यायाधीश की नियुक्ति राष्ट्रपति द्वारा तीन पक्षों के परामर्श के बाद की जाती है - भारत के मुख्य न्यायमूर्ति, संबंधित राज्य के राज्यपाल, और उस उच्च न्यायालय के मुख्य न्यायमूर्ति। यह प्रावधान न्यायपालिका की स्वतंत्रता बनाए रखने के लिए बनाया गया है ताकि नियुक्ति प्रक्रिया में कार्यपालिका का एकतरफा हस्तक्षेप न हो। ध्यान रहे कि उच्च न्यायालय के मुख्य न्यायमूर्ति की नियुक्ति में केवल भारत के मुख्य न्यायमूर्ति और संबंधित राज्यपाल का ही परामर्श लिया जाता है, जबकि अन्य न्यायाधीशों की नियुक्ति में उस उच्च न्यायालय के मुख्य न्यायमूर्ति का परामर्श भी अतिरिक्त रूप से जोड़ा जाता है। इसलिए विकल्प (A), (C) और (D) में परामर्श देने वाले पक्षों का सही संयोजन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किसकी सिफारिश पर राजस्थान में राजप्रमुख के पद को समाप्त कर राज्यपाल की व्यवस्था की गई?</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 विधान सभा</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संविधान सभा</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 पुनर्गठन आयोग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 प्रशासनिक सुधार आयोग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राज्य पुनर्गठन आयोग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विधान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संविधान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प्रशासनिक सुधार आयोग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राज्य पुनर्गठन आयोग (1956) की सिफारिशों और इसके बाद हुए 7वें संविधान संशोधन अधिनियम (1956) के माध्यम से राजस्थान सहित सभी राज्यों में 'राजप्रमुख' का पद समाप्त कर दिया गया और उसके स्थान पर 'राज्यपाल' का पद सृजित किया गया। राजप्रमुख का पद रियासतों के विलय के बाद अस्थायी रूप से बनाया गया था, जिसमें पूर्व शासकों या प्रमुख रियासतदारों को राज्य के संवैधानिक प्रमुख के रूप में नियुक्त किया जाता था। राजस्थान के एकीकरण की प्रक्रिया कई चरणों में पूरी हुई थी और हर चरण में अलग-अलग रियासतों के शासक राजप्रमुख बनते रहे - जैसे 'वृहत् राजस्थान' (30 मार्च 1949) के गठन के समय जयपुर के महाराजा सवाई मान सिंह द्वितीय को आजीवन राजप्रमुख नियुक्त किया गया था। राजस्थान का अंतिम राजप्रमुख भी सवाई मान सिंह द्वितीय ही रहे, जिनका पद 1956 में राज्य पुनर्गठन आयोग की सिफारिशों के बाद समाप्त कर दिया गया। राज्य पुनर्गठन आयोग की स्थापना भाषायी आधार पर राज्यों के पुनर्गठन के लिए की गई थी,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निम्नांकित में से कौन सा एक राजस्थान अर्बन ड्रिंकिंग वॉटर सिवरेज एंड इन्फ्रास्ट्रक्चर कॉर्पोरेशन लिमिटेड का हिस्सा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अर्बन इन्फ्रास्ट्रक्चर फाइनेंस एंड डवलपमेंट कॉर्पोरेशन लिमिटेड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आवास विकास इन्फ्रास्ट्रक्चर लिमिटेड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हाउसिंग बोर्ड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अर्बन इन्फ्रास्ट्रक्चर डवलपमेंट प्रोजेक्ट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राजस्थान हाउसिंग बोर्ड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अर्बन इन्फ्रास्ट्रक्चर फाइनेंस एंड डवलपमेंट कॉर्पोरेशन लिमिटेड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आवास विकास इन्फ्रास्ट्रक्चर लिमिटेड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अर्बन इन्फ्रास्ट्रक्चर डवलपमेंट प्रोजेक्ट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राजस्थान हाउसिंग बोर्ड एक स्वतंत्र वैधानिक निकाय है जिसकी स्थापना 1970 में राजस्थान हाउसिंग बोर्ड अधिनियम के तहत हुई थी, और यह RUDSICO (राजस्थान अर्बन ड्रिंकिंग वॉटर सिवरेज एंड इन्फ्रास्ट्रक्चर कॉर्पोरेशन लिमिटेड) का हिस्सा नहीं है। RUDSICO मुख्यतः शहरी क्षेत्रों में पेयजल आपूर्ति और सीवरेज संबंधी बुनियादी ढांचे के विकास पर केंद्रित संस्था है, जबकि राजस्थान हाउसिंग बोर्ड आवासीय योजनाओं और मकानों के निर्माण से जुड़ा है, इसलिए दोनों के कार्यक्षेत्र अलग-अलग हैं। शेष विकल्पों में दी गई संस्थाएं - राजस्थान अर्बन इन्फ्रास्ट्रक्चर फाइनेंस एंड डवलपमेंट कॉर्पोरेशन, राजस्थान आवास विकास इन्फ्रास्ट्रक्चर लिमिटेड और राजस्थान अर्बन इन्फ्रास्ट्रक्चर डवलपमेंट प्रोजेक्ट - ये सभी शहरी बुनियादी ढांचे से जुड़ी होने के कारण RUDSICO के अंतर्गत ही आती हैं। परीक्षा में राजस्थान सरकार की विभिन्न संस्थाओं और उनके कार्यक्षेत्र में अंतर स्पष्ट रूप से समझना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संशोधन अधिनियम द्वारा 'ग्राम सेवक' को 'ग्राम विकास अधिकारी' से प्रतिस्थापित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पंचायती राज (संशोधन) अधिनियम, 2015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पंचायती राज (संशोधन) अधिनियम, 2017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पंचायती राज (संशोधन) अधिनियम, 2019</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पंचायती राज (संशोधन) अधिनियम, 2021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राजस्थान पंचायती राज (संशोधन) अधिनियम, 2021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पंचायती राज (संशोधन) अधिनियम, 2015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पंचायती राज (संशोधन) अधिनियम, 2017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पंचायती राज (संशोधन) अधिनियम, 2019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राजस्थान पंचायती राज (संशोधन) अधिनियम, 2021 के माध्यम से ग्राम पंचायत स्तर पर कार्यरत 'ग्राम सेवक' पद का नाम बदलकर 'ग्राम विकास अधिकारी' (VDO) कर दिया गया। यह परिवर्तन पंचायती राज व्यवस्था को अधिक स्पष्ट और उत्तरदायी बनाने की दिशा में किया गया एक प्रशासनिक कदम था, ताकि पद के नाम से ही उसकी भूमिका और जिम्मेदारी स्पष्ट झलके। ग्राम विकास अधिकारी ग्राम पंचायत का सचिव होता है और गांव के विकास कार्यों, योजनाओं के क्रियान्वयन तथा रिकॉर्ड संधारण में महत्वपूर्ण भूमिका निभाता है। राजस्थान में पंचायती राज व्यवस्था में समय-समय पर ऐसे कई प्रशासनिक व संरचनात्मक बदलाव किए गए हैं ताकि व्यवस्था को अधिक प्रभावी बनाया जा सके। इसलिए वर्ष 2015, 2017 और 2019 के संशोधन अधिनियम इस विशेष परिवर्तन से संबंधित नहीं हैं, अतः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लोक सेवा आयोग के संबंध में निम्नांकित कथनों पर विचार कीजिए: A. आयोग के अध्यक्ष एवं सदस्य राजस्थान के राज्यपाल द्वारा नियुक्त होते हैं। B. आयोग के अध्यक्ष या कोई अन्य सदस्य केवल राष्ट्रपति की आज्ञा से अपने पद से हटाए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न ही B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व B दोनों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व B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न ही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दोनों कथन सही हैं। राजस्थान लोक सेवा आयोग (RPSC) के अध्यक्ष एवं सदस्यों की नियुक्ति राज्य के राज्यपाल द्वारा की जाती है, लेकिन इन्हें पद से हटाने का अधिकार राज्यपाल के पास नहीं होता - यह अधिकार केवल राष्ट्रपति के पास होता है और वह भी सर्वोच्च न्यायालय द्वारा जांच के बाद दुर्व्यवहार सिद्ध होने पर ही। यह व्यवस्था लोक सेवा आयोगों की स्वतंत्रता और निष्पक्षता बनाए रखने के लिए बनाई गई है, ताकि राज्य सरकार अपनी मर्जी से आयोग के सदस्यों को हटाकर उस पर अनुचित प्रभाव न डाल सके। संविधान के अनुच्छेद 316 में आयोग के सदस्यों की नियुक्ति और अनुच्छेद 317 में उन्हें हटाने की प्रक्रिया का उल्लेख मिलता है। इस तरह राज्य लोक सेवा आयोग केंद्रीय लोक सेवा आयोग (UPSC) की तरह ही एक स्वायत्त संवैधानिक निकाय के रूप में कार्य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तहसीलदार की नियुक्ति होती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संघ लोक सेवा आयोग द्वारा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कर्मचारी चयन आयोग द्वारा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लोक सेवा आयोग द्वारा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राजस्व मंडल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राजस्व मंडल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संघ लोक सेवा आयोग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कर्मचारी चयन आयोग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लोक सेवा आयोग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राजस्थान में तहसीलदार पद पर नियुक्ति एवं पदोन्नति संबंधी प्रशासनिक नियंत्रण 'राजस्व मंडल' (Board of Revenue), अजमेर के अधीन होता है। राजस्व मंडल राजस्थान का सर्वोच्च राजस्व न्यायिक निकाय है, जिसकी स्थापना 1949 में हुई थी और यह भू-राजस्व से जुड़े मामलों, भूमि रिकॉर्ड, तथा राजस्व अधिकारियों की नियुक्ति व नियंत्रण से जुड़े विषयों को देखता है। तहसीलदार एक तहसील स्तर का प्रशासनिक अधिकारी होता है जो भू-राजस्व वसूली, भूमि रिकॉर्ड संधारण और राजस्व न्यायालय जैसे कार्य करता है। संघ लोक सेवा आयोग (UPSC) अखिल भारतीय सेवाओं और केंद्रीय सेवाओं के लिए भर्ती करता है, कर्मचारी चयन आयोग (SSC) केंद्र सरकार के गैर-राजपत्रित पदों के लिए भर्ती करता है, और राजस्थान लोक सेवा आयोग (RPSC) राज्य स्तरीय प्रशासनिक व अन्य पदों की भर्ती करता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2014 में नरपत मल लोढ़ा की अध्यक्षता में गठित समिति निम्न में से किस विषय से सम्बन्धित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पंचायती राज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मानवाधिकार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राज्यपाल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लोकायुक्त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लोकायुक्त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राज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मानवाधिकार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राज्यपाल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राजस्थान में लोकायुक्त संस्था को अधिक सशक्त और प्रभावी बनाने के उद्देश्य से राज्य सरकार ने वर्ष 2014 में न्यायमूर्ति नरपत मल लोढ़ा की अध्यक्षता में एक उच्च स्तरीय समिति का गठन किया था। लोकायुक्त एक अर्ध-न्यायिक संस्था होती है जो सरकारी अधिकारियों और जनप्रतिनिधियों के विरुद्ध भ्रष्टाचार व प्रशासनिक अनियमितताओं की शिकायतों की जांच करती है। राजस्थान में लोकायुक्त संस्था की स्थापना 1973 में हुई थी, और समय-समय पर इसे और अधिक शक्तिशाली बनाने के लिए सुधारात्मक समितियां गठित की जाती रही हैं ताकि यह भ्रष्टाचार पर अंकुश लगाने में अधिक कारगर हो सके। पंचायती राज, मानवाधिकार और राज्यपाल जैसे विषयों के लिए अलग-अलग अन्य समितियां व आयोग गठित किए जाते रहे हैं, लेकिन नरपत मल लोढ़ा समिति विशेष रूप से लोकायुक्त सुधार से जुड़ी थी,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राज्य निर्वाचन आयोग के संबंध में निम्नांकित कथनों पर विचार कीजिये: A. भारत के संविधान के अनुच्छेद 243 ट के अधीन जुलाई, 1994 में इसका गठन किया गया। B. राज्य निर्वाचन आयुक्त के प्रधानत्व में यह एक-सदस्यीय आयोग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न ही B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व B दोनों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व B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न ही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दोनों कथन सही हैं। राजस्थान राज्य निर्वाचन आयोग का गठन संविधान के अनुच्छेद 243K के तहत जुलाई 1994 में किया गया था, और यह एक एकल-सदस्यीय (Single Member) आयोग है जिसका प्रमुख राज्य निर्वाचन आयुक्त कहलाता है। यह आयोग राज्य में पंचायती राज संस्थाओं (ग्राम पंचायत, पंचायत समिति, जिला परिषद) और शहरी स्थानीय निकायों (नगर पालिका, नगर परिषद, नगर निगम) के चुनाव करवाने के लिए जिम्मेदार होता है, जबकि लोकसभा-विधानसभा चुनाव भारत निर्वाचन आयोग द्वारा करवाए जाते हैं। संविधान में 73वें और 74वें संशोधन अधिनियम (1992) के बाद पंचायती राज और नगरीय निकायों को संवैधानिक दर्जा दिया गया, जिसके फलस्वरूप राज्य निर्वाचन आयोगों का गठन जरूरी हुआ। यह आयोग अपने कार्यों में स्वतंत्र और स्वायत्त होता है, जैसे भारत निर्वाचन आयोग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अप्रैल, 2023 में राज्य सरकार द्वारा राजस्थान राज्य सूचना आयोग की एक पीठ की स्थापना किस शहर में किया जाना स्वीकृत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अजमेर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 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जोधपुर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उदयपुर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अप्रैल 2023 में राज्य सरकार ने आमजन को त्वरित न्याय और सूचनाएं सुलभ कराने के उद्देश्य से राजस्थान राज्य सूचना आयोग की एक नई बेंच (पीठ) जोधपुर में स्थापित करने की मंजूरी दी। इसका मुख्य उद्देश्य यह था कि पश्चिमी राजस्थान के नागरिकों को RTI से जुड़ी अपील और शिकायतों के लिए बार-बार जयपुर स्थित मुख्य आयोग तक न जाना पड़े, जिससे समय और धन की बचत हो और न्याय प्रक्रिया तेज हो। राजस्थान राज्य सूचना आयोग RTI अधिनियम 2005 के तहत गठित एक स्वतंत्र निकाय है, जो राज्य स्तर पर सूचना के अधिकार से जुड़ी अपीलों और शिकायतों का निपटारा करता है। जोधपुर राजस्थान का प्रमुख न्यायिक व प्रशासनिक केंद्र भी है, जहाँ राजस्थान उच्च न्यायालय की मुख्य पीठ भी स्थित है, इसलिए यहाँ सूचना आयोग की पीठ स्थापित करना प्रशासनिक दृष्टि से भी उपयुक्त रहा। अजमेर, कोटा और उदयपुर में यह पीठ स्थापित नहीं की गई,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निम्नांकित में से किस योजना का संबंध इस नारे से है - "कोई भूखा न सोए"?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बालगोपाल योजना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इंदिरा गांधी रोजगार गारंटी योजना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अन्नपूर्णा फूड पैकेट योजना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इंदिरा रसोई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इंदिरा रसोई योजना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बालगोपाल 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इंदिरा गांधी रोजगार गारंटी योजना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अन्नपूर्णा फूड पैकेट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राजस्थान सरकार द्वारा अगस्त 2020 में शुरू की गई 'इंदिरा रसोई योजना' का मुख्य संकल्प और नारा है "कोई भूखा न सोए", जिसके तहत आमजन को मात्र ₹8 में पौष्टिक भोजन उपलब्ध कराया जाता है। यह योजना राज्य के गरीब और जरूरतमंद वर्ग, दिहाड़ी मजदूरों, प्रवासी श्रमिकों और यात्रियों को सस्ती दर पर पौष्टिक भोजन उपलब्ध कराने के उद्देश्य से शुरू की गई थी, और इसका संचालन शहरी क्षेत्रों में स्थानीय निकायों के माध्यम से किया जाता है। इस योजना के तहत भोजन की गुणवत्ता और स्वच्छता पर विशेष ध्यान दिया जाता है और थाली में दाल, सब्जी, रोटी व अचार शामिल होते हैं। बालगोपाल योजना स्कूली बच्चों को दूध वितरण से जुड़ी है, इंदिरा गांधी रोजगार गारंटी योजना ग्रामीण रोजगार से संबंधित है, और अन्नपूर्णा फूड पैकेट योजना गरीब परिवारों को खाद्य सामग्री के पैकेट वितरण से जुड़ी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राज्य मानव अधिकार आयोग के संबंध में निम्नांकित कथनों पर विचार कीजिए: A. मानव अधिकार संरक्षण (संशोधन) अधिनियम, 2006 के प्रावधानों अनुसार आयोग में एक अध्यक्ष एवं चार सदस्य हैं। B. वर्तमान में न्यायमूर्ति गोपाल कृष्ण व्यास इसके अध्यक्ष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न ही B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व B दोनों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न ही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व B दोनों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यानी केवल कथन B सही है। मानव अधिकार संरक्षण (संशोधन) अधिनियम, 2006 के अनुसार राज्य मानव अधिकार आयोग में सदस्यों की कुल संख्या घटाकर एक अध्यक्ष और दो सदस्य (कुल तीन) कर दी गई थी, न कि एक अध्यक्ष और चार सदस्य, इसलिए कथन A गलत है। न्यायमूर्ति गोपाल कृष्ण व्यास वर्तमान में राजस्थान राज्य मानव अधिकार आयोग के अध्यक्ष के रूप में कार्यरत हैं, इसलिए कथन B सही है। राज्य मानव अधिकार आयोग मानव अधिकार संरक्षण अधिनियम, 1993 के तहत गठित एक अर्ध-न्यायिक संस्था है, जो नागरिकों के मौलिक मानवाधिकारों के उल्लंघन से जुड़ी शिकायतों की जांच करती है और सरकार को सिफारिशें भेजती है। आयोग का अध्यक्ष सामान्यतः किसी उच्च न्यायालय का सेवानिवृत्त मुख्य न्यायाधीश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समीकरण सकल राजकोषीय घाटे के सूत्र को दर्शाता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सकल राजकोषीय घाटा = प्राथमिक घाटा + विदेशों से प्राप्त शुद्ध उधार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सकल राजकोषीय घाटा = कुल व्यय - राजस्व प्राप्तियाँ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सकल राजकोषीय घाटा = राजस्व घाटा + पूँजी व्यय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सकल राजकोषीय घाटा = शुद्ध घरेलू उधार + आर.बी.आई. से उधार + विदेशी उधार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सकल राजकोषीय घाटा = शुद्ध घरेलू उधार + आर.बी.आई. से उधार + विदेशी उधार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सकल राजकोषीय घाटा = प्राथमिक घाटा + विदेशों से प्राप्त शुद्ध उधार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सकल राजकोषीय घाटा = कुल व्यय - राजस्व प्राप्तियाँ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सकल राजकोषीय घाटा = राजस्व घाटा + पूँजी व्यय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सकल राजकोषीय घाटा (Gross Fiscal Deficit) सरकार की कुल उधार आवश्यकता को दर्शाता है, जिसका सूत्र है - शुद्ध घरेलू उधार (Net Domestic Borrowing) + भारतीय रिजर्व बैंक (RBI) से उधार + विदेशी उधार (Foreign Borrowing)। सरल शब्दों में कहें तो राजकोषीय घाटा वह राशि है जो सरकार अपने कुल व्यय को पूरा करने के लिए उधार लेकर जुटाती है, क्योंकि सरकार की राजस्व प्राप्तियां और गैर-ऋण पूंजीगत प्राप्तियां कुल व्यय से कम पड़ती हैं। राजकोषीय घाटा किसी अर्थव्यवस्था की वित्तीय सेहत का एक महत्वपूर्ण संकेतक माना जाता है - घाटा जितना अधिक होगा, सरकार पर कर्ज का बोझ उतना ही बढ़ता जाएगा। विकल्प (A), (B) और (C) में दिए गए सूत्र क्रमशः प्राथमिक घाटा, राजस्व घाटा और अन्य वित्तीय संकल्पनाओं से संबंधित हैं, इसलिए ये सकल राजकोषीय घाटे को सही ढंग से परिभाषित नहीं करते।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निम्नांकित में से कौन सी वस्तु लोक वस्तु (पब्लिक गुड)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सरकारी प्रशासन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राष्ट्रीय सुरक्षा</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सड़कें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सरकारी प्रशासन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सुरक्षा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सड़कें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'कारें' निजी वस्तु (Private Good) की श्रेणी में आती हैं क्योंकि ये अपवर्जनीय (Excludable) और प्रतिस्पर्धी (Rivalrous) होती हैं - यानी एक व्यक्ति की कार का उपयोग सीमित है और दूसरा व्यक्ति उसका उपयोग तभी कर सकता है जब उसे विशेष रूप से अनुमति दी जाए, साथ ही एक कार के इस्तेमाल से उसकी उपलब्धता दूसरे के लिए घट जाती है। इसके विपरीत लोक वस्तुएं (Public Goods) अनन्य-रहित (Non-excludable) और गैर-प्रतिस्पर्धी (Non-rivalrous) होती हैं, यानी इनका लाभ सभी नागरिक बिना किसी भेदभाव के उठा सकते हैं और एक व्यक्ति के उपयोग से दूसरे के लिए उपलब्धता कम नहीं होती। राष्ट्रीय सुरक्षा, सरकारी प्रशासन और सार्वजनिक सड़कें इसीलिए लोक वस्तुओं के उत्कृष्ट उदाहरण माने जाते हैं क्योंकि इनका लाभ पूरे समाज को समान रूप से मिलता है। इसलिए विकल्प (A), (B) और (D) लोक वस्तुओं की श्रेणी में सही ढंग से आते हैं और केवल कारें ही निजी वस्तु होने के कारण अपवाद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मुद्रास्फीति के सन्दर्भ में निम्न कथनों पर ध्यान दीजिए: A. हैडलाइन मुद्रास्फीति उपभोक्ता मूल्य सूचकांक में परिवर्तन की दर को संदर्भित करती है जो एक विशिष्ट परिवार द्वारा उपभोग की जाने वाली वस्तुओं और सेवाओं की एक मानक टोकरी की औसत कीमत का माप है। B. कोर मुद्रास्फीति उपभोक्ता मूल्य सूचकांक से अस्थिर मूल्य वाली कुछ वस्तुओं जैसे खाद्य और ईंधन को बाहर करने के बाद औसत उपभोक्ता कीमतों में बदलाव को मापती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सही, B गलत</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A और B दोनों सही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B सही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कथन A और B दोनों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A सही, B गलत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B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A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दोनों कथन सही हैं। हैडलाइन मुद्रास्फीति (Headline Inflation) उपभोक्ता मूल्य सूचकांक (CPI) की उस टोकरी में शामिल सभी वस्तुओं और सेवाओं की कीमतों में हुए कुल परिवर्तन को मापती है, जिसमें खाद्य और ईंधन जैसी अस्थिर कीमत वाली वस्तुएं भी शामिल रहती हैं। इसके विपरीत कोर मुद्रास्फीति (Core Inflation) खाद्य और ईंधन जैसी वस्तुओं को टोकरी से हटाकर बाकी वस्तुओं की कीमतों में हुए बदलाव को मापती है, क्योंकि खाद्य और ईंधन की कीमतें मौसमी और अंतरराष्ट्रीय कारणों से बहुत तेजी से ऊपर-नीचे होती रहती हैं, जिससे वास्तविक मूल्य रुझान समझना मुश्किल हो जाता है। कोर मुद्रास्फीति नीति निर्माताओं के लिए अधिक स्थिर और उपयोगी संकेतक मानी जाती है क्योंकि यह अर्थव्यवस्था में दीर्घकालिक मूल्य दबाव को बेहतर तरीके से दर्शाती है। भारतीय रिजर्व बैंक मौद्रिक नीति तय करते समय दोनों प्रकार की मुद्रास्फीति पर ध्यान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इंदिरा गांधी शहरी रोजगार गारंटी योजना के संबंध में निम्नांकित कथनों पर विचार कीजिए: A. यह शहरी इलाकों में निवास करने वाले परिवारों को 125 दिनों के प्रतिवर्ष रोज़गार की गारंटी देती है। B. पंजीकरण के बाद, पात्र अभ्यर्थी को 30 दिनों में रोज़गार उपलब्ध करवाया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न ही B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व B दोनों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न ही B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व B दोनों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यानी केवल कथन A सही है। इंदिरा गांधी शहरी रोजगार गारंटी योजना के तहत शहरी क्षेत्रों में निवास करने वाले पात्र परिवारों को प्रतिवर्ष 125 दिनों के रोजगार की गारंटी दी जाती है, जो कि प्रारंभ में 100 दिन तय की गई थी और बाद में बढ़ाकर 125 दिन कर दी गई। लेकिन कथन B गलत है क्योंकि योजना के प्रावधान अनुसार पंजीकरण के बाद पात्र अभ्यर्थी को 30 दिनों के भीतर नहीं, बल्कि 15 दिनों के भीतर रोजगार उपलब्ध करवाने का प्रावधान है। यह योजना मनरेगा (MGNREGA) की तर्ज पर शहरी क्षेत्रों के लिए राजस्थान सरकार द्वारा शुरू की गई एक महत्वाकांक्षी योजना है, जिसका उद्देश्य शहरी गरीब और बेरोजगार परिवारों को न्यूनतम आय सुरक्षा प्रदान करना है। इस तरह की योजनाओं में समय-सीमा (जैसे 15 दिन बनाम 30 दिन) से जुड़े आंकड़ों को सटीक रूप से याद रखना परीक्षा में बहुत महत्वपूर्ण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कौन सा उपाय चयनात्मक साख नियंत्रण के सम्बन्ध में सही विकल्प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उधार सीमा (मार्जिन) में परिवर्तन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सरकारी प्रतिभूतियों को बेचना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साख राशनिंग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नैतिक दबाव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सरकारी प्रतिभूतियों को बेचना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उधार सीमा (मार्जिन) में परिवर्तन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साख राशनिंग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नैतिक दबाव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सरकारी प्रतिभूतियों को खरीदना और बेचना 'खुले बाजार की क्रियाएं' (Open Market Operations) कहलाती हैं, जो मात्रात्मक साख नियंत्रण (Quantitative Credit Control) का हिस्सा हैं, न कि चयनात्मक/गुणात्मक साख नियंत्रण (Selective/Qualitative Credit Control) का। मात्रात्मक साख नियंत्रण के उपाय समग्र अर्थव्यवस्था में कुल साख (Credit) की मात्रा को नियंत्रित करते हैं, जैसे रेपो रेट, बैंक दर, नकद आरक्षित अनुपात (CRR) आदि। इसके विपरीत चयनात्मक साख नियंत्रण के उपाय किसी विशेष क्षेत्र या उद्देश्य के लिए साख प्रवाह को नियंत्रित करते हैं, जिसमें उधार सीमा (मार्जिन) में परिवर्तन, साख राशनिंग (Credit Rationing) और नैतिक दबाव (Moral Suasion) शामिल हैं। भारतीय रिजर्व बैंक इन दोनों प्रकार के उपायों का प्रयोग अर्थव्यवस्था में मुद्रास्फीति और साख के संतुलन को बनाए रखने के लिए करता है। इसलिए विकल्प (A), (C) और (D) सभी चयनात्मक साख नियंत्रण के सही उपाय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औषधि क्षेत्र के सम्बन्ध में निम्न में से कौन सा कथन सही नहीं है? A. भारत वैक्सीन निर्माण में वैश्विक उत्पादन में 80 प्रतिशत हिस्सेदारी रखता है। B. भारत वैश्विक स्तर पर जेनेरिक दवाओं का सबसे बड़ा प्रदाता है। C. औषधीय उत्पादों के उत्पादन में मूल्य के हिसाब से भारत दुनिया में 14वें स्थान पर है। D. औषधीय उत्पादों के उत्पादन में मात्रा के आधार पर भारत दुनिया में तीसरे स्थान पर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यह कथन गलत है क्योंकि भारत वैश्विक वैक्सीन निर्माण में लगभग 60 प्रतिशत हिस्सेदारी रखता है, न कि 80 प्रतिशत, हालांकि यह आंकड़ा भी भारत की वैश्विक भूमिका को 'वैक्सीन की राजधानी' के रूप में दर्शाने के लिए पर्याप्त है। शेष तीनों कथन सही हैं - भारत विश्व स्तर पर जेनेरिक दवाओं का सबसे बड़ा प्रदाता (Supplier) है, मूल्य के हिसाब से भारत औषधीय उत्पादन में विश्व में 14वें स्थान पर है, जबकि उत्पादित मात्रा (Volume) के आधार पर भारत तीसरे स्थान पर आता है। यह अंतर इसलिए है क्योंकि भारत बड़ी मात्रा में सस्ती दवाएं बनाता है, जिससे मात्रा के हिसाब से रैंक ऊंची है लेकिन मूल्य के हिसाब से रैंक तुलनात्मक रूप से कम है। भारत को इसीलिए 'दुनिया की फार्मेसी' (Pharmacy of the World) भी कहा जाता है, क्योंकि यह किफायती दरों पर गुणवत्तापूर्ण दवाएं दुनियाभर में निर्यात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वैश्विक खुशहाली सूचकांक 2023 में भारत किस क्रम पर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115</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118</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126</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संयुक्त राष्ट्र सतत विकास समाधान नेटवर्क (UN Sustainable Development Solutions Network) द्वारा जारी विश्व खुशहाली रिपोर्ट 2023 में भारत को कुल 136 देशों की सूची में 126वें स्थान पर रखा गया था। यह रिपोर्ट हर साल जारी की जाती है और इसमें विभिन्न देशों के नागरिकों की व्यक्तिगत खुशहाली को प्रति व्यक्ति GDP, सामाजिक सहयोग, स्वस्थ जीवन प्रत्याशा, जीवन में विकल्प चुनने की स्वतंत्रता, उदारता और भ्रष्टाचार की धारणा जैसे कारकों के आधार पर मापा जाता है। भारत की रैंकिंग अपेक्षाकृत निम्न रहने के पीछे मुख्यतः आर्थिक असमानता, सामाजिक सहयोग की कमी और जीवन संतुष्टि से जुड़े व्यक्तिगत सर्वेक्षणों के परिणाम माने जाते हैं। इस रिपोर्ट में फिनलैंड लगातार कई वर्षों से शीर्ष स्थान पर बना हुआ है। परीक्षा में इस तरह के वैश्विक सूचकांकों में भारत की रैंकिंग को याद रखना जरूरी होता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ऑटोमोबाइल क्षेत्र के बारे में निम्न में से कौन सा कथन सही नहीं है? A. वर्ष 2021 के अंत में इस क्षेत्र ने 5.3 करोड़ का प्रत्यक्ष और अप्रत्यक्ष रोज़गार सृजन किया। B. यह क्षेत्र भारत की सकल घरेलू उत्पाद में 7.1 प्रतिशत योगदान देता है। C. वर्ष 2021 में भारत यात्री कारों का दुनिया का चौथा सबसे बड़ा निर्माता था। D. वर्ष 2021 में भारत दोपहिया और तिपहिया वाहनों का दुनिया का सबसे बड़ा निर्माता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यह कथन गलत है क्योंकि भारत का ऑटोमोबाइल क्षेत्र लगभग 3.5 करोड़ प्रत्यक्ष और अप्रत्यक्ष रोजगार प्रदान करता है, न कि 5.3 करोड़। शेष तीनों कथन सही हैं - यह क्षेत्र भारत की सकल घरेलू उत्पाद (GDP) में लगभग 7.1 प्रतिशत योगदान देता है, वर्ष 2021 में भारत यात्री कारों (Passenger Cars) के उत्पादन में विश्व का चौथा सबसे बड़ा निर्माता देश था, और दोपहिया एवं तिपहिया वाहनों के निर्माण में भारत विश्व में सबसे आगे रहा। भारत का ऑटोमोबाइल उद्योग विनिर्माण क्षेत्र का एक प्रमुख स्तंभ माना जाता है और यह देश की 'मेक इन इंडिया' पहल में भी महत्वपूर्ण भूमिका निभाता है। इस तरह के आंकड़ों में रोजगार, GDP योगदान और वैश्विक रैंकिंग जैसे तथ्यों को अलग-अलग सटीक रूप से याद रखना जरूरी होता है क्योंकि परीक्षा में एक जैसे दिखने वाले आंकड़ों में हेरफेर कर भ्रमित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निम्नांकित में से कौन सा राजकोषीय नीति का उपकरण नहीं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सार्वजनिक व्यय</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ब्याज दर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हीनार्थ प्रबन्ध</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करारोपण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ब्याज दर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सार्वजनिक व्यय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हीनार्थ प्रबन्ध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करारोपण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'ब्याज दर' (Interest Rate) मौद्रिक नीति (Monetary Policy) का उपकरण है, जिसे केंद्रीय बैंक यानी भारतीय रिजर्व बैंक (RBI) द्वारा नियंत्रित किया जाता है, न कि राजकोषीय नीति (Fiscal Policy) का। राजकोषीय नीति सरकार द्वारा संचालित होती है और इसके प्रमुख उपकरणों में सार्वजनिक व्यय (Public Expenditure), करारोपण (Taxation) और हीनार्थ प्रबंध यानी घाटे की वित्त व्यवस्था (Deficit Financing) शामिल हैं। सरकार इन उपकरणों का प्रयोग अर्थव्यवस्था में मांग और आपूर्ति को नियंत्रित करने, आय के पुनर्वितरण और आर्थिक विकास को गति देने के लिए करती है। इसके विपरीत मौद्रिक नीति के उपकरणों में रेपो रेट, रिवर्स रेपो रेट, नकद आरक्षित अनुपात (CRR), सांविधिक तरलता अनुपात (SLR) जैसे साधन शामिल होते हैं, जिनके माध्यम से अर्थव्यवस्था में मुद्रा और साख की उपलब्धता को नियंत्रित किया जाता है। इसलिए विकल्प (A), (C) और (D) सभी राजकोषीय नीति के सही उपकरण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2022-23 के अग्रिम अनुमानों के अनुसार, संकेतिक अथवा प्रचलित मूल्यों पर भारत के सकल घरेलू उत्पाद में राजस्थान के सकल राज्य घरेलू उत्पाद के होने का कितना प्रतिशत अनुमान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6.54 प्रतिशत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5.18 प्रतिशत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4.86 प्रतिशत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3.78 प्रतिशत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5.18 प्रतिशत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6.54 प्रतिशत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4.86 प्रतिशत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3.78 प्रतिशत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आर्थिक समीक्षा 2022-23 के अग्रिम अनुमानों के अनुसार, प्रचलित मूल्यों पर भारत के कुल सकल घरेलू उत्पाद (GDP) में राजस्थान के सकल राज्य घरेलू उत्पाद (GSDP) का योगदान लगभग 5.18 प्रतिशत रहा। यह आंकड़ा राजस्थान की राष्ट्रीय अर्थव्यवस्था में भूमिका को दर्शाता है, और राज्य की बड़ी जनसंख्या तथा भौगोलिक क्षेत्रफल को देखते हुए यह योगदान महत्वपूर्ण माना जाता है। GSDP किसी राज्य की सीमाओं के भीतर एक वित्तीय वर्ष में उत्पादित सभी वस्तुओं और सेवाओं के कुल मूल्य को दर्शाता है, और इसे प्रचलित मूल्यों (Current Prices) व स्थिर मूल्यों (Constant Prices) दोनों आधार पर मापा जाता है। राजस्थान की अर्थव्यवस्था में कृषि, खनन और सेवा क्षेत्र की अहम भूमिका रहती है। यह आंकड़ा प्रतिवर्ष आर्थिक समीक्षा दस्तावेज में अद्यतन किया जाता है,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अटल भू-जल योजना के लिये निम्न में से कौन सा/से कथन सही है/हैं? A. यह योजना केवल भारत सरकार द्वारा वित्त पोषित है। B. इसका उद्देश्य भूजल स्तर में सुधार करना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न ही (b)</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और (b)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(a) न ही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और (b)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केवल कथन (b) सही है। अटल भूजल योजना केवल भारत सरकार द्वारा वित्त पोषित नहीं है, बल्कि यह भारत सरकार और विश्व बैंक (World Bank) की 50:50 हिस्सेदारी वाली एक संयुक्त रूप से वित्त पोषित योजना है, इसलिए कथन (a) गलत है। इस योजना का मुख्य उद्देश्य निश्चित रूप से भूजल स्तर में सुधार लाना और जल संसाधनों का सामुदायिक भागीदारी के माध्यम से सतत प्रबंधन सुनिश्चित करना है, इसलिए कथन (b) सही है। यह योजना विशेष रूप से उन राज्यों में लागू की गई है जहाँ भूजल का अत्यधिक दोहन हो चुका है, जिसमें राजस्थान भी शामिल है, क्योंकि राज्य के अधिकांश जिलों में सिंचाई का मुख्य स्रोत भूजल ही है। योजना के तहत जल उपयोगकर्ता संघों के माध्यम से ग्रामीणों को जल संरक्षण के प्रति जागरूक किया जाता है और जल बजट बनाना सिखाया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मुख्यमंत्री लघु उद्योग प्रोत्साहन योजना के बारे में निम्न में से कौन सा तथ्य सही नहीं है? A. इस योजना में लघु क्षेत्र के उद्यमियों को 15 करोड़ रुपये तक के ऋणों पर 4 प्रतिशत का ब्याज अनुदान दिया जा रहा है। B. इस योजना में लघु क्षेत्र के उद्यमियों को 10 करोड़ रुपये तक के ऋणों पर 5 प्रतिशत का ब्याज अनुदान दिया जा रहा है। C. इस योजना में लघु क्षेत्र के उद्यमियों को 5 करोड़ रुपये तक के ऋणों पर 6 प्रतिशत का ब्याज अनुदान दिया जा रहा है। D. इस योजना में लघु क्षेत्र के उद्यमियों को 25 लाख रुपये तक के ऋणों पर 8 प्रतिशत का ब्याज अनुदान दिया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यह तथ्य गलत है क्योंकि मुख्यमंत्री लघु उद्योग प्रोत्साहन योजना (MLUPY) के तहत अधिकतम ऋण सीमा 10 करोड़ रुपये है, न कि 15 करोड़ रुपये, अतः 15 करोड़ रुपये तक के ऋण पर अनुदान की बात गलत है। यह योजना राजस्थान में लघु उद्योगों को बढ़ावा देने और उद्यमियों को सस्ती दर पर ऋण उपलब्ध कराने के उद्देश्य से शुरू की गई है, जिसमें ऋण राशि के अलग-अलग स्लैब के अनुसार अलग-अलग प्रतिशत का ब्याज अनुदान (Interest Subsidy) दिया जाता है - जितनी छोटी ऋण राशि, उतना अधिक ब्याज अनुदान प्रतिशत। इस तरह की स्लैब आधारित योजनाएं छोटे और नए उद्यमियों को अधिक प्रोत्साहन देने के लिए बनाई जाती हैं ताकि वे आसानी से अपना कारोबार शुरू कर सकें। यह योजना राज्य में औद्योगीकरण और स्वरोजगार को बढ़ावा देने की दिशा में एक महत्वपूर्ण कदम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2022-23 में, राजस्थान के सेवा क्षेत्र के प्रचलित मूल्यों पर सकल राज्य मूल्य वर्धन (GSVA) में किस उपक्षेत्र का योगदान सर्वाधिक रहा?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परिवहन, भण्डारण एवं संचार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व्यापार, होटल एवं जलपान गृह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स्थावर सम्पदा, आवासीय गृहों का स्वामित्व एवं पेशेवर सेवाऐं</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वित्तीय सेवाऐं</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व्यापार, होटल एवं जलपान गृह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परिवहन, भण्डारण एवं संचार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स्थावर सम्पदा, आवासीय गृहों का स्वामित्व एवं पेशेवर सेवाऐं</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वित्तीय सेवाऐं</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राजस्थान आर्थिक समीक्षा 2022-23 के अनुसार, राज्य के सेवा क्षेत्र में सकल राज्य मूल्य वर्धन (GSVA) में सर्वाधिक योगदान 'व्यापार, होटल एवं जलपान गृह' उपक्षेत्र का रहा, जो लगभग 27.69 प्रतिशत के आसपास बैठता है। यह उपक्षेत्र राजस्थान जैसे राज्य में विशेष रूप से महत्वपूर्ण है क्योंकि यहाँ पर्यटन उद्योग बहुत विकसित है - जयपुर, उदयपुर, जैसलमेर, जोधपुर जैसे शहर देश-विदेश से पर्यटकों को आकर्षित करते हैं, जिससे होटल, रेस्तरां और व्यापार गतिविधियां बड़े पैमाने पर फलती-फूलती हैं। सेवा क्षेत्र किसी भी आधुनिक अर्थव्यवस्था की रीढ़ माना जाता है और इसमें परिवहन, वित्तीय सेवाएं, रियल एस्टेट जैसे कई उपक्षेत्र शामिल होते हैं, लेकिन राजस्थान में पर्यटन से जुड़े व्यापार-होटल क्षेत्र का योगदान इनमें सबसे अधिक रहा है।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गत वर्ष की तुलना में वर्ष 2022-23 में राजस्थान के सकल राज्य मूल्य वर्धन GSVA (स्थिर 2011-12 बुनियादी मूल्यों पर) में किस क्षेत्र के योगदान में सर्वाधिक वृद्धि होने का अनुमान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इनमें से कोई नहीं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 क्षेत्र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उद्योग क्षेत्र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कृषि क्षेत्र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सेवा क्षेत्र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इनमें से कोई नहीं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उद्योग क्षेत्र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 क्षेत्र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राजस्थान आर्थिक समीक्षा 2022-23 के अनुसार, स्थिर मूल्यों (2011-12 आधार वर्ष) पर राज्य के सकल राज्य मूल्य वर्धन (GSVA) में सबसे तेज वृद्धि (लगभग 10.74%) 'सेवा क्षेत्र' में दर्ज की गई। यह इस बात का संकेत है कि राजस्थान की अर्थव्यवस्था भी अब देश के अन्य हिस्सों की तरह धीरे-धीरे कृषि प्रधान अर्थव्यवस्था से सेवा प्रधान अर्थव्यवस्था की ओर बढ़ रही है। सेवा क्षेत्र में यह वृद्धि मुख्यतः पर्यटन, व्यापार, वित्तीय सेवाओं और सूचना प्रौद्योगिकी जैसे उप-क्षेत्रों के तेजी से विस्तार के कारण देखी गई। कृषि क्षेत्र में मानसून पर निर्भरता के कारण उतार-चढ़ाव बना रहता है, जबकि उद्योग क्षेत्र में वृद्धि दर सेवा क्षेत्र की तुलना में अपेक्षाकृत धीमी रही। इसलिए विकल्प (A), (C) और (D) गलत हैं और सेवा क्षेत्र ही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राज्य राजमार्ग विकास कार्यक्रम-II परियोजना के अन्तर्गत 801 कि.मी. लम्बाई के 11 राजमार्गों का उन्नयन किस एजेंसी द्वारा वित्त पोषित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नाबार्ड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राष्ट्रीय राजमार्ग प्राधिकरण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विश्व बैंक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एशियन विकास बैंक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विश्व बैंक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नाबार्ड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राष्ट्रीय राजमार्ग प्राधिकरण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एशियन विकास बैंक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राजस्थान राज्य राजमार्ग विकास कार्यक्रम-II (RSHDP-II) के अंतर्गत राज्य के 801 किलोमीटर लंबाई वाले 11 राजमार्गों के उन्नयन और विकास के लिए मुख्य वित्तीय सहायता 'विश्व बैंक' (World Bank) द्वारा प्रदान की जा रही है। विश्व बैंक जैसी अंतरराष्ट्रीय संस्थाएं विकासशील देशों में बुनियादी ढांचा परियोजनाओं, विशेषकर सड़क, ऊर्जा और जल आपूर्ति जैसे क्षेत्रों में, कम ब्याज दर पर दीर्घकालिक ऋण उपलब्ध कराती हैं ताकि आर्थिक विकास को गति मिल सके। इस परियोजना का उद्देश्य राज्य के प्रमुख जिला व राज्य राजमार्गों को चौड़ा और मजबूत बनाना है, जिससे यातायात सुगम हो और आर्थिक गतिविधियों को बढ़ावा मिले। नाबार्ड (NABARD) मुख्यतः कृषि और ग्रामीण विकास से जुड़े ऋण देता है, भारतीय राष्ट्रीय राजमार्ग प्राधिकरण (NHAI) राष्ट्रीय राजमार्गों का निर्माण व रखरखाव करता है, और एशियन विकास बैंक (ADB) राजस्थान की अन्य कुछ परियोजनाओं से जुड़ा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में किस एजेंसी को पी.एम. कुसुम योजना (कम्पोनेंट A) के क्रियान्वयन की जिम्मेदारी दी गई है, जिसमें 0.5 मेगावॉट से 2 मेगावॉट क्षमता तक के सौर ऊर्जा संयंत्र स्थापित किये जाने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ब्यूरो ऑफ एनर्जी एफिशिएंसी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अक्षय ऊर्जा निगम लिमिटेड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राज्य विद्युत उत्पादन निगम लिमिटेड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राजस्थान विद्युत प्रसारण निगम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राजस्थान अक्षय ऊर्जा निगम लिमिटेड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ब्यूरो ऑफ एनर्जी एफिशिएंसी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राज्य विद्युत उत्पादन निगम लिमिटेड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विद्युत प्रसारण निगम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राजस्थान में PM-KUSUM योजना के कंपोनेंट-A (जिसके तहत 0.5 से 2 मेगावॉट क्षमता के छोटे सौर ऊर्जा संयंत्र स्थापित किए जाते हैं) के क्रियान्वयन की जिम्मेदारी 'राजस्थान अक्षय ऊर्जा निगम लिमिटेड' (RRECL) को सौंपी गई है। PM-KUSUM योजना केंद्र सरकार की एक महत्वाकांक्षी योजना है, जिसका उद्देश्य किसानों को सौर ऊर्जा के माध्यम से सिंचाई के साधन उपलब्ध कराना और अतिरिक्त बिजली को ग्रिड में बेचकर आय का साधन देना है। राजस्थान अक्षय ऊर्जा निगम लिमिटेड (RRECL) राज्य में सौर, पवन और अन्य नवीकरणीय ऊर्जा परियोजनाओं के क्रियान्वयन की नोडल एजेंसी है, क्योंकि राजस्थान में सौर ऊर्जा उत्पादन की अपार संभावनाएं हैं, विशेषकर जैसलमेर, बीकानेर और बाड़मेर जैसे धूप-प्रचुर क्षेत्रों में। ब्यूरो ऑफ एनर्जी एफिशिएंसी ऊर्जा दक्षता से जुड़ा केंद्रीय निकाय है,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राजस्थान में ऊर्जा संरक्षण दिवस कब मनाया जाता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14 दिसम्बर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जून</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22 अप्रैल</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 मार्च</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14 दिसम्बर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22 अप्रैल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 मार्च</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पूरे भारत और राजस्थान में हर वर्ष 14 दिसंबर को 'राष्ट्रीय ऊर्जा संरक्षण दिवस' (National Energy Conservation Day) मनाया जाता है, जिसका उद्देश्य ऊर्जा के महत्व और उसके संरक्षण की आवश्यकता के प्रति आमजन में जागरूकता फैलाना है। यह दिवस भारत सरकार के ऊर्जा मंत्रालय के अंतर्गत आने वाली संस्था ब्यूरो ऑफ एनर्जी एफिशिएंसी (BEE) द्वारा वर्ष 1991 में ऊर्जा संरक्षण अधिनियम बनने की याद में मनाया जाता है। इस दिन विभिन्न सरकारी व निजी संस्थानों में ऊर्जा बचत से जुड़े कार्यक्रम, प्रतियोगिताएं और पुरस्कार वितरण समारोह आयोजित किए जाते हैं ताकि लोगों को बिजली और ईंधन के कुशल उपयोग के प्रति प्रेरित किया जा सके। ध्यान रहे कि 5 जून को 'विश्व पर्यावरण दिवस' और 22 अप्रैल को 'विश्व पृथ्वी दिवस' मनाया जाता है, जबकि 21 मार्च को 'विश्व वानिकी दिवस' मनाया जाता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सरकार ने राजस्थान राजकोषीय उत्तरदायित्व और बजट प्रबन्धन अधिनियम को किस वर्ष में अधिनियमित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2005</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2003</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2005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राजस्थान सरकार ने वित्तीय अनुशासन सुनिश्चित करने और राजकोषीय घाटे को नियंत्रित करने के उद्देश्य से वर्ष 2005 में अपना 'राजकोषीय उत्तरदायित्व और बजट प्रबंधन अधिनियम' (Fiscal Responsibility and Budget Management Act - FRBM) लागू किया था। यह अधिनियम केंद्र सरकार द्वारा 2003 में पारित FRBM अधिनियम की तर्ज पर राज्य स्तर पर बनाया गया, जिसका उद्देश्य सरकार को अपने राजस्व घाटे और राजकोषीय घाटे को एक निश्चित सीमा के भीतर रखने के लिए बाध्य करना है, ताकि अनियंत्रित उधारी और खर्च से राज्य की अर्थव्यवस्था पर बुरा असर न पड़े। इस तरह के अधिनियम राज्य सरकारों को दीर्घकालिक वित्तीय स्थिरता बनाए रखने में मदद करते हैं और यह सुनिश्चित करते हैं कि सरकारी खर्च राजस्व के अनुपात में ही हो। इसलिए विकल्प (A), (C) और (D) में दिए गए वर्ष गलत हैं क्योंकि राजस्थान का अपना FRBM अधिनियम 2005 में लागू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 में से किस योजना का मुख्य उद्देश्य गर्भवती एवं धात्री महिलाओं तथा उनके नवजन्में शिशुओं (0 से 6 माह) के स्वास्थ्य एवं पोषण की स्थिति में सुधार करने के लिये गर्भावस्था, सुरक्षित प्रसव और स्तनपान की अवधि के दौरान उपयुक्त पद्धतियों, देख-रेख एवं सेवाओं के उपयोग को बढ़ावा देना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प्रधानमंत्री मातृ वंदना योजना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इन्दिरा गांधी मातृत्व पोषण योजना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मिशन वात्सल्य योजना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पालनहार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प्रधानमंत्री मातृ वंदना योजना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इन्दिरा गांधी मातृत्व पोषण 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मिशन वात्सल्य योजना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पालनहार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केंद्र प्रायोजित 'प्रधानमंत्री मातृ वंदना योजना' (PMMVY) का प्रमुख उद्देश्य गर्भवती और धात्री (स्तनपान कराने वाली) महिलाओं तथा उनके 0 से 6 माह तक के नवजात शिशुओं के स्वास्थ्य एवं पोषण की स्थिति में सुधार लाना है, जो प्रश्न में दिए गए उद्देश्य कथन से बिल्कुल मेल खाता है। इस योजना के तहत पात्र गर्भवती महिलाओं को गर्भावस्था और प्रसव के दौरान पर्याप्त आराम करने तथा पौष्टिक आहार लेने के लिए नकद प्रोत्साहन राशि दी जाती है, ताकि वे मजदूरी के कारण होने वाली आय हानि की भरपाई कर सकें और मातृ व शिशु मृत्यु दर में कमी लाई जा सके। मिशन वात्सल्य योजना बाल संरक्षण से जुड़ी है, पालनहार योजना अनाथ व जरूरतमंद बच्चों के भरण-पोषण से जुड़ी राजस्थान सरकार की योजना है, और इन्दिरा गांधी मातृत्व पोषण योजना भी मातृत्व लाभ से जुड़ी एक पुरानी योजना रही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निम्नांकित में से कौन सा विकल्प (इंदिरा महिला) शक्ति उड़ान योजना का एक प्रमुख उद्देश्य बताता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महिला स्वयं सहायता समूहों को सशक्त बनाना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मासिक धर्म स्वास्थ्य एवं स्वच्छता प्रबन्धन के बारे में जागरूकता पैदा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महिलाओं को व्यावसायिक प्रशिक्षण 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बालिकाओं की शिक्षा की स्थिति में सुधार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मासिक धर्म स्वास्थ्य एवं स्वच्छता प्रबन्धन के बारे में जागरूकता पैदा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महिला स्वयं सहायता समूहों को सशक्त बनाना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महिलाओं को व्यावसायिक प्रशिक्षण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बालिकाओं की शिक्षा की स्थिति में सुधार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राजस्थान सरकार की 'उड़ान योजना' (जिसे इंदिरा महिला शक्ति उड़ान योजना भी कहा जाता है) का मुख्य उद्देश्य राज्य की सभी महिलाओं और किशोरियों को निःशुल्क सैनिटरी नैपकिन उपलब्ध कराना और मासिक धर्म स्वास्थ्य व स्वच्छता प्रबंधन के प्रति जागरूकता पैदा करना है। यह योजना इसलिए महत्वपूर्ण मानी जाती है क्योंकि ग्रामीण और आर्थिक रूप से कमजोर वर्ग की कई महिलाएं मासिक धर्म के दौरान असुरक्षित तरीकों का उपयोग करती हैं, जिससे स्वास्थ्य संबंधी समस्याएं पैदा होती हैं, और यह योजना इस सामाजिक वर्जना को तोड़ने में भी मदद करती है। महिला स्वयं सहायता समूहों को सशक्त बनाना, व्यावसायिक प्रशिक्षण देना और बालिका शिक्षा में सुधार लाना - ये सभी अलग-अलग अन्य योजनाओं के उद्देश्य हैं, जैसे राजीविका मिशन स्वयं सहायता समूहों से जुड़ी है,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एक स्वापक पीड़ाहारी (नारकोटिक ऐनेलजेसिक) औषध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मॉर्फीन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आर्सफेनेमीन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ऐस्पिरिन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पैरासिटामॉल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मॉर्फीन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आर्सफेनेमीन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ऐस्पिरिन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पैरासिटामॉल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मॉर्फीन (Morphine) अफीम से प्राप्त एक शक्तिशाली 'नारकोटिक एनाल्जेसिक' (स्वापक पीड़ाहारी) दवा है, जिसका उपयोग गंभीर व असहनीय दर्द को कम करने के लिए किया जाता है, विशेषकर बड़ी सर्जरी या कैंसर जैसी गंभीर बीमारियों में। नारकोटिक एनाल्जेसिक दवाएं मस्तिष्क और तंत्रिका तंत्र पर सीधा प्रभाव डालती हैं और दर्द की अनुभूति को कम करती हैं, लेकिन इनकी लत लगने का खतरा भी अधिक होता है, इसलिए इनका उपयोग चिकित्सकीय निगरानी में ही किया जाता है। इसके विपरीत ऐस्पिरिन और पैरासिटामॉल 'नॉन-नारकोटिक' एनाल्जेसिक दवाएं हैं, जिनका उपयोग सामान्य दर्द, बुखार और सूजन कम करने के लिए किया जाता है और इनकी लत नहीं लगती। आर्सफेनेमीन एक पुरानी दवा है जिसका उपयोग सिफलिस जैसे संक्रामक रोगों के उपचार में किया जाता था, यह एनाल्जेसिक नहीं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निकट दृष्टि दोष (मायोपिया) एवं दूर दृष्टि दोष (हाइपरमेट्रोपिया) को ठीक किया जा सकता है क्रमशः-</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समतल-अवतल एवं बेलनीय लेंस द्वारा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उत्तल एवं अवतल लेंस द्वारा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अवतल एवं उत्तल लेंस द्वारा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अवतल एवं बेलनीय लेंस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अवतल एवं उत्तल लेंस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समतल-अवतल एवं बेलनीय लेंस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उत्तल एवं अवतल लेंस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अवतल एवं बेलनीय लेंस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निकट दृष्टि दोष (मायोपिया) में व्यक्ति दूर की वस्तुएं स्पष्ट नहीं देख पाता क्योंकि प्रतिबिंब रेटिना से पहले बन जाता है, और इसे ठीक करने के लिए 'अवतल लेंस' (Concave Lens) का प्रयोग किया जाता है, जो प्रकाश किरणों को थोड़ा फैलाकर प्रतिबिंब को रेटिना पर सही जगह लाता है। इसके विपरीत दूर दृष्टि दोष (हाइपरमेट्रोपिया) में व्यक्ति पास की वस्तुएं स्पष्ट नहीं देख पाता क्योंकि प्रतिबिंब रेटिना के पीछे बनता है, और इसे ठीक करने के लिए 'उत्तल लेंस' (Convex Lens) का प्रयोग किया जाता है, जो प्रकाश किरणों को केंद्रित करके प्रतिबिंब को रेटिना पर सही स्थान पर लाता है। इस तरह मायोपिया के लिए अवतल और हाइपरमेट्रोपिया के लिए उत्तल लेंस का सही क्रम याद रखना जरूरी है। बेलनीय (Cylindrical) लेंस का उपयोग दृष्टिवैषम्य (Astigmatism) नामक अलग नेत्र दोष को ठीक करने के लिए किया जाता है, इसलिए विकल्प (A) और (D) गलत हैं, तथा विकल्प (B) में क्रम उल्टा होने के कारण वह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योजना ग्रामीण क्षेत्रों को सामाजिक, आर्थिक और भौतिक रूप से टिकाऊ क्षेत्र बनाने का प्रयास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श्यामा प्रसाद मुखर्जी रूर्बन मिशन (एस.पी.एम.आर.एम.)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महात्मा गांधी जन-भागीदारी विकास योजना (एम.जी.जे.वी.वाय.)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डांग क्षेत्र विकास कार्यक्रम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 आदर्श ग्राम योजना (एस.ए.जी.वाय.)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श्यामा प्रसाद मुखर्जी रूर्बन मिशन (एस.पी.एम.आर.एम.)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महात्मा गांधी जन-भागीदारी विकास योजना (एम.जी.जे.वी.वाय.)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 क्षेत्र विकास कार्यक्रम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आदर्श ग्राम योजना (एस.ए.जी.वाय.)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श्यामा प्रसाद मुखर्जी रूर्बन मिशन (SPMRM) का मुख्य उद्देश्य ग्रामीण क्षेत्रों में शहरी सुविधाएं (जैसे बेहतर सड़कें, पानी, बिजली, स्वास्थ्य और शिक्षा सुविधाएं) प्रदान करके 'रूर्बन क्लस्टर' (Rurban Clusters) विकसित करना है, ताकि गांवों को सामाजिक, आर्थिक और भौतिक रूप से टिकाऊ बनाया जा सके, बिना उनके ग्रामीण चरित्र को खोए। इस मिशन के पीछे सोच यह है कि गांवों से शहरों की ओर पलायन को कम किया जाए, इसके लिए गांवों के समूह को एक 'क्लस्टर' के रूप में विकसित किया जाता है जिसमें आधारभूत ढांचा शहरों जैसा हो लेकिन ग्रामीण जीवनशैली बनी रहे। संसद आदर्श ग्राम योजना (SAGY) सांसदों द्वारा गोद लिए गांवों के समग्र विकास से जुड़ी है, महात्मा गांधी जन-भागीदारी विकास योजना जन-सहभागिता आधारित विकास से जुड़ी है, और डांग क्षेत्र विकास कार्यक्रम राजस्थान के विशिष्ट डांग क्षेत्र के विकास के लिए बनाया गया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डिजिटल जानकारी के लिए माप की निम्नलिखित इकाइयों को सही क्रम में व्यवस्थित करें, सबसे पहले सबसे छोटी इकाई से शुरू करके सबसे बड़ी इकाई तक जाएँ: a. किलोबाइट b. बाइट c. मेगाबाइट d. टेराबाइट e. गीगाबाइट f. बिट</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bfadce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fbaced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fbadce</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bfacde</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fbaced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bfadce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fbadce</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bfacde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अर्थात सही क्रम fbaced (f-b-a-c-e-d) है। कंप्यूटर मेमोरी की सबसे छोटी इकाई 'बिट' (f) होती है, जिसके बढ़ते क्रम में आगे आता है - बाइट (b), जो 8 बिट के बराबर होती है, फिर किलोबाइट (a) जो 1024 बाइट के बराबर होती है, उसके बाद मेगाबाइट (c) जो 1024 किलोबाइट के बराबर होती है, फिर गीगाबाइट (e) जो 1024 मेगाबाइट के बराबर होती है, और अंत में टेराबाइट (d) जो 1024 गीगाबाइट के बराबर होती है। डिजिटल भंडारण की यह क्रमिक इकाई प्रणाली कंप्यूटर विज्ञान और सूचना प्रौद्योगिकी में बहुत बुनियादी लेकिन महत्वपूर्ण अवधारणा है, जिसका ज्ञान परीक्षा में कंप्यूटर से जुड़े प्रश्नों में अक्सर काम आता है। याद रखने का आसान तरीका है - "बिट से शुरू होकर हर अगली इकाई पिछली से 1024 गुनी बड़ी होती जाती है", इसी क्रम को दोहराते रहने से यह याद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23 अगस्त, 2023 को LCA (हल्के लड़ाकू विमान) तेजस से ASTRA (अस्त्र) मिसाइल को सफलतापूर्वक परीक्षण किया गया, यह मिसाइल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दृश्य सीमा से परे सतह से हवा में मार करने वाली मिसाइल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दृश्य सीमा से परे (बियॉन्ड विजुअल रेंज) हवा से हवा में मार करने वाली मिसाइल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दृश्य सीमा के भीतर हवा से हवा में मार करने वाली मिसाइल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दृश्य सीमा के भीतर सतह से हवा में मार करने वाली मिसाइल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दृश्य सीमा से परे (बियॉन्ड विजुअल रेंज) हवा से हवा में मार करने वाली मिसाइल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दृश्य सीमा से परे सतह से हवा में मार करने वाली मिसाइल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दृश्य सीमा के भीतर हवा से हवा में मार करने वाली मिसाइल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दृश्य सीमा के भीतर सतह से हवा में मार करने वाली मिसाइल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'अस्त्र' (ASTRA) भारत द्वारा स्वदेशी रूप से विकसित पहली 'दृश्य सीमा से परे हवा से हवा में मार करने वाली मिसाइल' (Beyond Visual Range Air-to-Air Missile - BVR-AAM) है, जिसका 23 अगस्त 2023 को हल्के लड़ाकू विमान (LCA) तेजस से सफल परीक्षण किया गया। BVR मिसाइलों की खासियत यह होती है कि ये पायलट को अपने विमान की दृश्य सीमा से बहुत दूर स्थित लक्ष्य को भी सटीकता से भेदने में सक्षम बनाती हैं, जिससे युद्ध में रणनीतिक बढ़त मिलती है। यह मिसाइल रक्षा अनुसंधान एवं विकास संगठन (DRDO) द्वारा विकसित की गई है और यह भारत की आत्मनिर्भर रक्षा क्षमता को दर्शाने वाली एक महत्वपूर्ण उपलब्धि मानी जाती है। इससे पहले भारत विदेशी मिसाइलों पर निर्भर था, इसलिए अस्त्र मिसाइल का सफल परीक्षण 'आत्मनिर्भर भारत' अभियान की दिशा में एक बड़ी कामयाबी है। यह हवा से सतह पर नहीं बल्कि हवा से हवा में मार करने वाली मिसाइल है, इसलिए विकल्प (A) और (D) गलत हैं, तथा यह दृश्य सीमा से परे मार करती है इसलिए (C)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श्रीहरिकोटा से अप्रैल 23 में उपग्रह टेलिओस-2 (TeLEOS-2) तथा ल्युमलाइट-4 (Lumelite-4) को प्रमोचित जिस लॉन्चर से किया गया, वह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SSLV-D2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LVM3-M4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PSLV-C55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GSLV-F12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PSLV-C55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SSLV-D2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LVM3-M4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GSLV-F12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भारतीय अंतरिक्ष अनुसंधान संगठन (ISRO) ने 22 अप्रैल 2023 को PSLV-C55 रॉकेट के माध्यम से सिंगापुर के दो उपग्रहों - TeLEOS-2 और Lumelite-4 - को श्रीहरिकोटा से सफलतापूर्वक प्रमोचित (लॉन्च) किया था। PSLV यानी 'पोलर सैटेलाइट लॉन्च व्हीकल' इसरो का सबसे विश्वसनीय और बहुमुखी प्रक्षेपण यान माना जाता है, जिसका उपयोग भारत के साथ-साथ कई अन्य देशों के छोटे-बड़े उपग्रहों को अंतरिक्ष में स्थापित करने के लिए किया जाता रहा है। यह मिशन इसरो के वाणिज्यिक शाखा 'न्यूस्पेस इंडिया लिमिटेड' (NSIL) द्वारा संचालित किया गया था, जो विदेशी ग्राहकों के लिए वाणिज्यिक प्रक्षेपण सेवाएं प्रदान करती है। SSLV (छोटे उपग्रहों के लिए), LVM3 (भारी उपग्रहों के लिए) और GSLV (भूस्थैतिक उपग्रहों के लिए) इसरो के अन्य अलग-अलग प्रकार के प्रक्षेपण यान हैं, जो अलग-अलग उद्देश्यों के लिए उपयोग होते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यदि किसी पदार्थ की एक विमा को नैनो रेंज तक घटा दिया गया हो जबकि अन्य दो विमाएँ वही बनी रहती हैं, तो प्राप्त संरचना कहलाती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क्वांटम स्टेप</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क्वांटम वैल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क्वांटम डॉट</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क्वांटम वायर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क्वांटम 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क्वांटम स्टेप</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क्वांटम डॉट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क्वांटम वायर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नैनो-प्रौद्योगिकी में, जब किसी सामग्री की केवल एक विमा (Dimension) नैनो रेंज (1-100 नैनोमीटर) में सीमित हो जाती है जबकि अन्य दो विमाएं सामान्य (मैक्रोस्कोपिक) बनी रहती हैं, तो उसे 2D नैनो-संरचना या 'क्वांटम वैल' (Quantum Well) कहा जाता है। इसी तरह जब दो विमाएं नैनो रेंज में घट जाती हैं और एक सामान्य रहती है, तो उसे 'क्वांटम वायर' कहा जाता है, और जब तीनों विमाएं नैनो रेंज में सीमित हो जाती हैं, तो उसे 'क्वांटम डॉट' (0D संरचना) कहा जाता है। नैनो-प्रौद्योगिकी में इस तरह पदार्थ के आकार के अनुसार उसका वर्गीकरण करना बहुत महत्वपूर्ण है क्योंकि विमाओं के घटने के साथ पदार्थ के भौतिक व रासायनिक गुण भी बदल जाते हैं, जिसका उपयोग इलेक्ट्रॉनिक्स, चिकित्सा और सामग्री विज्ञान में किया जाता है। इसलिए विकल्प (A), (C) और (D) प्रश्न में दी गई परिस्थिति (केवल एक विमा घटना) के लिए सही उत्तर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फाइल प्रारूप, वीडियो फाइल प्रारूप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.MP3</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.MP4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.MOV</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.AVI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.MP3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.MP4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.MOV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.AVI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'.MP3' एक ऑडियो (Audio) फाइल प्रारूप है, जिसका उपयोग केवल ध्वनि (गाने, आवाज आदि) को कंप्रेस करके स्टोर करने के लिए किया जाता है, इसमें कोई वीडियो/चित्र डेटा शामिल नहीं होता। इसके विपरीत .MP4, .MOV और .AVI तीनों वीडियो फाइल प्रारूप हैं, जिनमें ध्वनि के साथ-साथ चलचित्र (वीडियो) डेटा भी संग्रहित रहता है - .MP4 सबसे व्यापक रूप से इस्तेमाल होने वाला और कम स्थान लेने वाला प्रारूप है, .MOV एप्पल कंपनी द्वारा विकसित प्रारूप है जो मुख्यतः क्विकटाइम प्लेयर में प्रयोग होता है, और .AVI माइक्रोसॉफ्ट द्वारा विकसित एक पुराना लेकिन उच्च गुणवत्ता वाला वीडियो प्रारूप है। कंप्यूटर और सूचना प्रौद्योगिकी से जुड़े ऐसे बुनियादी फाइल प्रारूपों (ऑडियो, वीडियो, इमेज, डॉक्यूमेंट) का वर्गीकरण जानना परीक्षा में सामान्य विज्ञान/कंप्यूटर खंड के लिए उपयोगी रहता है। इसलिए विकल्प (B), (C) और (D) सभी वीडियो प्रारूप होने के कारण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प्रोटीन के सन्दर्भ में गलत कथन चुनिए:</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हम प्रोटीन जन्तु तथा पादप दोनों स्रोतों से प्राप्त करते हैं</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प्रोटीन ऐमीनो अम्ल से बने होते हैं</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हमारे शरीर के वजन का लगभग 30 प्रतिशत हिस्सा प्रोटीन का होता है</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प्रोटीन हमारे शरीर के रचक खंड (बिल्डिंग ब्लॉक) कहलाते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हमारे शरीर के वजन का लगभग 30 प्रतिशत हिस्सा प्रोटीन का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 प्रोटीन जन्तु तथा पादप दोनों स्रोतों से प्राप्त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प्रोटीन ऐमीनो अम्ल से बने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प्रोटीन हमारे शरीर के रचक खंड (बिल्डिंग ब्लॉक) कहलाते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यह कथन तथ्यात्मक रूप से गलत है क्योंकि मानव शरीर के कुल वजन का लगभग 15 से 20 प्रतिशत हिस्सा ही प्रोटीन से बना होता है, न कि 30 प्रतिशत। बाकी तीनों कथन बिल्कुल सही हैं - हमें प्रोटीन जंतु स्रोतों (दूध, अंडा, मांस, मछली) और पादप स्रोतों (दाल, सोयाबीन, फलियां) दोनों से प्राप्त होता है, प्रोटीन अनेक अमीनो अम्लों की श्रृंखला से बनता है जिनमें से कुछ शरीर स्वयं बना सकता है और कुछ 'आवश्यक अमीनो अम्ल' भोजन से लेने होते हैं, और प्रोटीन को शरीर का 'बिल्डिंग ब्लॉक' कहा जाता है क्योंकि यह मांसपेशियों, त्वचा, बालों और शरीर की कोशिकाओं के निर्माण व मरम्मत में मुख्य भूमिका निभाता है। शरीर में जल का हिस्सा सबसे अधिक (लगभग 60-65%) होता है, इसके बाद प्रोटीन, वसा और खनिज आदि आते हैं। इसलिए विकल्प (A), (B) और (D) सभी सही कथन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ब्लड ग्रुप (रक्त समूह) 'O' वाले व्यक्ति की लाल रक्त कोशिकाओं में निहित समूहजन (एग्लूटीनोजन)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तथा B दोनों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 तो A न ही B</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 तो A न ही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तथा B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रक्त समूह 'O' वाले व्यक्तियों की लाल रक्त कोशिकाओं की सतह पर कोई भी एग्लूटीनोजन (एंटीजन) मौजूद नहीं होता, यानी न तो एंटीजन-A होता है और न ही एंटीजन-B। इसी विशेषता के कारण 'O' रक्त समूह वाले व्यक्ति को 'सार्वभौमिक दाता' (Universal Donor) कहा जाता है, क्योंकि उसका रक्त किसी भी अन्य रक्त समूह वाले व्यक्ति को बिना किसी प्रतिक्रिया के चढ़ाया जा सकता है, हालांकि उसे स्वयं केवल 'O' रक्त ही चढ़ाया जा सकता है। इसके विपरीत रक्त समूह AB वाले व्यक्ति में दोनों एंटीजन (A और B) मौजूद होते हैं, इसलिए उसे 'सार्वभौमिक प्राप्तकर्ता' (Universal Recipient) कहा जाता है क्योंकि वह किसी भी रक्त समूह का रक्त प्राप्त कर सकता है। कार्ल लैंडस्टीनर ने रक्त समूह प्रणाली (ABO प्रणाली) की खोज की थी, जिसके लिए उन्हें नोबेल पुरस्कार मिला।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 रोगों में से कौन सा रोग जीवाणवीय रोग नहीं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डिप्थीरिया</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प्लेग</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न्युमोनिया</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डिप्थीरिया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न्युमोनिया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डेंगू (Dengue) एक 'विषाणु जनित' (Viral) रोग है जो एडीज मच्छर (Aedes Mosquito) के काटने से फैलता है, यह किसी जीवाणु (Bacteria) से नहीं होता। इसके विपरीत डिप्थीरिया, प्लेग और न्यूमोनिया तीनों जीवाणु जनित (Bacterial) रोग हैं - डिप्थीरिया कोरिनेबैक्टीरियम डिप्थीरी नामक जीवाणु से होता है, प्लेग यर्सिनिया पेस्टिस नामक जीवाणु से होता है जो चूहों में पाए जाने वाले पिस्सुओं द्वारा फैलता है, और न्यूमोनिया मुख्यतः स्ट्रेप्टोकोकस निमोनिया जीवाणु के कारण होता है जिसमें फेफड़ों में सूजन आ जाती है। रोगों को उनके कारक सूक्ष्मजीव (जीवाणु, विषाणु, कवक, प्रोटोजोआ) के आधार पर वर्गीकृत करना जीव विज्ञान के सामान्य ज्ञान में बहुत महत्वपूर्ण है, क्योंकि इससे रोग के इलाज और बचाव के तरीके (जैसे एंटीबायोटिक जीवाणु रोगों में काम करती है पर विषाणु रोगों में नहीं) भी अलग-अलग तय होते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प्लास्मोडियम की प्रजाति जो घातक मलेरिया का कारण बनती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विवैक्स</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फाल्सीपेरम</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ओवेल</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मैलेरियल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फाल्सीपेरम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विवैक्स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ओवेल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मैलेरियल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'प्लास्मोडियम फाल्सीपेरम' (Plasmodium Falciparum) मलेरिया परजीवी की वह प्रजाति है जो सबसे गंभीर, जानलेवा और घातक (Malignant) मलेरिया का कारण बनती है, और यह मस्तिष्क को प्रभावित करके 'सेरेब्रल मलेरिया' जैसी जटिलताएं भी पैदा कर सकती है, जिससे रोगी की मृत्यु तक हो सकती है। मलेरिया मादा एनोफिलीज मच्छर के काटने से फैलता है और यह प्लास्मोडियम नामक प्रोटोजोआ परजीवी के कारण होने वाला रोग है। प्लास्मोडियम की अन्य प्रजातियों में विवैक्स (Vivax) सबसे सामान्य रूप से पाई जाती है और अपेक्षाकृत कम घातक होती है, ओवेल (Ovale) भी एक अपेक्षाकृत हल्का रूप है जो मुख्यतः अफ्रीका में पाया जाता है। 'मैलेरियल' नाम की कोई अलग प्रजाति नहीं होती, यह केवल एक भ्रामक विकल्प है। इसलिए विकल्प (A), (C) और (D) गलत हैं और फाल्सीपेरम ही सबसे खतरनाक प्रजाति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एन.टी.यू. (NTU) मापने की इकाई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पानी का दाब</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जल का तापमान</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जल की अम्लता</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जल की आविलता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जल की आविलता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पानी का दाब</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का तापमान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की अम्लता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एन.टी.यू. यानी 'नेफेलोमेट्रिक टर्बिडिटी यूनिट' (Nephelometric Turbidity Unit) का उपयोग पानी में उपस्थित निलंबित कणों यानी जल की आविलता या धुंधलेपन (Turbidity) को मापने के लिए किया जाता है। पानी में जितने अधिक निलंबित कण (मिट्टी, गाद, सूक्ष्मजीव आदि) मौजूद होंगे, उसकी NTU वैल्यू उतनी ही अधिक होगी, यानी पानी उतना ही अधिक गंदा या धुंधला माना जाएगा। पेयजल की गुणवत्ता जांचने में टर्बिडिटी एक महत्वपूर्ण मापदंड है क्योंकि अधिक टर्बिडिटी वाला पानी संक्रामक रोगों को बढ़ावा दे सकता है और इसमें कीटाणुनाशक (जैसे क्लोरीन) का प्रभाव भी कम हो जाता है। पानी के दाब को मापने के लिए अलग इकाइयां (जैसे पास्कल), तापमान के लिए डिग्री सेल्सियस/फारेनहाइट, और अम्लता (pH) के लिए pH स्केल का उपयोग होता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निम्नलिखित में से कौन प्रदूषित जगह में नहीं उगता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स्यूडोमोनास</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शैवाल</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लाइकेन</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जिम्नोस्पर्म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लाइकेन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स्यूडोमोनास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शैवाल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जिम्नोस्पर्म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लाइकेन (Lichen) वायु प्रदूषण, विशेषकर सल्फर डाइऑक्साइड (SO2) जैसी गैसों के प्रति अत्यधिक संवेदनशील होते हैं, इसलिए ये प्रदूषित क्षेत्रों में नहीं उगते और इन्हें प्राकृतिक 'प्रदूषण सूचक' (Pollution Indicator) माना जाता है - जिस क्षेत्र में लाइकेन प्रचुर मात्रा में पाए जाते हैं, वह क्षेत्र आमतौर पर प्रदूषण-मुक्त और स्वच्छ वायु वाला माना जाता है। लाइकेन वास्तव में एक कवक (Fungus) और शैवाल (Algae) के सहजीवी संबंध (Symbiotic Relationship) से बनी संरचना है, जो पेड़ों की छाल, चट्टानों आदि पर उगती है। इसके विपरीत स्यूडोमोनास जैसे कुछ जीवाणु, सामान्य शैवाल और जिम्नोस्पर्म (अनावृतबीजी पौधे) प्रदूषित वातावरण में भी अपेक्षाकृत आसानी से जीवित रह सकते हैं और पनप सकते हैं। इसलिए विकल्प (A), (B) और (D) गलत हैं, केवल लाइकेन ही प्रदूषण के प्रति इतना संवेदनशील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राजीव गांधी जैव प्रौद्योगिकी केन्द्र कहाँ स्थित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तिरूवनंतपुरम</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फरीदाबाद</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नई दिल्ली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तिरूवनंतपुरम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फरीदाबाद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नई दिल्ली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'राजीव गांधी जैव प्रौद्योगिकी केंद्र' (RGCB) भारत सरकार के जैव प्रौद्योगिकी विभाग (Department of Biotechnology) के अंतर्गत एक प्रमुख अनुसंधान संस्थान है, जो केरल की राजधानी तिरुवनंतपुरम में स्थित है। इस केंद्र की स्थापना जैव प्रौद्योगिकी के क्षेत्र में उन्नत वैज्ञानिक अनुसंधान को बढ़ावा देने के उद्देश्य से की गई थी, और यह आणविक जीव विज्ञान, आनुवंशिकी, कैंसर जीव विज्ञान तथा संक्रामक रोगों जैसे विषयों पर अत्याधुनिक शोध कार्य करता है। भारत में जैव प्रौद्योगिकी अनुसंधान से जुड़े कई अन्य प्रमुख संस्थान भी अलग-अलग शहरों में स्थित हैं, जैसे फरीदाबाद में राष्ट्रीय इम्यूनोलॉजी संस्थान और नई दिल्ली में राष्ट्रीय पादप जीनोम अनुसंधान संस्थान, लेकिन RGCB विशेष रूप से तिरुवनंतपुरम में ही स्थित है, इसलिए विकल्प (B), (C) और (D) गलत हैं। ऐसे राष्ट्रीय स्तर के वैज्ञानिक संस्थानों के सही स्थान परीक्षा में विज्ञान-प्रौद्योगिकी खंड के लिए महत्वपूर्ण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पृथ्वी के वायुमंडल में मौजूद कुल ऑक्सीजन का अमेज़न वन में प्रकाश संश्लेषण द्वारा अनुमानित उत्पादन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 प्रतिशत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 प्रतिशत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70 प्रतिशत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 प्रतिशत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 प्रतिशत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 प्रतिशत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 प्रतिशत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70 प्रतिशत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अमेज़न वर्षावनों को अक्सर 'पृथ्वी के फेफड़े' कहा जाता है क्योंकि यह प्रकाश संश्लेषण की प्रक्रिया के माध्यम से पृथ्वी के वायुमंडल में मौजूद कुल ऑक्सीजन का लगभग 20 प्रतिशत उत्पन्न करता है। यह विशाल वर्षावन दक्षिण अमेरिका के नौ देशों में फैला हुआ है, जिसमें ब्राजील का हिस्सा सबसे बड़ा है, और यह जैव विविधता के मामले में विश्व का सबसे समृद्ध पारिस्थितिकी तंत्र माना जाता है। हालांकि लोकप्रिय धारणा में कई बार यह प्रतिशत बहुत अधिक (50% तक) बताया जाता है, लेकिन वैज्ञानिक अध्ययन बताते हैं कि यह आंकड़ा वास्तव में लगभग 20 प्रतिशत के आसपास है, क्योंकि समुद्री शैवाल व फाइटोप्लांकटन भी वायुमंडलीय ऑक्सीजन के बड़े स्रोत हैं। अमेज़न वनों की अंधाधुंध कटाई पिछले कुछ दशकों में एक गंभीर पर्यावरणीय चिंता का विषय बनी हुई है क्योंकि इससे न केवल ऑक्सीजन उत्पादन बल्कि वैश्विक जलवायु संतुलन पर भी प्रतिकूल प्रभाव पड़ता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राष्ट्रीय उष्ट्र अनुसंधान केन्द्र स्थित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अविकानगर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बीकानेर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अविकानगर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ऊंटों के संरक्षण और अनुसंधान को बढ़ावा देने के लिए 'राष्ट्रीय उष्ट्र (ऊंट) अनुसंधान केंद्र' राजस्थान के बीकानेर जिले के जोहड़बीड़ नामक स्थान पर स्थित है। बीकानेर को राजस्थान में ऊंटों की राजधानी भी कहा जाता है क्योंकि यहाँ ऊंटों की नस्ल सुधार, प्रजनन, बीमारियों के अनुसंधान और ऊंटनी के दूध के उपयोग जैसे विषयों पर वैज्ञानिक शोध किया जाता है। राजस्थान भारत में ऊंटों की सबसे अधिक जनसंख्या वाला राज्य है, हालांकि पिछले कुछ वर्षों में जलवायु परिवर्तन और उपयोगिता घटने के कारण ऊंटों की संख्या में लगातार कमी देखी जा रही है, जिसके चलते राज्य सरकार ने ऊंट को 'राज्य पशु' घोषित करके उसके संरक्षण के लिए विशेष प्रयास भी किए हैं। अविकानगर (टोंक) भेड़ अनुसंधान के लिए प्रसिद्ध है, जोधपुर और अजमेर में अन्य कृषि/पशु संबंधी संस्थान हैं लेकिन ऊंट अनुसंधान केंद्र यहाँ स्थित नहीं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इनमें से कौन सा समूह मिलेट्स (श्रीअन्न) फसलों का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बाजरा, मक्का, कोदो, ज्वार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रागी, बाजरा, कोदो, मूँग</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कोदो, बाजरा, मक्का, कांगनी</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ज्वार, कोदो, कांगनी, 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ज्वार, कोदो, कांगनी, 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बाजरा, मक्का, कोदो, ज्वार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रागी, बाजरा, कोदो, मूँग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 बाजरा, मक्का, कांगनी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मिलेट्स (मोटे अनाज या 'श्रीअन्न') की श्रेणी में ज्वार, बाजरा, रागी, कोदो, कांगनी, सावां आदि जैसे अनाज शामिल किए जाते हैं, जो पोषण से भरपूर होने के साथ-साथ कम पानी और शुष्क जलवायु में भी आसानी से उगाए जा सकते हैं। विकल्प (D) में दिए गए ज्वार, कोदो, कांगनी और रागी सभी सही मिलेट फसलें हैं, इसलिए यही सही उत्तर है। ध्यान देने वाली बात यह है कि मक्का और मूंग (दलहन) मिलेट्स की श्रेणी में नहीं आते - मक्का को अनाज तो माना जाता है लेकिन यह मोटे अनाज (मिलेट) की श्रेणी में शामिल नहीं किया जाता, और मूंग एक दलहनी फसल है, अनाज नहीं। इसीलिए विकल्प (A), (B) और (C) में मक्का या मूंग के शामिल होने के कारण ये गलत हो जाते हैं। भारत सरकार ने वर्ष 2023 को 'अंतरराष्ट्रीय मिलेट्स वर्ष' के रूप में मनाया था और मोटे अनाजों को 'श्रीअन्न' नाम देकर बढ़ावा दिया जा रहा है क्योंकि ये स्वास्थ्य और पर्यावरण दोनों के लिए लाभदायक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किस कंपनी की स्थापना राजस्थान सरकार द्वारा 21वीं शताब्दी में सूचना प्रौद्योगिकी (IT) कौशल को विकसित करने के उद्देश्य से की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नोलेज कंपनी लिमिटेड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टेक्नोलॉजी प्राइवेट लिमिटेड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नोलेज कॉर्पोरेशन लिमिटेड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टेक्नोलॉजी कॉर्पोरेशन लिमिटेड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राजस्थान नोलेज कॉर्पोरेशन लिमिटेड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नोलेज कंपनी लिमिटेड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टेक्नोलॉजी प्राइवेट लिमिटेड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टेक्नोलॉजी कॉर्पोरेशन लिमिटेड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राजस्थान में डिजिटल साक्षरता (जैसे RS-CIT कोर्स) और सूचना प्रौद्योगिकी कौशल को बढ़ावा देने के लिए राजस्थान सरकार द्वारा 'राजस्थान नॉलेज कॉर्पोरेशन लिमिटेड' (RKCL) की स्थापना की गई थी। यह कंपनी राज्य के युवाओं और आम नागरिकों को कंप्यूटर व डिजिटल कौशल में प्रशिक्षित करने के लिए विभिन्न प्रमाणपत्र पाठ्यक्रम संचालित करती है, जिनमें RS-CIT (Rajasthan State Certificate Course in Information Technology) सबसे लोकप्रिय और व्यापक रूप से पहचाना जाने वाला कोर्स है। RKCL की स्थापना इसलिए महत्वपूर्ण मानी जाती है क्योंकि इससे राज्य में डिजिटल साक्षरता दर बढ़ाने और सरकारी सेवाओं के डिजिटलीकरण को गति देने में मदद मिली है, विशेषकर ग्रामीण क्षेत्रों में जहाँ कंप्यूटर शिक्षा की पहुंच सीमित थी। विकल्प (A), (B) और (D) में दी गई कंपनियों के नाम वास्तविक संस्था के नाम से मिलते-जुलते जरूर हैं, लेकिन ये सही आधिकारिक नाम नहीं हैं, इसलिए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विधानसभा द्वारा 2023 में पारित एक विधेयक द्वारा दूसरा राजस्थान पशु चिकित्सा और पशु विज्ञान विश्वविद्यालय कहाँ स्थापित किया जाएगा?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गंगानगर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जोबनेर 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अजमेर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जोबनेर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गंगानगर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अजमेर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राजस्थान का पहला पशु चिकित्सा एवं पशु विज्ञान विश्वविद्यालय बीकानेर में स्थापित है, और वर्ष 2023 में राजस्थान विधानसभा द्वारा पारित एक विधेयक के माध्यम से राज्य का दूसरा पशु चिकित्सा और पशु विज्ञान विश्वविद्यालय जयपुर जिले के जोबनेर कस्बे में स्थापित करने का प्रावधान किया गया। जोबनेर पहले से ही कृषि शिक्षा और अनुसंधान के क्षेत्र में जाना जाता है क्योंकि यहाँ श्री कर्ण नरेंद्र कृषि विश्वविद्यालय पहले से स्थित है, इसलिए यहां एक और विशेषज्ञ विश्वविद्यालय स्थापित करना शैक्षणिक बुनियादी ढांचे के दृष्टिकोण से उपयुक्त निर्णय माना गया। इस नए विश्वविद्यालय की स्थापना का उद्देश्य राज्य में पशुपालन क्षेत्र में तकनीकी शिक्षा और अनुसंधान को और अधिक सुदृढ़ बनाना है, क्योंकि राजस्थान पशुधन के मामले में देश के अग्रणी राज्यों में गिना जाता है। गंगानगर, अजमेर और जोधपुर में यह नया विश्वविद्यालय स्थापित नहीं किया गया,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इनमें से कौन सा प्राकृतिक संसाधन गैर-नवीकरणीय संसाधन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इमारती लकड़ी (टिम्बर)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जीवाश्म ईंधन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 ऊर्जा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पवन ऊर्जा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जीवाश्म ईंधन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इमारती लकड़ी (टिम्बर)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ऊर्जा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पवन ऊर्जा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कोयला, पेट्रोलियम और प्राकृतिक गैस जैसे जीवाश्म ईंधन (Fossil Fuels) 'गैर-नवीकरणीय' (Non-Renewable) संसाधन हैं, क्योंकि ये लाखों वर्षों की भूवैज्ञानिक प्रक्रिया से बनते हैं और एक बार खत्म हो जाने पर इन्हें तुरंत पुनः प्राप्त नहीं किया जा सकता, इसलिए इनका उपयोग बहुत सीमित और सावधानी से करना जरूरी है। इसके विपरीत इमारती लकड़ी, सौर ऊर्जा और पवन ऊर्जा तीनों 'नवीकरणीय' (Renewable) संसाधन माने जाते हैं - पेड़-पौधों को दोबारा उगाया जा सकता है इसलिए लकड़ी नवीकरणीय है, सूर्य की किरणें और हवा प्रकृति में लगातार और असीमित रूप से उपलब्ध रहती हैं, इसलिए इनसे प्राप्त ऊर्जा भी नवीकरणीय मानी जाती है। आज विश्वभर में जीवाश्म ईंधनों पर निर्भरता कम करके सौर, पवन जैसे नवीकरणीय ऊर्जा स्रोतों को बढ़ावा दिया जा रहा है, ताकि पर्यावरण प्रदूषण कम हो और ऊर्जा सुरक्षा भी बनी रहे।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कथन: क्या ट्रेनों में सभी डीजल इंजनों को विद्युत इंजनों से बदल देना चाहिये? तर्क: I. हाँ, डीजल इंजन के कारण बहुत प्रदूषण होता है। II. नहीं, भारत घरेलू आवश्यकता को पूरी करने के लिये भी पर्याप्त बिजली का उत्पादन नहीं करता।</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तर्क I और ना ही तर्क II मजबूत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दोनों तर्क मजबूत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तर्क II मजबूत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तर्क I मजबूत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तर्क I मजबूत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तर्क I और ना ही तर्क II मजबूत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 तर्क मजबूत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तर्क II मजबूत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यानी केवल तर्क I मजबूत है। तर्क I मजबूत माना गया क्योंकि पर्यावरण और प्रदूषण नियंत्रण के दृष्टिकोण से डीजल इंजनों को हटाना एक अत्यंत ठोस और प्रासंगिक तर्क है, क्योंकि डीजल इंजन से निकलने वाला धुआं वायु प्रदूषण का एक बड़ा स्रोत है और इसका सीधा असर स्वास्थ्य व जलवायु पर पड़ता है। वहीं तर्क II तथ्यात्मक रूप से कमजोर माना गया क्योंकि भारत अब बिजली उत्पादन के मामले में काफी हद तक आत्मनिर्भर हो चुका है और घरेलू आवश्यकताओं को पूरा करने के साथ-साथ अतिरिक्त बिजली का भी उत्पादन कर पा रहा है, इसलिए यह तर्क वर्तमान परिस्थितियों में सही नहीं ठहरता। तार्किक तर्कशक्ति (Logical Reasoning) के ऐसे प्रश्नों में यह ध्यान रखना जरूरी है कि तर्क सामान्यतः स्वीकृत तथ्यों और व्यावहारिक स्थिति पर आधारित हो, केवल भावनात्मक या अतिरंजित बयान मजबूत तर्क नहीं माने जाते।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कथन: यदि इस पूरे माह में वर्षा नहीं हुई, तो इस वर्ष अधिकांश किसान संकट में पड़ जायेंगे। पूर्वधारणायें: I. खेती के लिए समय पर वर्षा आवश्यक है। II. आमतौर पर ज्यादातर किसान बारिश पर निर्भर रहते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 तो पूर्वधारणा I और ना ही पूर्वधारणा II अंतर्निहित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दोनों पूर्वधारणायें अंतर्निहित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पूर्वधारणा II अंतर्निहित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पूर्वधारणा I अंतर्निहित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दोनों पूर्वधारणायें अंतर्निहित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पूर्वधारणा I और ना ही पूर्वधारणा II अंतर्निहित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पूर्वधारणा II अंतर्निहित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पूर्वधारणा I अंतर्निहित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दोनों पूर्वधारणाएं अंतर्निहित हैं। यह कथन स्पष्ट रूप से यह मानकर चलता है कि खेती के लिए समय पर बारिश बहुत जरूरी है (पूर्वधारणा I), क्योंकि तभी वर्षा न होने पर संकट पैदा होने की बात कही गई है - अगर वर्षा का खेती से कोई संबंध ही न माना जाता, तो यह कथन बनता ही नहीं। इसी तरह यह कथन यह भी मानकर चलता है कि भारत के अधिकांश किसान सिंचाई के लिए बारिश पर निर्भर हैं (पूर्वधारणा II), तभी तो बारिश न होने से 'अधिकांश किसानों' के संकट में पड़ने की बात कही जा सकती है। तार्किक तर्कशक्ति में 'पूर्वधारणा' (Assumption) का अर्थ है वह अनकही बात जो कथन के सही होने के लिए जरूरी मानी जाती है, इसलिए किसी कथन के पीछे छिपी दोनों बुनियादी मान्यताओं की पहचान करना इस तरह के प्रश्नों को हल करने की कुंजी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कथन: मौसम विभाग ने अगले वर्ष के मानसून के दौरान कम वर्षा का अनुमान लगाते हुये एक अधिसूचना जारी की है। कार्यवाहियाँ: I. सरकार को प्रभावित क्षेत्रों में जल उपलब्ध कराने के लिये प्रबंध करना चाहिये। II. संभावना को देखते हुये किसानों को तैयार रहने के लिये सलाह देनी चाहिये।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 तो I और ना ही II अनुसरण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तथा II दोनों अनुसरण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II अनुसरण करती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I अनुसरण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I तथा II दोनों अनुसरण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 तो I और ना ही II अनुसरण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II अनुसरण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I अनुसरण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दोनों कार्यवाहियां तर्कसंगत रूप से अनुसरण करती हैं। जब मौसम विभाग द्वारा कम वर्षा का पूर्वानुमान जारी किया जाता है, तो यह स्वाभाविक और व्यावहारिक कदम है कि सरकार पहले से ही प्रभावित हो सकने वाले क्षेत्रों में जल आपूर्ति के वैकल्पिक प्रबंध शुरू कर दे, ताकि बाद में जल संकट न बढ़े (कार्यवाही I)। इसी तरह यह भी उचित कार्यवाही है कि किसानों को समय रहते सलाह दी जाए ताकि वे अपनी फसल और सिंचाई की योजना उसी अनुसार बना सकें, जैसे कम पानी वाली फसलें चुनना या वैकल्पिक सिंचाई के साधन तैयार रखना (कार्यवाही II)। तार्किक तर्कशक्ति में 'कार्यवाही' (Course of Action) से तात्पर्य ऐसे व्यावहारिक और तात्कालिक कदमों से है जो किसी समस्या या स्थिति के समाधान के लिए उठाए जा सकते हैं, इसलिए दोनों ही कार्यवाहियां इस अधिसूचना के तार्किक और व्यावहारिक परिणाम के रूप में स्वीकार्य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कथन: पद ग्रहण करने के बाद, म्युनिसिपल आयुक्त ने नगर "A" के नागरिकों से कहा - "मेरा सर्वप्रथम एवं प्रमुख कार्य इस नगर को इन्दौर की तरह सुन्दर बनाना है।" निष्कर्ष: I. नगर "A" के नागरिक अपने नगर की वर्तमान दशा के बारे में जागरूक नहीं हैं। II. आयुक्त इंदौर में कार्य कर चुके हैं और शहरों के सौंदर्यकरण में उनका अच्छा अनुभव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 तो निष्कर्ष I और ना ही निष्कर्ष II अनुसरण करता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दोनों निष्कर्ष अनुसरण करते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निष्कर्ष II अनुसरण करता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निष्कर्ष I अनुसरण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 तो निष्कर्ष I और ना ही निष्कर्ष II अनुसरण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 निष्कर्ष अनुसरण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निष्कर्ष II अनुसरण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निष्कर्ष I अनुसरण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यानी दोनों में से कोई भी निष्कर्ष कथन से तार्किक रूप से नहीं निकलता। आयुक्त का कथन केवल इतना बताता है कि उन्होंने इंदौर को एक आदर्श (मॉडल) के रूप में प्रस्तुत किया है, इससे यह निष्कर्ष निकालना गलत होगा कि नगर 'A' के नागरिक अपने शहर की मौजूदा हालत से अनजान हैं, क्योंकि आयुक्त का बयान नागरिकों की जागरूकता के बारे में कुछ नहीं बताता (निष्कर्ष I निराधार)। इसी तरह यह कथन यह भी सिद्ध नहीं करता कि आयुक्त पहले इंदौर में काम कर चुके हैं या उन्हें सौंदर्यकरण का पूर्व अनुभव है - हो सकता है उन्होंने केवल इंदौर के बारे में सुना या पढ़ा हो और उसे एक उदाहरण के तौर पर पेश किया हो (निष्कर्ष II भी निराधार)। तार्किक तर्कशक्ति में निष्कर्ष निकालते समय केवल वही बात माननी चाहिए जो कथन में प्रत्यक्ष रूप से कही गई हो, अतिरिक्त अनुमान या कल्पना पर आधारित निष्कर्ष सही नहीं माने जाते।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अनुक्रम का अगला पद है: A^3/2 B2, C^9/2 F18, E^15/2 J50, G^21/2 N98,?</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H^29/2 S172</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H^27/2 R182</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I^27/2 R162</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I^29/2 R172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I^27/2 R162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H^29/2 S172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H^27/2 R182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I^29/2 R172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अर्थात अगला पद I^27/2 R162 होगा। इस अनुक्रम में दो अलग-अलग पैटर्न काम कर रहे हैं। पहले अक्षरों का क्रम देखें तो A(1), C(3), E(5), G(7) है, जो हर बार 2 अक्षर आगे बढ़ता है, इसलिए अगला अक्षर I(9) होगा। इसी तरह घातांक (पावर) का क्रम 3/2, 9/2, 15/2, 21/2 है, जो हर बार 6/2 यानी 3 बढ़ता है, इसलिए अगला घातांक 27/2 होगा। दूसरे भाग में अक्षरों का क्रम B(2), F(6), J(10), N(14) है जो हर बार 4 अक्षर आगे बढ़ता है, इसलिए अगला अक्षर R(18) होगा। इसके साथ आने वाली संख्याएं 2(2×1²), 18(2×3²), 50(2×5²), 98(2×7²) के पैटर्न में हैं, जो विषम संख्याओं (1,3,5,7) के वर्ग का दोगुना दर्शाती हैं, इसलिए अगली संख्या 2×9² = 162 होगी। इस तरह अगला पद I^27/2 R162 बनता है, जो विकल्प (C) से मेल 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निश्चित कूट भाषा में, ABONDONMENT को DNOBAOTNEMN लिखा जाता है और ESTABLISHED को BATSELDSHI लिखा जाता है, तो उसी कूट भाषा में GERMINATION को कैसे लिखा जायेगा?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NMEGRONTIAG</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GOERGONITAN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IMERGNONITA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IMREGNNOITA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IMREGNNOITA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NMEGRONTIAG</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GOERGONITAN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IMERGNONITA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इस कूट भाषा में 11 अक्षरों वाले शब्द को 5-1-5 के पैटर्न में बांटा जाता है - शब्द के पहले 5 अक्षरों को उल्टा (रिवर्स) कर दिया जाता है, बीच का (छठा) अक्षर वैसे का वैसा रहता है, और अंतिम 5 अक्षरों को भी उल्टा कर दिया जाता है। इस नियम की पुष्टि दिए गए उदाहरणों से होती है - जैसे GERMI-N-ATION को IMREG-N-NOITA के रूप में लिखा जाता है, जहाँ पहले 5 अक्षर GERMI को उल्टा करने पर IMREG बनता है, बीच का अक्षर N वैसा ही रहता है, और अंतिम 5 अक्षर ATION को उल्टा करने पर NOITA बनता है। इस तरह पूरा कूट शब्द बनता है IMREGNNOITA, जो विकल्प (D) से मेल खाता है। इस तरह के कूट भाषा (Coding-Decoding) प्रश्नों को हल करने के लिए सबसे पहले अक्षरों की कुल संख्या गिनकर यह पता लगाना जरूरी है कि शब्द कितने हिस्सों में बांटा जा रहा है और हर हिस्से पर क्या नियम लागू हो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परिवार में आठ सदस्य हैं। E, F और G की माता है। A, E का जंवाई है। C, G की पुत्री है। D, C का नाना है। D के एक पुत्र और एक पुत्री है। H, G की भाभी है। B, F की भानजी है। F, A से किस प्रकार सम्बन्धित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भाभी/ननद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बहन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जीजा/साला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जीजा/साला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भाभी/ननद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बहन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इस पारिवारिक पहेली को चरणबद्ध तरीके से हल करने पर पता चलता है कि E, F और G की माता है, यानी F और G, E की संतानें हैं। A, E का जंवाई (दामाद) है, यानी A का विवाह E की किसी पुत्री से हुआ है। C, G की पुत्री है और D, C का नाना है, इसका अर्थ है D, G का पिता है और E की पत्नी या पति है। D के एक पुत्र और एक पुत्री है, जो F और G ही हैं। इन सभी संबंधों को जोड़ने पर स्पष्ट होता है कि F, G का भाई है और A का विवाह परिवार की किसी पुत्री (जो F/G की बहन है) से हुआ है, जिससे F और A के बीच 'साला-जीजा' (Brother-in-law) का रिश्ता बनता है। पारिवारिक संबंध (Blood Relations) के प्रश्नों में सबसे कारगर तरीका है कि एक वंशवृक्ष (Family Tree) बनाकर हर व्यक्ति को उसकी सही जगह पर रखा जाए, इससे जटिल पहेलियां भी आसानी से हल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पाँच लड़कियाँ एक मैदान में एक निश्चित दूरी पर खड़ी हुई हैं। रेखा और बीना एक-दूसरे से 18 मी. दूर हैं। वीना, रेखा और बीना के बीच में कहीं पर खड़ी है। पिंकी, रेखा से 5 मीटर उत्तर दिशा में खड़ी है। रेखा, वीना से 12 मीटर पश्चिम दिशा में है। यामिनी, बीना से 8 मीटर दक्षिण दिशा की ओर खड़ी है। पिंकी और यामिनी में न्यूनतम दूरी क्या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33 मीटर</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 मीटर</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23 मीटर</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13 मीटर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23 मीटर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33 मीटर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 मीटर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13 मीटर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इस दिशा-दूरी (Direction Sense) प्रश्न को हल करने के लिए सबसे पहले रेखा को मूल बिंदु मानकर एक काल्पनिक निर्देशांक तल पर सभी लड़कियों की स्थिति अंकित करनी होती है। रेखा और बीना के बीच क्षैतिज (क्षितिज रेखा पर) कुल दूरी 18 मीटर है, और रेखा, वीना से 12 मीटर पश्चिम में है (वीना, रेखा से 12 मीटर पूर्व में), जिससे शेष दूरी यानी वीना से बीना तक 6 मीटर बचती है। पिंकी, रेखा से 5 मीटर उत्तर में खड़ी है और यामिनी, बीना से 8 मीटर दक्षिण में खड़ी है। इन सभी बिंदुओं को निर्देशांक तल पर अंकित करके पाइथागोरस प्रमेय की मदद से पिंकी और यामिनी के बीच की न्यूनतम सीधी दूरी निकाली जाती है, जो गणना करने पर लगभग 23 मीटर आती है। इस तरह के प्रश्नों में सटीक चित्र बनाना और दिशाओं को सही ढंग से चिह्नित करना ही हल निकालने की कुंजी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सात व्यक्ति P, Q, R, S, T, U और V एक पंक्ति में बैठे हुये हैं। T और U के मध्य एक व्यक्ति है। V, P के एकदम दायीं ओर है। Q, U के एकदम बायीं ओर है। S और P के मध्य एक व्यक्ति है। S, V का पड़ोसी नहीं है। V और U के मध्य दो व्यक्ति हैं। R, P के एकदम बायीं ओर है। कौन सा व्यक्ति पंक्ति के बिलकुल मध्य में बैठा हुआ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Q</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T</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P</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V</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Q</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P</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इस बैठक व्यवस्था (Seating Arrangement) की पहेली को सभी दी गई शर्तों को क्रमबद्ध रूप से लागू करके हल करने पर व्यवस्था इस प्रकार बनती है - R, P, V, T, Q, U (बाएं से दाएं क्रम में, जहाँ बीच में एक और स्थान शेष व्यक्ति S के लिए तय होता है)। सभी शर्तों को एक-एक करके पूरा करने पर - V, P के ठीक दायीं ओर, Q, U के ठीक बायीं ओर, R, P के ठीक बायीं ओर, T और U के बीच एक व्यक्ति, S और P के बीच एक व्यक्ति, S किसी भी छोर पर V का पड़ोसी नहीं, और V-U के बीच दो व्यक्ति - इन सभी शर्तों का एक साथ पालन करने वाली एकमात्र संभव व्यवस्था में सातों व्यक्तियों की इस पंक्ति में बिल्कुल मध्य (चौथे) स्थान पर V बैठा हुआ पाया जाता है। इस तरह के बैठक व्यवस्था प्रश्नों में हर शर्त को एक-एक करके लागू करते हुए क्रमिक रूप से स्थान तय करना ही सबसे सटीक 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दर्पण में बड़े अक्षरों वाली अंग्रेजी वर्णमाला के व्यंजनों के प्रतिबिम्बों का अवलोकन किया जाता है। इनमें से उन प्रतिबिम्बों की संख्या कितनी है जो अपनी मूल आकृति के समान दिखाई देते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अंग्रेजी वर्णमाला के कुल 21 व्यंजनों (Consonants) में से केवल 7 ऐसे व्यंजन हैं - H, M, T, V, W, X, Y - जो लंबवत (Vertical) रूप से सममित होते हैं, यानी इन्हें दर्पण में देखने पर इनकी बनावट बिल्कुल अपनी मूल आकृति जैसी ही दिखाई देती है, इसमें कोई परिवर्तन नहीं आता। यह इसलिए होता है क्योंकि ये अक्षर बीच से बिल्कुल बराबर दो हिस्सों में बंटे होते हैं (एक तरफ का आधा भाग दूसरी तरफ के आधे भाग की हूबहू नकल होता है), और दर्पण केवल बाएं-दाएं पक्ष को पलटता है, ऊपर-नीचे को नहीं। इसके विपरीत B, C, D, E जैसे अक्षर दर्पण में बिल्कुल अलग या उल्टे दिखाई देते हैं क्योंकि इनकी बनावट में यह सममिति (Symmetry) मौजूद नहीं होती। दर्पण प्रतिबिंब (Mirror Image) से जुड़े प्रश्नों में हर अक्षर की बनावट को ध्यान से समझना और सममित अक्षरों को याद रखना बहुत उपयोगी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64 छोटे घनों से एक ठोस घन बनाया गया है। कितने 'छोटे' घन किसी भी परिस्थिति में नहीं दिखाई देंगे?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जब 64 छोटे घनों को जोड़कर एक बड़ा ठोस घन बनाया जाता है, तो यह वास्तव में 4×4×4 (चूंकि 4³=64) आकार का घन होता है, यानी घन की प्रत्येक भुजा पर 4 छोटे घन होते हैं। ऐसे घन में जो छोटे घन पूरी तरह से बाहरी सतह के भीतर छिपे होते हैं (जिन्हें किसी भी दिशा से देखने पर बाहर से नहीं देखा जा सकता), उनकी संख्या निकालने का सूत्र है (n-2)³, जहाँ n घन की एक भुजा पर मौजूद छोटे घनों की संख्या है। यहाँ n=4 है, इसलिए अदृश्य घनों की संख्या (4-2)³ = 2³ = 8 होगी। यह इसलिए होता है क्योंकि बाहरी परत (जो हर दिशा से एक-एक घन मोटी होती है) को हटा देने पर बचे हुए आंतरिक घन ही ऐसे होते हैं जो किसी भी कोण से बाहर से दिखाई नहीं देते। इस तरह के त्रि-आयामी (3D) आकृति से जुड़े प्रश्नों में यह सूत्र याद रखना बहुत उपयोगी साबित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विद्यालय के तीन विद्यार्थी A, B और C एक प्रतिस्पर्धा में 3: 4: 5 के अनुपात में नगद पुरस्कार प्राप्त करते हैं। इसके बाद विद्यालय के प्राचार्य प्रत्येक विद्यार्थी को ₹4,000 देते हैं। परिणामस्वरूप अब A, B और C के नगद पुरस्कार का अनुपात 5: 6: 7 हो जाता है। B को प्रतिस्पर्धा में कितनी राशि मिली?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₹12,000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₹10,000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₹8,000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₹6,000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₹8,000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₹12,000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₹6,000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माना शुरुआती राशियां 3x, 4x और 5x हैं। हर विद्यार्थी को ₹4,000 अतिरिक्त मिलने के बाद नया अनुपात 5:6:7 हो जाता है, यानी (3x+4000):(4x+4000):(5x+4000) = 5:6:7। पहले दो पदों की तुलना करने पर 6(3x+4000) = 5(4x+4000), जिसे हल करने पर 18x+24000 = 20x+20000, अर्थात 2x = 4000, यानी x = 2000। इस तरह प्रत्येक 'इकाई' में 2 इकाई की वृद्धि (अनुपात में) ₹4000 के बराबर है, इसलिए 1 इकाई = ₹2000। इसलिए B का प्रारंभिक हिस्सा जो 4x था, वह 4×2000 = ₹8,000 बनता है। इस तरह के अनुपात-समानुपात (Ratio-Proportion) प्रश्नों में समीकरण बनाकर चरणबद्ध तरीके से हल करना ही सबसे सटीक और तेज़ तरीका होता है, इससे गणना में गलती की संभावना भी कम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एक विद्यार्थी ने किसी संख्या को 5/3 के बजाय 3/5 से गुणा कर दिया। इस गणना में प्रतिशत त्रुटि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64%</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64%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इस प्रकार के प्रतिशत त्रुटि (Percentage Error) से जुड़े प्रश्नों को हल करने के लिए एक सरल सूत्र है - प्रतिशत त्रुटि = [(सही मान - गलत मान) / सही मान] × 100। यहाँ सही मान 5/3 है और गलत मान 3/5 है। दोनों का अंतर निकालने पर (5/3 - 3/5) = (25-9)/15 = 16/15 प्राप्त होता है। अब प्रतिशत त्रुटि = (16/15) ÷ (5/3) × 100 = (16/15) × (3/5) × 100 = (48/75) × 100 = 64% प्राप्त होता है। इस तरह की समस्याओं में विद्यार्थियों को अक्सर यह भ्रम होता है कि त्रुटि गलत मान के आधार पर निकाली जाए, जबकि सही तरीका यह है कि त्रुटि हमेशा 'सही मान' के सापेक्ष निकाली जानी चाहिए, क्योंकि सही मान ही मानक (Reference) होता है जिसकी तुलना में विचलन मापा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400 लड़कों के एक समूह में हर लड़का क्रिकेट, हॉकी और फुटबॉल में से कम से कम एक खेल खेलता है। 185 क्रिकेट, 165 हॉकी और 160 फुटबॉल खेलते हैं। 40 लड़के केवल क्रिकेट और फुटबॉल खेलते हैं। 20 लड़के केवल हॉकी और क्रिकेट खेलते हैं। 10 लड़के केवल हॉकी और फुटबॉल खेलते हैं। कितने लड़के सभी तीनों खेल खेलते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इस प्रश्न को सेट सिद्धांत (Set Theory) के सूत्र से हल किया जाता है - कुल = क्रिकेट + हॉकी + फुटबॉल - (केवल क्रिकेट-फुटबॉल) - (केवल हॉकी-क्रिकेट) - (केवल हॉकी-फुटबॉल) - 2×(तीनों खेलने वाले) + (तीनों खेलने वाले), जिसे सरल करने पर बनता है - 400 = 185+165+160-(20+x)-(10+x)-(40+x)+x, जहाँ x तीनों खेल खेलने वालों की संख्या है। इसे हल करने पर 400 = 510 - 70 - 2x + x = 440 - x, जिससे x = 40 प्राप्त होता है। ध्यान देने योग्य बात यह है कि प्रश्न में जो 40, 20, 10 की संख्याएं दी गई हैं, वे 'केवल दो-दो खेल' खेलने वालों की संख्या हैं, इसलिए वेन आरेख (Venn Diagram) बनाकर हर भाग को अलग-अलग चिह्नित करते हुए हल करने पर तीनों खेल खेलने वाले लड़कों की सही संख्या 20 प्राप्त होती है। ऐसे सेट-आधारित प्रश्नों में वेन आरेख बनाना गलतियों से बचने का सबसे भरोसेमंद 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S एक वृत्त के अन्तर्निहित वर्ग के क्षेत्रफल को प्रदर्शित करता है और T इसी वृत्त के अन्तर्निहित समबाहु त्रिभुज के क्षेत्रफल को प्रदर्शित करता है, तो निम्नलिखित में से कौन सा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3√3 T = 8 S</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3√3 T = 4 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 T = 3√3 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 T = 3√3 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8 T = 3√3 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3√3 T = 8 S</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3√3 T = 4 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 T = 3√3 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यदि वृत्त की त्रिज्या R है, तो वृत्त में अंतर्निहित वर्ग का विकर्ण वृत्त के व्यास (2R) के बराबर होता है, जिससे वर्ग की भुजा = 2R/√2 = R√2 बनती है, और वर्ग का क्षेत्रफल S = (R√2)² = 2R² प्राप्त होता है। इसी तरह वृत्त में अंतर्निहित समबाहु त्रिभुज की भुजा की लंबाई R√3 होती है, जिससे त्रिभुज का क्षेत्रफल T = (√3/4) × (R√3)² = (√3/4) × 3R² = (3√3/4)R² प्राप्त होता है। अब चूंकि S = 2R², इसलिए R² = S/2 होगा। इस मान को T के सूत्र में रखने पर T = (3√3/4) × (S/2) = (3√3/8)S प्राप्त होता है, जिसे पुनर्व्यवस्थित करने पर 8T = 3√3 S बनता है, जो विकल्प (D) से पूरी तरह मेल खाता है। इस तरह के ज्यामितीय प्रश्नों में मूल त्रिज्या R के पदों में दोनों आकृतियों के क्षेत्रफल निकालकर उनके बीच संबंध स्थापित करना सबसे विश्वसनीय 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 सारणी में चार बल्लेबाजों द्वारा एक टेस्ट मैच की दोनों पारियों में बनाये गये रनों को दर्शाया गया है। इस टेस्ट मैच में सबसे तेज रन बनाने वाला कौन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P</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Q</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R</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Q</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P</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R</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किसी बल्लेबाज की 'तेज़ी' निर्धारित करने के लिए स्ट्राइक रेट (Strike Rate) की गणना की जाती है, जिसका सूत्र है - (कुल बनाए गए रन ÷ कुल खेली गई गेंदें) × 100। दी गई सारणी के अनुसार चारों बल्लेबाजों के आंकड़ों की तुलना करने पर बल्लेबाज P का स्ट्राइक रेट लगभग 135/245 यानी लगभग 55%, बल्लेबाज Q का स्ट्राइक रेट 55/97 यानी लगभग 56.7%, बल्लेबाज R का स्ट्राइक रेट 75/175 यानी लगभग 42.8%, और बल्लेबाज S का स्ट्राइक रेट 50/105 यानी लगभग 47.6% निकलता है। इन सभी स्ट्राइक रेट की तुलना करने पर बल्लेबाज Q का स्ट्राइक रेट सबसे अधिक (लगभग 56.7%) पाया जाता है, इसलिए Q को इस टेस्ट मैच का सबसे तेज़ रन बनाने वाला बल्लेबाज माना जाएगा। क्रिकेट सांख्यिकी से जुड़े ऐसे आंकड़ा-आधारित प्रश्नों में हमेशा स्ट्राइक रेट के सटीक सूत्र का प्रयोग कर तुलना करनी चाहिए, न कि केवल कुल रनों के आधार पर निष्कर्ष निकालना चाहिए क्योंकि अधिक रन बनाने वाला बल्लेबाज जरूरी नहीं कि सबसे तेज़ भी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यदि निम्न बंटन की माध्यिका A और बहुलक B सम्बन्ध 7(B - A) = 9C को संतुष्ट करते हैं, तो C का मान ज्ञात कीजिये: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दी गई सांख्यिकीय बंटन तालिका से गणना करने पर माध्यिका (Median) A का मान लगभग 450/7 और बहुलक (Mode) B का मान 72 प्राप्त होता है। इन मानों को दिए गए संबंध 7(B - A) = 9C में रखने पर, 7B - 7A = 9C बनता है, यानी 7(72) - 7(450/7) = 9C, जिसे सरल करने पर 504 - 450 = 9C, अर्थात 54 = 9C प्राप्त होता है। इस समीकरण को हल करने पर C = 54/9 = 6 प्राप्त होता है, जो विकल्प (D) से मेल खाता है। सांख्यिकी में माध्यिका किसी क्रमबद्ध आंकड़ों के समूह का मध्य मान होता है, जबकि बहुलक वह मान है जो आंकड़ों में सबसे अधिक बार आता है - इन दोनों की सही गणना करना ऐसे संयुक्त प्रश्नों को हल करने के लिए बुनियादी शर्त है, इसलिए माध्यिका और बहुलक की गणना विधि को स्पष्ट रूप से समझना जरूरी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मूलधन का 2/3 भाग 10% प्रति वर्ष चक्रवृद्धि ब्याज की दर पर बैंक में जमा किया जाता है और शेष बचे मूलधन को 15% प्रति वर्ष साधारण ब्याज की दर से डाकघर में जमा किया जाता है। यदि चक्रवृद्धि ब्याज और साधारण ब्याज में दो वर्षों के बाद अन्तर ₹480 हो, तो कुल मूलधन बराबर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₹16,000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₹12,000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₹10,000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₹8,000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₹12,000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₹16,000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₹8,000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माना कुल मूलधन P है। इसका 2/3 भाग यानी (2P/3) बैंक में 10% वार्षिक चक्रवृद्धि ब्याज दर पर 2 वर्ष के लिए जमा किया गया, जिस पर 2 वर्षों में चक्रवृद्धि ब्याज = (2P/3) × [(1.10)² - 1] = (2P/3) × 0.21 = 0.14P प्राप्त होता है। शेष बचा 1/3 भाग यानी (P/3) डाकघर में 15% वार्षिक साधारण ब्याज दर पर 2 वर्ष के लिए जमा किया गया, जिस पर ब्याज = (P/3) × 15 × 2/100 = 0.10P प्राप्त होता है। प्रश्नानुसार इन दोनों ब्याज राशियों का अंतर ₹480 है, इसलिए 0.14P - 0.10P = 480, अर्थात 0.04P = 480, जिससे P = 480/0.04 = ₹12,000 प्राप्त होता है। इस तरह के मिश्रित ब्याज प्रश्नों में मूलधन को दो भागों में बांटकर हर भाग पर अलग-अलग ब्याज गणना करना और अंत में दिए गए अंतर की शर्त लगाना ही सही 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चार संख्याओं के गुणनफल की 5 अथवा 10 से विभाजित होने की प्रायिकता ज्ञात कीजिये।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256/369</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369/625</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273/2500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256/625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369/625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256/369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273/2500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256/625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इस प्रायिकता (Probability) प्रश्न को हल करने के लिए विपरीत घटना (Complementary Event) की विधि अपनाई जाती है, यानी पहले यह निकाला जाता है कि गुणनफल के 5 से 'विभाजित न होने' की प्रायिकता कितनी है। किसी एक संख्या के 5 से विभाजित न होने की प्रायिकता 4/5 होती है (क्योंकि 0-9 में से 5,0 जैसी संख्याएं छोड़कर शेष 5 से विभाज्य नहीं होतीं, सरलीकृत रूप में), इसलिए चारों संख्याओं के गुणनफल के 5 से विभाजित न होने की प्रायिकता (4/5)⁴ = 256/625 प्राप्त होती है। अतः गुणनफल के 5 से विभाजित होने की प्रायिकता = 1 - 256/625 = 369/625 प्राप्त होती है। चूंकि जो संख्या 5 से विभाज्य है, उसमें से आधी संख्याएं 10 से भी विभाज्य होंगी ही (सम संख्या होने पर), इसलिए यहाँ 5 अथवा 10 से विभाज्य होने की कुल प्रायिकता भी यही 369/625 मानी गई है। इस तरह के प्रायिकता प्रश्नों में विपरीत घटना विधि का प्रयोग करना गणना को बहुत आसान बना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वन, पर्यावरण तथा जलवायु परिवर्तन विभाग द्वारा हाल ही में जारी की गई एक अधिसूचना के अनुसार राज्य में कितने वेट-लैण्ड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राजस्थान के वन एवं पर्यावरण विभाग की 2023 की अधिसूचना के अनुसार, राज्य के 19 जिलों में कुल 44 आर्द्रभूमियों (Wetlands) को आधिकारिक मान्यता प्रदान की गई है। आर्द्रभूमि (Wetland) ऐसे क्षेत्र होते हैं जहाँ जल स्थायी या अस्थायी रूप से भूमि की सतह पर या उसके निकट रहता है, जैसे झीलें, दलदल, तालाब और नदी के किनारे के क्षेत्र, और ये जैव विविधता के संरक्षण, भूजल पुनर्भरण तथा बाढ़ नियंत्रण में महत्वपूर्ण भूमिका निभाते हैं। राजस्थान जैसे शुष्क राज्य में आर्द्रभूमियों का संरक्षण विशेष रूप से महत्वपूर्ण माना जाता है क्योंकि ये प्रवासी पक्षियों के लिए भी महत्वपूर्ण आवास स्थल होती हैं, जैसे भरतपुर का केवलादेव राष्ट्रीय उद्यान। इन आर्द्रभूमियों को अधिसूचित करने का उद्देश्य इनके अतिक्रमण व प्रदूषण को रोकना और वैज्ञानिक प्रबंधन सुनिश्चित करना है।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"आर्टिफिशियल इंटेलिजेंस ऑफ थिंग्स इनोवेशन हब" की स्थापना कहाँ की जाएगी?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बीकानेर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जोधपुर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राजस्थान में तकनीकी नवाचारों को बढ़ावा देने के लिए 'आर्टिफिशियल इंटेलिजेंस ऑफ थिंग्स' (AIoT) इनोवेशन हब की स्थापना जोधपुर शहर में की जा रही है। AIoT यानी कृत्रिम बुद्धिमत्ता (AI) और इंटरनेट ऑफ थिंग्स (IoT) का संयुक्त रूप, जो स्मार्ट उपकरणों, सेंसरों और डेटा विश्लेषण की मदद से उद्योग, कृषि, स्वास्थ्य और शहरी प्रबंधन जैसे क्षेत्रों में आधुनिक तकनीकी समाधान उपलब्ध कराता है। जोधपुर को यह हब स्थापित करने के लिए चुना जाना इसलिए महत्वपूर्ण है क्योंकि यह पश्चिमी राजस्थान का एक प्रमुख शैक्षणिक और औद्योगिक केंद्र है, जहाँ IIT जोधपुर जैसे प्रतिष्ठित संस्थान भी स्थित हैं, जो तकनीकी अनुसंधान में सहयोग कर सकते हैं। इस तरह के इनोवेशन हब राज्य में स्टार्टअप संस्कृति और तकनीकी उद्यमिता को बढ़ावा देने के लिए महत्वपूर्ण माने जाते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बाघ संरक्षण प्राधिकरण ने राजस्थान में पाँचवें बाघ अभयारण्य का दर्जा, निम्न में से किस अभयारण्य को प्रदान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सोरसन-बैनार्ड अभयारण्य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हमीरगढ़-भीलवाड़ा अभयारण्य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धौलपुर-करौली अभयारण्य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नागपहाड़-अजमेर अभयारण्य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धौलपुर-करौली अभयारण्य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सोरसन-बैनार्ड अभयारण्य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हमीरगढ़-भीलवाड़ा अभयारण्य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नागपहाड़-अजमेर अभयारण्य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राष्ट्रीय बाघ संरक्षण प्राधिकरण (NTCA) ने अगस्त 2023 में 'धौलपुर-करौली अभयारण्य' को राजस्थान के पांचवें टाइगर रिजर्व (बाघ अभयारण्य) के रूप में मंजूरी प्रदान की। राजस्थान में इससे पहले सरिस्का (अलवर), रणथंभौर (सवाई माधोपुर), मुकुंदरा हिल्स (कोटा) और रामगढ़ विषधारी (बूंदी) पहले से ही बाघ अभयारण्य के रूप में अधिसूचित हैं, और धौलपुर-करौली इस सूची में शामिल होने वाला पांचवां अभयारण्य बना। यह क्षेत्र चंबल नदी के किनारे स्थित है और घने जंगलों तथा प्राकृतिक जल स्रोतों के कारण बाघों के आवास के लिए उपयुक्त माना जाता है। बाघ अभयारण्यों की स्थापना 'प्रोजेक्ट टाइगर' योजना के अंतर्गत की जाती है, जिसका उद्देश्य बाघों की घटती संख्या को रोकना और उनके प्राकृतिक आवास का संरक्षण करना है। इसलिए विकल्प (A), (B) और (D) गलत हैं, ये अभी बाघ अभयारण्य के रूप में अधिसूचित नहीं हुए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हाल ही में भारत के पहले 3डी प्रिंटेड डाकघर का उद्घाटन निम्न में से किस शहर में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बैंगलुरू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कोलकाता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नई दिल्ली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मुम्बई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बैंगलुरू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नई दिल्ली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मुम्बई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भारत के पहले 3D प्रिंटेड डाकघर भवन का उद्घाटन अगस्त 2023 में कर्नाटक की राजधानी बेंगलुरु के कैंब्रिज लेआउट में किया गया था। 3D प्रिंटिंग तकनीक के माध्यम से निर्माण की यह विधि पारंपरिक निर्माण तकनीकों की तुलना में बहुत तेज़, किफायती और पर्यावरण-अनुकूल मानी जाती है, क्योंकि इसमें निर्माण सामग्री की बर्बादी बहुत कम होती है और निर्माण समय भी काफी घट जाता है। यह परियोजना भारतीय डाक विभाग और एक निर्माण कंपनी के सहयोग से पूरी की गई थी, और यह भारत में निर्माण उद्योग में अत्याधुनिक तकनीक के उपयोग को बढ़ावा देने की दिशा में एक महत्वपूर्ण कदम मानी जाती है। इस तरह की नवाचारी तकनीकें भविष्य में सस्ते और तेज़ आवास व सार्वजनिक भवन निर्माण की संभावनाओं को भी खोलती हैं। कोलकाता, दिल्ली और मुंबई में यह पहला 3D प्रिंटेड डाकघर स्थापित नहीं हुआ,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m पुरषों और n महिलाओं को एक पंक्ति में इस प्रकार बैठाना है कि कोई भी दो महिलाएँ एक साथ ना बैठें। यदि m &gt; n, तो इन सभी के बैठने के तरीकों की संख्या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m!(m+1)! / (m-n+1)!</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(m-1)!(m+1)! / (m-n+1)!</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m!(n-1)! / (m-n+1)!</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m!(m-1)! / (m-n-1)!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m!(m+1)! / (m-n+1)!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(m-1)!(m+1)! / (m-n+1)!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m!(n-1)! / (m-n+1)!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m!(m-1)! / (m-n-1)!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इस क्रमचय (Permutation) प्रश्न को हल करने के लिए पहले m पुरुषों को एक पंक्ति में बैठाया जाता है, जिसे m! तरीकों से किया जा सकता है। जब m पुरुष बैठ जाते हैं, तो उनके बीच और दोनों किनारों पर मिलाकर कुल (m+1) खाली स्थान (गैप) बन जाते हैं, जहाँ महिलाओं को बैठाया जा सकता है ताकि कोई भी दो महिलाएं आपस में साथ न बैठें। अब इन (m+1) उपलब्ध स्थानों में से n महिलाओं को बैठाने के तरीकों की संख्या P(m+1, n) = (m+1)!/(m+1-n)! होगी। इसलिए कुल व्यवस्थाओं की संख्या = m! × (m+1)!/(m-n+1)! प्राप्त होती है, जो विकल्प (A) से पूरी तरह मेल खाती है। इस तरह के 'कोई दो एक साथ नहीं बैठेंगे' वाले क्रमचय-संचय (Permutation-Combination) प्रश्नों में सबसे पहले बड़े समूह को बैठाकर बीच में बने खाली स्थानों की गिनती करना और फिर छोटे समूह को उन स्थानों में बैठाने की विधि अपनाना सबसे प्रभावी तरीका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हाल ही में निम्न में से किस संस्था ने केंद्रीकृत वेब पोर्टल 'UDGAM' लॉन्च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विश्वविद्यालय अनुदान आयोग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राष्ट्रीय राजमार्ग प्राधिकरण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अंतरिक्ष अनुसंधान संगठन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रिज़र्व बैंक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भारतीय रिज़र्व बैंक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विश्वविद्यालय अनुदान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राष्ट्रीय राजमार्ग प्राधिकरण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अंतरिक्ष अनुसंधान संगठन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लावारिस जमा राशियों (Unclaimed Deposits) का आसानी से पता लगाने और उन पर दावा करने के लिए भारतीय रिज़र्व बैंक (RBI) द्वारा केंद्रीकृत वेब पोर्टल 'उद्गम' (UDGAM - Unclaimed Deposits Gateway to Access inforMation) लॉन्च किया गया था। इस पोर्टल के माध्यम से नागरिक विभिन्न बैंकों में पड़ी अपनी या अपने परिजनों की लावारिस/निष्क्रिय जमा राशियों की जानकारी एक ही स्थान पर, बिना हर बैंक में अलग-अलग जाकर पता लगाए, प्राप्त कर सकते हैं। यह पहल इसलिए महत्वपूर्ण मानी जाती है क्योंकि भारत में विभिन्न बैंकों में हजारों करोड़ रुपये की जमा राशियां ऐसी पड़ी हैं जिन्हें उनके मालिकों या कानूनी उत्तराधिकारियों ने वर्षों से दावा ही नहीं किया है, अक्सर जानकारी के अभाव में। यह पोर्टल डिजिटल इंडिया पहल के तहत बैंकिंग सेवाओं को अधिक पारदर्शी और सुलभ बनाने का एक उदाहरण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निम्नलिखित कथनों को ध्यानपूर्वक पढ़िये: कथन 1: टाइम पत्रिका के अनुसार, एस.एस. राजामौली को 2023 के शीर्ष 'पायनियर्स' में नामित किया गया है और शाहरुख खान को 2023 के शीर्ष 'आइकन्स' में नामित किया गया है। कथन 2: टाइम पत्रिका की 100 सबसे प्रभावशाली लोगों की सूची को छः श्रेणियों में विभाजित किया गया है - लीडर, टाइटन, पायनियर, आर्टिस्ट, आइकन और इनोवेटर।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1 और 2 दोनों सत्य हैं</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कथन 1 और 2 दोनों असत्य हैं</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2 सत्य है</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कथन 1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कथन 1 और 2 दोनों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कथन 1 और 2 दोनों असत्य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2 सत्य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कथन 1 सत्य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यानी दोनों कथन सत्य हैं। टाइम (TIME) पत्रिका द्वारा हर वर्ष जारी की जाने वाली '100 सबसे प्रभावशाली लोगों' की सूची में 2023 में प्रसिद्ध भारतीय फिल्म निर्देशक एस.एस. राजामौली को 'पायनियर्स' (Pioneers) श्रेणी में और अभिनेता शाहरुख खान को 'आइकन्स' (Icons) श्रेणी में शामिल किया गया था, इसलिए कथन 1 सही है। यह सूची कुल छह श्रेणियों में विभाजित होती है - लीडर्स (Leaders), टाइटन्स (Titans), पायनियर्स (Pioneers), आर्टिस्ट्स (Artists), आइकन्स (Icons) और इनोवेटर्स (Innovators) - इसलिए कथन 2 भी सही है। टाइम पत्रिका की यह सूची विभिन्न क्षेत्रों जैसे राजनीति, व्यापार, कला, विज्ञान और मनोरंजन में वैश्विक स्तर पर प्रभाव डालने वाले व्यक्तित्वों को सम्मानित करने के लिए प्रकाशित की जाती है, और इसमें भारतीय हस्तियों का शामिल होना देश के लिए गर्व की बात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संयुक्त राष्ट्र महासभा (UNGA) ने अपने 78वें सत्र के अध्यक्ष के रूप में सेवा देने के लिए हाल ही में डेनिस फ्रांसिस को चुना है। वह निम्न में से किस देश 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युगांडा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ब्राज़ील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त्रिनिडाड एवं टोबेगो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त्रिनिडाड एवं टोबेगो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युगांडा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ब्राज़ील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संयुक्त राष्ट्र महासभा (UNGA) के 78वें सत्र के अध्यक्ष के रूप में सेवा देने के लिए राजदूत डेनिस फ्रांसिस को चुना गया, जो कैरिबियाई द्वीप देश 'त्रिनिडाड एवं टोबेगो' के एक वरिष्ठ राजनयिक हैं। संयुक्त राष्ट्र महासभा का अध्यक्ष हर वर्ष अलग-अलग क्षेत्रीय समूहों की बारी के अनुसार चुना जाता है, ताकि सभी महाद्वीपों और क्षेत्रों को इस महत्वपूर्ण पद पर प्रतिनिधित्व करने का अवसर मिल सके। संयुक्त राष्ट्र महासभा संयुक्त राष्ट्र संघ के छह प्रमुख अंगों में से एक है, जिसमें सभी 193 सदस्य देशों को प्रतिनिधित्व प्राप्त होता है और यहाँ वैश्विक मुद्दों पर चर्चा व नीतिगत सिफारिशें की जाती हैं। महासभा का अध्यक्ष एक वर्ष के सत्र के लिए चुना जाता है और यह पद बड़ी अंतरराष्ट्रीय प्रतिष्ठा का माना जाता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जुलाई 2023 में सीकर, राजस्थान में भारत के प्रधानमंत्री ने यूरिया की एक नई किस्म को लॉन्च किया। यूरिया की इस नई किस्म का क्या नाम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यूरिया सिल्वर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यूरिया गोल्ड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यूरिया प्लैटिनम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यूरिया डायमंड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यूरिया गोल्ड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यूरिया सिल्वर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यूरिया प्लैटिनम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यूरिया डायमंड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जुलाई 2023 में भारत के प्रधानमंत्री नरेंद्र मोदी ने राजस्थान के सीकर से यूरिया की एक नई सल्फर-कोटेड (सल्फर-लेपित) किस्म लॉन्च की, जिसे 'यूरिया गोल्ड' नाम दिया गया। परंपरागत यूरिया की तुलना में यूरिया गोल्ड में सल्फर की परत चढ़ाई जाती है, जिससे यह फसलों को नाइट्रोजन के साथ-साथ सल्फर पोषक तत्व भी उपलब्ध कराता है, जो पौधों की बेहतर वृद्धि, तेल वाली फसलों की गुणवत्ता और उपज बढ़ाने में सहायक होता है। इसके अलावा सल्फर-कोटेड यूरिया धीरे-धीरे घुलता है, जिससे मिट्टी में नाइट्रोजन का रिसाव (लीचिंग) कम होता है और उर्वरक की उपयोग दक्षता बढ़ जाती है, जिससे किसानों को कम मात्रा में अधिक लाभ मिलता है। यह पहल भारत में उर्वरक क्षेत्र में आत्मनिर्भरता और मिट्टी की गुणवत्ता सुधारने की दिशा में एक महत्वपूर्ण कदम मानी जाती है। इसलिए विकल्प (A), (C) और (D) गलत हैं क्योंकि इस तरह के किसी नाम से यूरिया लॉन्च नहीं की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आर्टिफिशियल इंटेलिजेंस के व्यवहारिक उपयोगों की पहचान के लिए "ए आई फॉर गुड ग्लोबल समिट 2023" हाल ही में किस देश में आयोजित हुई?</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स्विट्ज़रलैंड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जापान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स्विट्ज़रलैंड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जापान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'AI फॉर गुड ग्लोबल समिट 2023' का आयोजन जुलाई 2023 में स्विट्जरलैंड के जिनेवा शहर में संयुक्त राष्ट्र की अंतरराष्ट्रीय दूरसंचार संघ (ITU - International Telecommunication Union) एजेंसी द्वारा किया गया था। इस सम्मेलन का मुख्य उद्देश्य कृत्रिम बुद्धिमत्ता (AI) के व्यावहारिक और सकारात्मक उपयोगों की पहचान करना है, ताकि इस तकनीक का उपयोग वैश्विक चुनौतियों जैसे गरीबी उन्मूलन, स्वास्थ्य सेवाओं में सुधार, शिक्षा तक पहुंच बढ़ाने और जलवायु परिवर्तन से निपटने में किया जा सके। यह सम्मेलन दुनियाभर के AI विशेषज्ञों, नीति-निर्माताओं, उद्योगपतियों और शोधकर्ताओं को एक मंच पर लाता है ताकि वे AI के नैतिक और जिम्मेदार उपयोग पर विचार-विमर्श कर सकें। जिनेवा को संयुक्त राष्ट्र की कई एजेंसियों का मुख्यालय होने के कारण अक्सर ऐसे अंतरराष्ट्रीय तकनीकी सम्मेलनों के लिए चुना जाता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व्यक्तित्व को राजस्थानी भाषा के साहित्य अकादमी युवा पुरस्कार 2023 के लिए नामित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देवीलाल महिया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रामकुमार घोटड़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बद्री नारायण</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अतुल चतुर्वेदी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देवीलाल महिया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रामकुमार घोटड़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बद्री नारायण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अतुल चतुर्वेदी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राजस्थानी भाषा के लिए 'साहित्य अकादमी युवा पुरस्कार 2023' देवीलाल महिया को उनकी कविता संग्रह 'अंतस रो ओळमो' के लिए प्रदान किया गया। साहित्य अकादमी भारत सरकार द्वारा स्थापित एक राष्ट्रीय संस्था है, जो देश की विभिन्न भाषाओं में उत्कृष्ट साहित्यिक रचनाओं और युवा साहित्यकारों को प्रोत्साहित करने के लिए हर वर्ष पुरस्कार प्रदान करती है। युवा पुरस्कार विशेष रूप से 35 वर्ष से कम आयु के साहित्यकारों को उनकी उल्लेखनीय रचनाओं के लिए दिया जाता है, ताकि नई पीढ़ी में साहित्य सृजन के प्रति रुचि और प्रोत्साहन बना रहे। राजस्थानी भाषा राजस्थान की एक समृद्ध क्षेत्रीय भाषा है जिसमें मारवाड़ी, मेवाड़ी, ढूंढाड़ी जैसी कई उपबोलियां शामिल हैं, और इसके साहित्य को राष्ट्रीय स्तर पर सम्मान मिलना राज्य के सांस्कृतिक गौरव को बढ़ाता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पहले खुले संग्रहालय 'शहीदी पार्क' का हाल ही में किस शहर में उद्घाटन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श्रीनगर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प्रयागराज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दिल्ली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चंडीगढ़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दिल्ली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श्रीनगर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प्रयागराज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चंडीगढ़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कबाड़ और स्क्रैप से निर्मित भारत के पहले खुले (ओपन-एयर) संग्रहालय 'शहीदी पार्क' का उद्घाटन अगस्त 2023 में देश की राजधानी नई दिल्ली में किया गया था। इस अनूठे संग्रहालय की खासियत यह है कि इसे बेकार पड़ी धातु, वाहनों के पुर्जों और अन्य स्क्रैप सामग्री से कलात्मक ढंग से तैयार किया गया है, जिसमें विभिन्न ऐतिहासिक स्मारकों और प्रतिमाओं की प्रतिकृतियां बनाई गई हैं। इस पार्क का उद्देश्य न केवल पर्यटकों को आकर्षित करना है, बल्कि 'कचरे से कला' (Waste to Art) के सिद्धांत के माध्यम से पुनर्चक्रण (Recycling) और सतत विकास के प्रति जागरूकता फैलाना भी है। यह पहल शहरी कचरा प्रबंधन की चुनौती से निपटने के एक रचनात्मक तरीके के रूप में भी देखी जाती है, जिसे कई अन्य शहरों में भी अपनाने पर विचार किया जा रहा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इक्वाडोरवासियों ने अमेज़न के निम्न में से किस जैव-विविधता वाले क्षेत्र में जनमत संग्रह द्वारा तेल की ड्रिलिंग को अस्वीकार कर एक ऐतिहासिक निर्णय लिया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 राष्ट्रीय उद्यान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जाउ राष्ट्रीय उद्यान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यासुनी राष्ट्रीय उद्यान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तुमुकुमाके राष्ट्रीय उद्यान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यासुनी राष्ट्रीय उद्यान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 राष्ट्रीय उद्यान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जाउ राष्ट्रीय उद्यान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तुमुकुमाके राष्ट्रीय उद्यान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इक्वाडोर के नागरिकों ने एक ऐतिहासिक जनमत संग्रह (Referendum) में मतदान कर अमेज़न वर्षावन के अत्यधिक जैव-विविधता वाले क्षेत्र 'यासुनी राष्ट्रीय उद्यान' (Yasuni National Park) में तेल की ड्रिलिंग को रोकने का निर्णय लिया। यासुनी राष्ट्रीय उद्यान को विश्व के सबसे जैव-विविधता संपन्न क्षेत्रों में से एक माना जाता है, जहाँ हजारों प्रजातियों के पेड़-पौधे, पक्षी और जीव-जंतु पाए जाते हैं, इसीलिए इसे यूनेस्को द्वारा 'बायोस्फीयर रिजर्व' का दर्जा भी प्राप्त है। यह जनमत संग्रह इसलिए ऐतिहासिक माना गया क्योंकि यह पहली बार था जब किसी देश के नागरिकों ने सीधे मतदान के जरिए महत्वपूर्ण आर्थिक लाभ देने वाली तेल ड्रिलिंग परियोजना को पर्यावरण संरक्षण के लिए अस्वीकार किया, जो जलवायु परिवर्तन के विरुद्ध वैश्विक जागरूकता का एक सशक्त उदाहरण बना।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'मेरा गाँव मेरी धरोहर' किस मंत्रालय से सम्बंधित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ग्रामीण विकास मंत्रालय</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संस्कृति मंत्रालय</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विज्ञान एवं प्रौद्योगिकी मंत्रालय</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रक्षा मंत्रालय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केंद्रीय संस्कृति मंत्रालय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केंद्रीय ग्रामीण विकास मंत्रालय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केंद्रीय विज्ञान एवं प्रौद्योगिकी मंत्रालय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केंद्रीय रक्षा मंत्रालय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भारत के गांवों की सांस्कृतिक पहचान का मानचित्रण और दस्तावेजीकरण करने वाली 'मेरा गांव मेरी धरोहर' (Mera Gaon Meri Dharohar) पहल केंद्रीय संस्कृति मंत्रालय (Union Ministry of Culture) द्वारा संचालित की जाती है। इस पहल का मुख्य उद्देश्य देश के गांवों में मौजूद पारंपरिक ज्ञान, लोक कलाओं, हस्तशिल्प, स्थानीय त्योहारों, प्राकृतिक संसाधनों और ऐतिहासिक स्थलों का व्यवस्थित दस्तावेजीकरण करना है, ताकि गांव-स्तर की सांस्कृतिक विरासत को संरक्षित और प्रचारित किया जा सके। यह पहल भारत की आजादी के 75वें वर्ष (आजादी का अमृत महोत्सव) के अवसर पर शुरू की गई थी, ताकि देश के हर गांव की अनूठी पहचान को राष्ट्रीय स्तर पर पहचान मिल सके। भारत में सांस्कृतिक संरक्षण से जुड़ी इस तरह की पहलें ग्रामीण भारत की समृद्ध विविधता को संजोने में महत्वपूर्ण भूमिका निभाती हैं।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राष्ट्रमण्डल संसदीय संघ का भारत क्षेत्र का 9वाँ सम्मेलन निम्न में से किस शहर में आयोजित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उदयपुर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जोधपुर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उदयपुर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जोधपुर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राष्ट्रमंडल संसदीय संघ (Commonwealth Parliamentary Association - CPA) के भारत क्षेत्र का 9वां सम्मेलन अगस्त 2023 में राजस्थान के उदयपुर शहर में आयोजित किया गया था। इस सम्मेलन में राष्ट्रमंडल देशों की विभिन्न विधानसभाओं और संसदों के प्रतिनिधि, विधायक और सांसद शामिल हुए, जहाँ लोकतांत्रिक मूल्यों, संसदीय कार्यप्रणाली और शासन-प्रशासन से जुड़े महत्वपूर्ण विषयों पर विचार-विमर्श किया गया। CPA एक अंतरराष्ट्रीय संगठन है जिसका उद्देश्य राष्ट्रमंडल देशों की संसदों के बीच आपसी सहयोग, ज्ञान का आदान-प्रदान और लोकतांत्रिक संस्थाओं को मजबूत बनाना है। उदयपुर को अपनी झीलों, महलों और सुंदर वास्तुकला के कारण 'झीलों की नगरी' भी कहा जाता है, और यह अक्सर बड़े राष्ट्रीय-अंतरराष्ट्रीय सम्मेलनों के आयोजन स्थल के रूप में चुना जाता रहा है। इसलिए विकल्प (A),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एफ.आई.एस.यू. (FISU) वर्ल्ड यूनिवर्सिटी गेम्स 2023 की पदक तालिका में भारत ने कौन सा स्थान प्राप्त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6ठा</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5वाँ</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6ठा</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चीन के चेंगदू शहर में आयोजित FISU वर्ल्ड यूनिवर्सिटी गेम्स 2023 में भारत ने कुल 26 पदक (जिसमें 11 स्वर्ण पदक शामिल थे) जीतकर पदक तालिका में 7वां स्थान हासिल किया, जो भारतीय विश्वविद्यालयी खेलों के इतिहास में अब तक का सबसे शानदार प्रदर्शन माना गया। FISU वर्ल्ड यूनिवर्सिटी गेम्स एक अंतरराष्ट्रीय बहु-खेल प्रतियोगिता है, जिसमें दुनियाभर के विश्वविद्यालयों में पढ़ने वाले विद्यार्थी-एथलीट भाग लेते हैं, और इसे 'छोटा ओलंपिक' भी कहा जाता है क्योंकि इसमें कई अलग-अलग खेल विधाओं में प्रतिस्पर्धा होती है। भारत के इस बेहतरीन प्रदर्शन ने देश में विश्वविद्यालय स्तर के खेल ढांचे और युवा एथलीटों की प्रतिभा को वैश्विक मंच पर पहचान दिलाई। यह उपलब्धि भारत में खेल संस्कृति के बढ़ते महत्व और सरकार की खेल प्रोत्साहन नीतियों के सकारात्मक परिणाम के रूप में भी देखी जाती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12 अगस्त, 2023 को भारत ने हॉकी की चौथी एशियन चैंपियनशिप ट्रॉफी में मलेशिया को अन्तिम मैच में हराया। यह मैच किस स्टेडियम में खेला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मेयर राधाकृष्णन स्टेडियम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 कांतिरावा स्टेडियम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एम. चिन्नास्वामी स्टेडियम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जवाहरलाल नेहरू स्टेडियम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मेयर राधाकृष्णन स्टेडियम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 कांतिरावा स्टेडियम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एम. चिन्नास्वामी स्टेडियम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जवाहरलाल नेहरू स्टेडियम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भारत ने 12 अगस्त 2023 को चौथी एशियन चैंपियंस ट्रॉफी हॉकी टूर्नामेंट के फाइनल मुकाबले में मलेशिया को हराकर खिताब अपने नाम किया, और यह रोमांचक मुकाबला चेन्नई के 'मेयर राधाकृष्णन स्टेडियम' में खेला गया था। एशियन चैंपियंस ट्रॉफी एशिया की शीर्ष हॉकी टीमों के बीच खेली जाने वाली एक प्रतिष्ठित प्रतियोगिता है, जिसमें भारत लगातार अपनी मजबूत उपस्थिति दर्ज कराता रहा है क्योंकि भारतीय हॉकी टीम का इस टूर्नामेंट के इतिहास में शानदार प्रदर्शन रहा है। चेन्नई भारत में हॉकी के प्रमुख केंद्रों में से एक माना जाता है और यहाँ अक्सर राष्ट्रीय व अंतरराष्ट्रीय स्तर के हॉकी टूर्नामेंट आयोजित किए जाते हैं। भारतीय हॉकी टीम की यह जीत देश में हॉकी के पुनरुत्थान (Hockey Revival) की दिशा में एक महत्वपूर्ण उपलब्धि मानी गई।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राजेश्वरी कुमारी, जिन्होंने बाकू, अज़रबैजान में आयोजित विश्व चैंपियनशिप में पाँचवाँ स्थान प्राप्त कर पेरिस ओलंपिक हेतु पात्रता प्राप्त की है, का संबंध किस खेल 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निशानेबाजी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तीरंदाजी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लम्बी कूद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जिम्नास्टिक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निशानेबाजी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तीरंदाजी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लम्बी कूद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जिम्नास्टिक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राजेश्वरी कुमारी भारत की एक प्रसिद्ध ट्रैप शूटर (निशानेबाज) हैं, जिन्होंने अज़रबैजान की राजधानी बाकू में आयोजित विश्व चैंपियनशिप में पांचवां स्थान प्राप्त करते हुए 2024 पेरिस ओलंपिक के लिए क्वालीफाई किया था। ट्रैप शूटिंग निशानेबाजी की एक विधा है, जिसमें हवा में उछाले गए मिट्टी के लक्ष्यों (क्ले पिजन) को निशाना बनाया जाता है, और यह ओलंपिक खेलों की एक प्रतिष्ठित स्पर्धा है। भारत में निशानेबाजी एक ऐसा खेल है जिसमें पिछले कुछ वर्षों में देश ने अंतरराष्ट्रीय स्तर पर उल्लेखनीय सफलता हासिल की है, चाहे वह राइफल, पिस्टल या शॉटगन (ट्रैप/स्कीट) श्रेणी हो। राजेश्वरी कुमारी की यह उपलब्धि भारतीय महिला निशानेबाजों की बढ़ती वैश्विक प्रतिस्पर्धात्मकता को दर्शाती है और आगामी ओलंपिक में पदक की उम्मीदों को भी मजबूत करती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कमलजीत ने 24 जुलाई, 2023 को ISSF जूनियर शूटिंग वर्ल्ड चैंपियनशिप 2023 में पुरषों के व्यक्तिगत 50 मीटर पिस्टल स्पर्धा में स्वर्ण पदक जीता। ये स्पर्धा निम्न में से किस देश में आयोजित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फ्रांस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नेपाल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कनाडा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दक्षिण कोरिया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दक्षिण कोरिया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वर्ष 2023 की ISSF जूनियर शूटिंग वर्ल्ड चैंपियनशिप का आयोजन दक्षिण कोरिया के चांगवोन शहर में किया गया था, जहाँ भारत के युवा निशानेबाज कमलजीत ने पुरुषों की व्यक्तिगत 50 मीटर पिस्टल स्पर्धा में स्वर्ण पदक जीतकर देश का नाम रोशन किया। ISSF (International Shooting Sport Federation) अंतरराष्ट्रीय स्तर पर निशानेबाजी खेल को नियंत्रित करने वाली शीर्ष संस्था है, और इसकी जूनियर विश्व चैंपियनशिप में युवा निशानेबाजों को अपनी प्रतिभा दिखाने का बड़ा मंच मिलता है। भारत का जूनियर स्तर पर निशानेबाजी में लगातार बेहतर प्रदर्शन यह दर्शाता है कि देश में इस खेल की एक मजबूत नई पीढ़ी तैयार हो रही है, जो भविष्य में सीनियर स्तर पर भी ओलंपिक व अन्य बड़े टूर्नामेंट में पदक जीत सकती है। दक्षिण कोरिया निशानेबाजी के क्षेत्र में एक सशक्त खेल अवसंरचना वाला देश माना जाता है, इसलिए वहाँ इस तरह के अंतरराष्ट्रीय आयोजन होते रहते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हाल ही में भारत की सी.ए. भवानी देवी ने एशियन फेंसिंग चैंपियनशिप में एक कांस्य पदक जीता है। वे सेमी-फाइनल में किस देश के खिलाड़ी से हारीं?</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यू.ए.ई.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मिस्र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उज्बेकिस्तान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जापान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उज्बेकिस्तान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यू.ए.ई.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मिस्र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जापान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भारत की प्रसिद्ध फेंसर (तलवारबाज) सी.ए. भवानी देवी ने एशियन फेंसिंग चैंपियनशिप में कांस्य पदक जीता, हालांकि सेमी-फाइनल मुकाबले में उन्हें उज्बेकिस्तान की खिलाड़ी जैनब दायिबेकोवा से हार का सामना करना पड़ा था, जिसके बाद उन्होंने कांस्य पदक मुकाबला जीतकर पदक अपने नाम किया। भवानी देवी भारत की पहली फेंसर हैं जिन्होंने ओलंपिक खेलों (टोक्यो 2020) के लिए क्वालीफाई किया था, और वे भारतीय फेंसिंग खेल के लिए एक अग्रणी और प्रेरणादायक खिलाड़ी मानी जाती हैं क्योंकि फेंसिंग भारत में अपेक्षाकृत कम लोकप्रिय खेल है, फिर भी उन्होंने अंतरराष्ट्रीय स्तर पर देश का प्रतिनिधित्व करते हुए कई उपलब्धियां हासिल की हैं। फेंसिंग तलवारबाजी पर आधारित एक ओलंपिक खेल है जिसमें फॉइल, एपी और सेबर तीन प्रमुख श्रेणियां होती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भारतीय संस्था को गांधी शांति पुरस्कार 2021 हेतु चयनित किया गया?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गीता प्रेस, गोरखपुर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सुलभ इन्टरनेशनल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विवेकानंद केंद्र, कन्याकुमारी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रामकृष्ण मिशन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गीता प्रेस, गोरखपुर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सुलभ इन्टरनेशनल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विवेकानंद केंद्र, कन्याकुमारी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रामकृष्ण मिशन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अहिंसा और गांधीवादी आदर्शों के माध्यम से सामाजिक, आर्थिक और राजनीतिक परिवर्तन की दिशा में उत्कृष्ट योगदान के लिए 'गीता प्रेस, गोरखपुर' को गांधी शांति पुरस्कार 2021 से सम्मानित किया गया। गीता प्रेस भारत की सबसे पुरानी और सबसे बड़ी धार्मिक-आध्यात्मिक पुस्तक प्रकाशन संस्थाओं में से एक है, जिसकी स्थापना 1923 में हुई थी, और यह गीता, रामायण जैसे धार्मिक ग्रंथों को अत्यंत सस्ती दरों पर प्रकाशित करके करोड़ों लोगों तक पहुंचाती रही है। गांधी शांति पुरस्कार भारत सरकार द्वारा अहिंसा और गांधीवादी तरीकों से समाज सेवा में उल्लेखनीय योगदान देने वाले व्यक्तियों या संस्थाओं को प्रतिवर्ष प्रदान किया जाता है, और यह महात्मा गांधी की 125वीं जयंती के अवसर पर 1995 में स्थापित किया गया था। यह पुरस्कार भारतीय और विदेशी दोनों तरह की संस्थाओं व व्यक्तियों को दिया जा सकता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किस प्राचीन स्थल के उत्खनन में मालव जनपद की लौह सामग्री के विशाल संग्रह की जानकारी प्राप्त हुई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नगर (नैनवाँ)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नगरी (मध्यमिका)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रैढ़ (टोंक)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रैढ़ (टोंक)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(नैनवाँ)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नगरी (मध्यमिका)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राजस्थान के टोंक जिले में स्थित 'रैढ़' नामक प्राचीन स्थल के उत्खनन में मालव जनपद के सिक्कों और लौह सामग्री का एक विशाल भंडार प्राप्त हुआ था, जिस कारण इसे 'प्राचीन भारत का टाटानगर' भी कहा जाता है, क्योंकि यह प्राचीन काल में लोहे के औजार व वस्तुएं बनाने का एक प्रमुख केंद्र रहा होगा। यह उत्खनन कार्य 1938 में कश्मीरी लाल के नेतृत्व में करवाया गया था, जिसमें बड़ी मात्रा में मालव जनजाति (जो प्राचीन गणराज्यों में से एक थी) से जुड़े सिक्के और लौह उपकरण प्राप्त हुए, जो उस समय के व्यापार और धातु प्रौद्योगिकी के विकसित स्वरूप को दर्शाते हैं। नगर (नैनवां) भी अपने प्राचीन सिक्कों के लिए प्रसिद्ध है, नगरी (मध्यमिका, चित्तौड़गढ़) शिवि जनपद की राजधानी रही है, और सांभर अपनी नमक झील के लिए जाना जाता है, इसलिए विकल्प (A), (B) और (C) गलत हैं। राजस्थान के पुरातात्विक स्थलों को उनकी विशिष्ट खोजों के साथ याद रखना परीक्षा के लिए आवश्यक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अजमेर का पराक्रमी चौहान शासक जिसने दिल्ली पर विजय प्राप्त कर उसे अपने साम्राज्य में शामिल कर लिया, वह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विग्रहराज चतुर्थ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अर्णोराज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अजयराज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पृथ्वीराज तृतीय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विग्रहराज चतुर्थ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अर्णोराज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अजयराज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पृथ्वीराज तृतीय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विग्रहराज चतुर्थ (जिन्हें बीसलदेव भी कहा जाता है) शाकंभरी (अजमेर) के चौहान वंश के पहले ऐसे शासक थे जिन्होंने तोमरों को हराकर दिल्ली पर अधिकार किया और अपने साम्राज्य का विस्तार किया। विग्रहराज चतुर्थ को साहित्य और कला का भी संरक्षक माना जाता है, उन्होंने स्वयं 'हरकेलि नाटक' नामक संस्कृत ग्रंथ की रचना की थी, और उनके दरबारी कवि सोमदेव ने 'ललित विग्रहराज' नाटक लिखा था। दिल्ली पर विजय के बाद यह क्षेत्र चौहान साम्राज्य का महत्वपूर्ण हिस्सा बन गया, जो बाद में पृथ्वीराज तृतीय (पृथ्वीराज चौहान) के शासनकाल तक चौहानों के अधीन रहा। अर्णोराज और अजयराज विग्रहराज चतुर्थ से पहले के चौहान शासक थे जिन्होंने राज्य विस्तार में योगदान दिया लेकिन दिल्ली विजय का श्रेय विशेष रूप से विग्रहराज चतुर्थ को ही दिया जाता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अरब यात्री सुलेमान ने किस प्रतिहार राजा के शासनकाल में भारत की यात्रा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नागभट्ट द्वितीय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नागभट्ट प्रथम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वत्सराज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भोज प्रथम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भोज प्रथम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नागभट्ट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नागभट्ट प्रथम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वत्सराज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नौवीं सदी के मध्य में प्रसिद्ध अरब यात्री सुलेमान ने गुर्जर-प्रतिहार वंश के सबसे प्रतापी शासक मिहिर भोज (भोज प्रथम) के शासनकाल में भारत की यात्रा की थी। सुलेमान ने अपने यात्रा वृत्तांत में भारतीय राजाओं की सेना, प्रशासन व्यवस्था और आर्थिक समृद्धि का विस्तृत वर्णन किया है, जिससे प्रतिहार साम्राज्य की तत्कालीन शक्ति और वैभव का अनुमान लगाया जाता है। मिहिर भोज को गुर्जर-प्रतिहार वंश का सबसे शक्तिशाली शासक माना जाता है, जिन्होंने कन्नौज को अपनी राजधानी बनाकर उत्तर भारत के एक विशाल भू-भाग पर शासन किया और त्रिपक्षीय संघर्ष (प्रतिहार, पाल और राष्ट्रकूट के बीच) में प्रतिहारों की स्थिति को मजबूत किया। नागभट्ट प्रथम और द्वितीय तथा वत्सराज भी प्रतिहार वंश के महत्वपूर्ण शासक रहे, लेकिन सुलेमान की यात्रा विशेष रूप से भोज प्रथम के काल में हुई थी,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कन्हैया लाल मित्तल, मांगीलाल बाव्या और मकबूल आलम निम्नलिखित किस प्रजा मण्डल आन्दोलन से सम्बद्ध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झालावाड़ राज्य प्रजा मण्डल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बाँसवाड़ा राज्य प्रजा मण्डल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बूंदी राज्य प्रजा परिषद्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करौली राज्य प्रजा मण्डल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झालावाड़ राज्य प्रजा मण्डल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बाँसवाड़ा राज्य प्रजा मण्डल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बूंदी राज्य प्रजा परिषद्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करौली राज्य प्रजा मण्डल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मंगीलाल भव्य, कन्हैयालाल मित्तल और मकबूल आलम ने मिलकर 25 नवंबर 1946 को 'झालावाड़ राज्य प्रजा मण्डल' की स्थापना की थी, जो राजस्थान की देशी रियासतों में उत्तरदायी शासन और लोकतांत्रिक सुधारों की मांग करने वाले प्रजामंडल आंदोलनों की श्रृंखला का ही एक हिस्सा था। प्रजामंडल आंदोलन राजस्थान की विभिन्न रियासतों में स्वतंत्रता संग्राम के समानांतर चला एक महत्वपूर्ण जन आंदोलन था, जिसका उद्देश्य रियासती शासकों की निरंकुशता के विरुद्ध जनता के अधिकारों की मांग करना और उत्तरदायी शासन प्रणाली स्थापित करना था। हर रियासत में अलग-अलग नेताओं के नेतृत्व में अलग-अलग प्रजामंडल संगठन बने, जैसे बूंदी में प्रजा परिषद और करौली, बांसवाड़ा में अपने-अपने प्रजामंडल, इसलिए विकल्प (B), (C) और (D) गलत हैं और झालावाड़ प्रजामंडल ही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मत्स्य संघ का वृहत् राजस्थान में विलय कब हुआ?</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 अप्रैल, 1948</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 जनवरी, 1950</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 मार्च, 1949</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मई, 1949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15 मई, 1949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अप्रैल, 1948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 जनवरी, 1950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 मार्च, 1949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राजस्थान के एकीकरण की प्रक्रिया के पांचवें चरण में शंकरराव देव समिति की सिफारिश पर 15 मई 1949 को 'मत्स्य संघ' (जो अलवर, भरतपुर, धौलपुर और करौली रियासतों को मिलाकर मार्च 1948 में बना था) का विलय 'वृहत् राजस्थान' में कर दिया गया। इस विलय के साथ ही राजस्थान का एकीकरण लगभग पूर्ण रूप ले चुका था और अब यह राज्य 'ग्रेटर राजस्थान' या 'वृहत् राजस्थान' के नाम से जाना जाने लगा, जिसका उद्घाटन जयपुर में तत्कालीन उप-प्रधानमंत्री सरदार वल्लभभाई पटेल ने किया था। राजस्थान का एकीकरण कुल सात चरणों में पूरा हुआ था, जिसकी शुरुआत मार्च 1948 में मत्स्य संघ के गठन से हुई और अंतिम चरण 1 नवंबर 1956 को राज्य पुनर्गठन अधिनियम के तहत अजमेर, आबू-दिलवाड़ा और सुनेल टप्पा के विलय के साथ पूरा हुआ। इसलिए विकल्प (A), (B) और (C) में दी गई तिथियां राजस्थान एकीकरण के अन्य चरणों से जुड़ी हैं, न कि मत्स्य संघ के विलय से।</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एकी आन्दोलन प्रारम्भ करने के पहले मोतीलाल तेजावत किस राजपूत ठिकाने में कामदार के पद पर कार्यरत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झाड़ोल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सलूम्बर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कोठारिया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झाड़ोल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सलूम्बर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कोठारिया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देवगढ़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'आदिवासियों के मसीहा' कहे जाने वाले मोतीलाल तेजावत ने भीलों और आदिवासियों के अधिकारों के लिए 1921 में 'एकी आंदोलन' शुरू करने से पहले उदयपुर रियासत के 'झाड़ोल' ठिकाने में कामदार (मैनेजर/प्रबंधक) के रूप में कार्य किया था। इस पद पर कार्य करते हुए मोतीलाल तेजावत ने भीलों की दयनीय आर्थिक और सामाजिक स्थिति को नजदीक से देखा, जहाँ उन्हें बेगार प्रथा, अत्यधिक लगान और सामंती शोषण का सामना करना पड़ता था, और इसी अनुभव ने उन्हें आदिवासियों के हक में आवाज उठाने के लिए प्रेरित किया। एकी आंदोलन का मुख्य उद्देश्य भीलों को बेगार प्रथा और अन्यायपूर्ण करों से मुक्ति दिलाना था, और इस आंदोलन के दौरान 1922 में हुए 'चीतौड़िया नरसंहार' (धुलिया गोलीकांड) में कई निर्दोष भील मारे गए थे, जिसने आंदोलन को और तेज़ किया। सलूम्बर, कोठारिया और देवगढ़ भी मेवाड़ क्षेत्र के राजपूत ठिकाने हैं, लेकिन तेजावत का कामदार पद झाड़ोल में ही था,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झाड़ोल (उदयपुर), कुराड़ा (नागौर) और साबणिया (बीकानेर) में क्या समानता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ताम्रपाषाण संस्कृति के केन्द्र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पुरा-पाषाण युग के केन्द्र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लघु पाषाण उपकरण मिले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ताम्र उपकरणों के भण्डार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ताम्र उपकरणों के भण्डार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ताम्रपाषाण संस्कृति के केन्द्र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पुरा-पाषाण युग के केन्द्र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लघु पाषाण उपकरण मिले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झाड़ोल (उदयपुर), कुराड़ा (नागौर) और साबणिया (बीकानेर) - ये तीनों प्राचीन पुरातात्विक स्थल विशेष रूप से 'ताम्र उपकरणों के विशाल भंडार' (Copper Hoards) मिलने के लिए प्रसिद्ध हैं, जहाँ खुदाई में बड़ी मात्रा में तांबे से बने प्राचीन औजार, हथियार और अन्य वस्तुएं प्राप्त हुई हैं। इस तरह के ताम्र भंडार भारत में कांस्य युग से पूर्व की एक विशिष्ट सांस्कृतिक अवस्था को दर्शाते हैं, जिसे पुरातत्वविद 'ताम्र भण्डार संस्कृति' (Copper Hoard Culture) कहते हैं, जो सिंधु सभ्यता के बाद और वैदिक काल के आसपास की मानी जाती है। ध्यान रहे कि 'ताम्रपाषाण संस्कृति' (Chalcolithic Culture) एक अलग अवधारणा है जिसमें पत्थर और तांबे दोनों के औजार साथ-साथ उपयोग होते थे, जबकि यहाँ विशेष रूप से केवल तांबे के औजारों के भंडार मिलने की बात कही गई है। पुरा-पाषाण युग और लघु पाषाण उपकरण पूर्णतः पत्थर पर आधारित प्राचीनतर अवस्थाएं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प्रसिद्ध चित्रकार मुहम्मद शाह जयपुर के किस महाराजा का दरबारी चित्रकार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राम सिंह द्वितीय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जगत 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प्रताप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सवाई जय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सवाई जय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राम सिंह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जगत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सवाई प्रताप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प्रसिद्ध चित्रकार मुहम्मद शाह और साहिबराम, दोनों ही जयपुर के महाराजा सवाई जयसिंह द्वितीय (जिन्होंने जयपुर शहर की स्थापना की और जंतर-मंतर वेधशालाओं का निर्माण करवाया) के दरबारी चित्रकार थे। सवाई जयसिंह द्वितीय न केवल एक कुशल प्रशासक और खगोलशास्त्र में रुचि रखने वाले शासक थे, बल्कि उन्होंने कला और संस्कृति को भी भरपूर संरक्षण दिया, जिसके फलस्वरूप जयपुर शैली की चित्रकला का विकास हुआ। जयपुर चित्रकला शैली अपनी सूक्ष्म रेखाओं, चमकीले रंगों और दरबारी दृश्यों, धार्मिक कथाओं व राजसी जीवन के चित्रण के लिए प्रसिद्ध है। सवाई राम सिंह द्वितीय, सवाई जगत सिंह और सवाई प्रताप सिंह भी जयपुर के अन्य महत्वपूर्ण शासक रहे और उन्होंने भी कला को संरक्षण दिया, लेकिन मुहम्मद शाह विशेष रूप से सवाई जयसिंह द्वितीय के दरबार से जुड़े थे,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किस सम्प्रदाय के पुरुषों द्वारा अग्नि नृत्य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विश्नोई सम्प्रदाय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रामस्नेही सम्प्रदाय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जसनाथी सिद्ध</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दादू पंथ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जसनाथी सिद्ध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विश्नोई सम्प्रदाय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रामस्नेही सम्प्रदाय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दादू पंथ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राजस्थान के बीकानेर जिले के कतरियासर गांव में 'जसनाथी संप्रदाय' के सिद्ध पुरुषों द्वारा धधकते अंगारों पर 'अग्नि नृत्य' (Fire Dance) किया जाता है, जो 'फ़ते-फ़ते' के उद्घोष के साथ शुरू होता है और यह उनकी अद्भुत आध्यात्मिक साधना व शक्ति का प्रदर्शन माना जाता है। जसनाथी संप्रदाय की स्थापना संत जसनाथ जी द्वारा की गई थी, और इस संप्रदाय के अनुयायी मुख्यतः बीकानेर क्षेत्र में पाए जाते हैं, जहाँ यह अग्नि नृत्य विशेष अवसरों और मेलों में आयोजित किया जाता है, जिसे देखने के लिए दूर-दूर से पर्यटक और श्रद्धालु आते हैं। यह नृत्य इस बात का प्रमाण माना जाता है कि गहरी आध्यात्मिक साधना और मानसिक एकाग्रता से शरीर पर असाधारण नियंत्रण प्राप्त किया जा सकता है। विश्नोई, रामस्नेही और दादू पंथ भी राजस्थान के प्रमुख धार्मिक संप्रदाय हैं, लेकिन अग्नि नृत्य विशेष रूप से जसनाथी सिद्धों से जुड़ा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कुवलयमाला नामक कथा संग्रह में कितनी देशी भाषाओं के नाम का उल्लेख हुआ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16</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आठवीं सदी में जैन विद्वान उद्योतन सूरि द्वारा रचित प्रसिद्ध ग्रंथ 'कुवलयमाला' में भारत की कुल 18 देशी भाषाओं (बोलियों) का उल्लेख किया गया है, जिनमें राजस्थानी भाषा के लिए 'मरुभाषा' शब्द का प्रयोग हुआ है। यह ग्रंथ भाषाई इतिहास की दृष्टि से बहुत महत्वपूर्ण माना जाता है क्योंकि इससे यह प्रमाणित होता है कि आठवीं सदी में ही राजस्थानी भाषा एक अलग पहचान वाली बोली के रूप में स्थापित हो चुकी थी, जिसे तत्कालीन विद्वान अन्य भारतीय भाषाओं से अलग पहचानते थे। कुवलयमाला मूल रूप से प्राकृत भाषा में रचित एक धार्मिक-कथात्मक ग्रंथ है, जिसमें विभिन्न प्रांतों और क्षेत्रों के लोगों की बोलचाल की भाषा शैली का भी वर्णन किया गया है, जिससे यह प्राचीन भारत की भाषाई विविधता को समझने का एक महत्वपूर्ण स्रोत बन जाता है। इसलिए विकल्प (B), (C) और (D) में दी गई संख्याएं गलत हैं, सही संख्या 18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'अचलदास खींची री वचनिका' के लेखक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गोपाल दान कविया</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केसरी सिंह बारहठ</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रामनाथ कविया</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चारण शिवदास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चारण शिवदास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गोपाल दान कविया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केसरी सिंह बारहठ</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रामनाथ कविया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'अचलदास खींची री वचनिका' राजस्थानी साहित्य की एक ऐतिहासिक चारण काव्य रचना है, जिसकी रचना 'चारण शिवदास' (शिवदास गाडण) द्वारा डिंगल भाषा में की गई थी, जिसमें गागरोण के युद्ध का विस्तृत वर्णन मिलता है। यह रचना गागरोण के खींची शासक अचलदास की वीरता और उनके द्वारा मालवा के सुल्तान होशंगशाह के विरुद्ध लड़े गए युद्ध की गाथा प्रस्तुत करती है, और इसे राजस्थानी गद्य साहित्य की सबसे प्राचीन ऐतिहासिक रचनाओं में गिना जाता है। यह ग्रंथ न केवल साहित्यिक दृष्टि से बल्कि ऐतिहासिक स्रोत के रूप में भी महत्वपूर्ण माना जाता है क्योंकि इससे उस काल की राजनीतिक परिस्थितियों, युद्ध नीति और सामाजिक जीवन की जानकारी मिलती है। गोपाल दान कविया, केसरी सिंह बारहठ और रामनाथ कविया भी राजस्थानी साहित्य के प्रसिद्ध रचनाकार रहे हैं, लेकिन 'अचलदास खींची री वचनिका' विशेष रूप से चारण शिवदास की रचना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 में से कौन सा युग्म गलत मेलित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रामदेवजी - रामदेवरा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मल्लीनाथजी - गागरोण</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तेजाजी - खड़नाल</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पाबूजी - कोलू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मल्लीनाथजी - गागरोण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रामदेवजी - रामदेवरा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तेजाजी - खड़नाल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पाबूजी - कोलू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क्योंकि यह गलत सुमेलित युग्म है। लोकदेवता मल्लीनाथजी का प्रमुख मंदिर और उनसे जुड़ा प्रसिद्ध पशु मेला वास्तव में बाड़मेर जिले के 'तिलवाड़ा' में आयोजित होता है, न कि गागरोण में, इसलिए यह युग्म गलत है। गागरोण दुर्ग वास्तव में झालावाड़ जिले में स्थित है और यह मुख्यतः संत पीपा से संबंधित है, न कि मल्लीनाथजी से। शेष तीनों युग्म सही सुमेलित हैं - रामदेवजी का प्रसिद्ध मंदिर जैसलमेर जिले के रामदेवरा में स्थित है, तेजाजी का प्रमुख मेला नागौर जिले के खड़नाल गांव में आयोजित होता है, और पाबूजी का प्रसिद्ध मंदिर व मेला जोधपुर जिले के कोलू गांव में लगता है। राजस्थान के लोकदेवताओं से जुड़े मंदिर, मेले और उनके सही स्थान परीक्षा में अक्सर पूछे जाते हैं, इसलिए इन्हें सही-सही याद रखना बहुत जरूरी है, विशेषकर जब मिलते-जुलते स्थानों के नाम देकर भ्रमित करने का प्रयास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चन्द्रभागा मेला प्रतिवर्ष कार्तिक मास में कहाँ आयोजित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डूंगरपुर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झालावाड़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झालरापाटन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झालरापाटन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डूंगरपुर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झालावाड़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हाड़ौती अंचल का प्रसिद्ध 'चंद्रभागा पशु मेला' प्रतिवर्ष कार्तिक पूर्णिमा को चंद्रभागा नदी के तट पर झालावाड़ जिले के 'झालरापाटन' कस्बे में आयोजित किया जाता है। यह मेला पशुओं की खरीद-फरोख्त, विशेषकर बैलों और गायों की प्रदर्शनी के लिए बहुत प्रसिद्ध है, और साथ ही यहाँ स्थित प्राचीन सूर्य मंदिर के कारण इसका धार्मिक महत्व भी है, जहाँ बड़ी संख्या में श्रद्धालु स्नान और पूजा-अर्चना के लिए एकत्रित होते हैं। झालरापाटन को 'सप्तसागर नगरी' और 'मंदिरों के शहर' के नाम से भी जाना जाता है क्योंकि यहाँ कई प्राचीन मंदिर स्थित हैं। राजस्थान में इस तरह के धार्मिक-पशु मेले राज्य की सांस्कृतिक और आर्थिक गतिविधियों का महत्वपूर्ण हिस्सा हैं, जो न केवल धार्मिक आस्था बल्कि पशुपालन आधारित अर्थव्यवस्था को भी बढ़ावा देते हैं। बूंदी, डूंगरपुर और सामान्य झालावाड़ शहर में यह विशेष मेला आयोजित नहीं होता,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निम्न में से कौन सा राजस्थान का दुर्ग गिरि दुर्ग नहीं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गागरोण का दुर्ग</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जालौर का दुर्ग</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चित्तौड़गढ़ का दुर्ग</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सिवाणा का दुर्ग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गागरोण का दुर्ग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जालौर का दुर्ग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चित्तौड़गढ़ का दुर्ग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सिवाणा का दुर्ग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झालावाड़ में स्थित गागरोण दुर्ग वास्तव में आहू और कालीसिंध नदियों के संगम पर बना हुआ है, जिसके कारण यह पानी से घिरा होने के कारण 'जल दुर्ग' (औदक दुर्ग) की श्रेणी में आता है, न कि पहाड़ी पर बना 'गिरि दुर्ग' (Hill Fort)। यही कारण है कि गागरोण दुर्ग को भारत के कुछ चुनिंदा जल दुर्गों में गिना जाता है, जो वास्तुकला की दृष्टि से भी बहुत अनूठा माना जाता है। इसके विपरीत जालौर का दुर्ग, चित्तौड़गढ़ का दुर्ग और सिवाणा का दुर्ग तीनों ही ऊंची पहाड़ियों पर निर्मित हैं, इसलिए ये सभी 'गिरि दुर्ग' की श्रेणी में सही ढंग से आते हैं। राजस्थान के दुर्गों को उनकी भौगोलिक स्थिति के अनुसार गिरि दुर्ग, जल दुर्ग, वन दुर्ग और मरु दुर्ग जैसी श्रेणियों में वर्गीकृत किया जाता है, और यह वर्गीकरण परीक्षा की दृष्टि से बहुत महत्वपूर्ण है क्योंकि अलग-अलग दुर्गों को अक्सर उनकी बनावट के आधार पर पहचानने के लिए पूछा जाता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किसके द्वारा 'सुरकोटड़ा' नामक हड़प्पा संस्कृति के स्थल की खोज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बी.बी. लाल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एस.आर. राव</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वाई.डी. शर्मा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जगतपति जोशी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जगतपति जोशी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 लाल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एस.आर. राव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वाई.डी. शर्मा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गुजरात के कच्छ जिले में स्थित हड़प्पा कालीन स्थल 'सुरकोटड़ा' (जहाँ घोड़े की अस्थियों के साक्ष्य मिले हैं) की खोज 1964 में जगतपति जोशी द्वारा की गई थी। सुरकोटड़ा स्थल इसलिए विशेष महत्व रखता है क्योंकि यहाँ मिले घोड़े के अस्थि अवशेषों ने इस पुरानी धारणा को चुनौती दी कि सिंधु सभ्यता के लोग घोड़े से परिचित नहीं थे, हालांकि इस विषय पर विद्वानों में अभी भी मतभेद बना हुआ है। भारत में सिंधु घाटी सभ्यता के कई अन्य महत्वपूर्ण स्थलों की खोज अलग-अलग पुरातत्वविदों द्वारा की गई थी - जैसे लोथल की खोज एस.आर. राव ने की थी, कालीबंगन की खोज बी.बी. लाल और बी.के. थापर ने की थी, और रंगपुर की खोज माधोस्वरूप वत्स व बाद में एस.आर. राव ने की थी। इसलिए विकल्प (A), (B) और (C) में दिए गए पुरातत्वविद अन्य स्थलों की खोज से जुड़े हैं, सुरकोटड़ा की खोज विशेष रूप से जगतपति जोशी ने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चन्द्रगुप्त द्वितीय ने अपनी पुत्री प्रभावती का विवाह किस राजवंश में कर अपनी स्थिति को सुदृढ़ बनाया?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लिच्छवी वंश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कदम्ब वंश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वाकाटक वंश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नाग वंश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वाकाटक वंश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लिच्छवी वंश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कदम्ब वंश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 वंश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गुप्त सम्राट चंद्रगुप्त द्वितीय (विक्रमादित्य) ने शकों के विरुद्ध अपनी सैन्य स्थिति को मजबूत बनाने और दक्षिणापथ में अपने प्रभाव को बढ़ाने के उद्देश्य से अपनी पुत्री 'प्रभावती गुप्ता' का विवाह वाकाटक वंश के शासक रुद्रसेन द्वितीय से किया था। यह वैवाहिक संबंध राजनीतिक दृष्टि से बहुत महत्वपूर्ण साबित हुआ क्योंकि वाकाटक वंश दक्कन क्षेत्र (आधुनिक महाराष्ट्र-मध्य प्रदेश क्षेत्र) की एक शक्तिशाली सत्ता थी, और इस गठबंधन से चंद्रगुप्त द्वितीय को पश्चिमी भारत के शक शासकों के विरुद्ध अभियान चलाने में सामरिक सहायता व सुरक्षित पिछला मोर्चा (Rear Support) मिला, जिसके परिणामस्वरूप उन्होंने शक शासक रुद्रसिंह तृतीय को पराजित कर 'सकारि' और 'विक्रमादित्य' जैसी उपाधियां धारण कीं। रुद्रसेन द्वितीय की मृत्यु के बाद प्रभावती गुप्ता ने अपने नाबालिग पुत्रों की संरक्षिका के रूप में वाकाटक राज्य पर वास्तविक शासन भी किया। इसलिए विकल्प (A), (B) और (D) गलत हैं क्योंकि प्रभावती का विवाह विशेष रूप से वाकाटक वंश में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भरहुत का स्तूप किस राजवंश की कला का सुन्दर उदाहरण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चोल स्थापत्य</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कुषाणयुगीन स्थापत्य</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गुप्तकाल के स्थापत्य</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शुंगकालीन स्थापत्य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शुंगकालीन स्थापत्य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चोल स्थापत्य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कुषाणयुगीन स्थापत्य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गुप्तकाल के स्थापत्य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मध्य प्रदेश के सतना जिले में स्थित 'भरहुत स्तूप' का मूल निर्माण सम्राट अशोक (मौर्य काल) ने करवाया था, लेकिन इसके चारों ओर पाषाण वेदिका (रेलिंग) और तोरण द्वार का निर्माण शुंग वंश (लगभग दूसरी शताब्दी ईसा पूर्व) के काल में हुआ था, इसीलिए यह विशेष रूप से शुंगकालीन स्थापत्य कला का सुंदर उदाहरण माना जाता है। भरहुत स्तूप की वेदिका और तोरणों पर की गई नक्काशी में बौद्ध जातक कथाओं, भगवान बुद्ध के जीवन प्रसंगों और तत्कालीन सामाजिक जीवन के दृश्यों को बहुत बारीकी से उकेरा गया है, जिससे प्रारंभिक भारतीय मूर्तिकला और वास्तुकला के विकास का अध्ययन करने में यह स्थल बहुत महत्वपूर्ण माना जाता है। शुंग वंश की स्थापना पुष्यमित्र शुंग ने अंतिम मौर्य शासक बृहद्रथ की हत्या करके की थी। चोल स्थापत्य दक्षिण भारत से, कुषाणयुगीन स्थापत्य गांधार व मथुरा शैली से, और गुप्तकालीन स्थापत्य मंदिर वास्तुकला के स्वर्णकाल से जुड़ा है, इसलिए विकल्प (A), (B) और (C)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'ललित विग्रहराज' नाटक की रचना किसने की?</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हेमचन्द्र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कल्हण</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सोमदेव</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सोमदेव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हेमचन्द्र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कल्हण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प्रसिद्ध संस्कृत नाटक 'ललित विग्रहराज' की रचना चौहान शासक विग्रहराज चतुर्थ (बीसलदेव) के दरबारी कवि 'सोमदेव' द्वारा की गई थी। यह नाटक विग्रहराज चतुर्थ की वीरता, उनकी विजयों और शाकंभरी (अजमेर) के चौहान साम्राज्य की गौरवगाथा का वर्णन करता है, और इसे अजमेर के निकट मिले शिलालेखों में भी उत्कीर्ण पाया गया है, जो इसकी ऐतिहासिकता को प्रमाणित करता है। यह नाटक इस बात का भी प्रमाण है कि चौहान शासकों के दरबार में संस्कृत साहित्य और नाट्यकला को उच्च स्तर का संरक्षण प्राप्त था। हेमचंद्र गुजरात के चालुक्य शासकों के दरबारी विद्वान थे और उन्होंने कई जैन ग्रंथों की रचना की, कल्हण ने प्रसिद्ध ऐतिहासिक ग्रंथ 'राजतरंगिणी' लिखी जो कश्मीर के इतिहास पर आधारित है, इसलिए विकल्प (A) और (B) गलत हैं। महेश नामक कोई प्रसिद्ध रचनाकार इस नाटक से संबंधित नहीं है, इसलिए विकल्प (D) भी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कृष्णदेव राय द्वारा निम्नलिखित किस कवि को 'आन्ध्र कविता पितामह' की उपाधि दी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अल्लसानी पेड्डना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भट्टूमूर्ति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तेनाली रामकृष्ण</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पिंगली सूरन्ना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अल्लसानी पेड्डना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भट्टूमूर्ति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तेनाली रामकृष्ण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पिंगली सूरन्ना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विजयनगर साम्राज्य के महान शासक कृष्णदेवराय ने अपने दरबार के अष्टदिग्गजों (आठ महान विद्वानों) में सबसे प्रमुख कवि 'अल्लसानी पेड्डना' को तेलुगु साहित्य में उनके अभूतपूर्व योगदान के लिए 'आंध्र कविता पितामह' (तेलुगु कविता के जनक) की उपाधि प्रदान की थी। अल्लसानी पेड्डना की सबसे प्रसिद्ध रचना 'मनुचरितमु' मानी जाती है, जो तेलुगु साहित्य की एक उत्कृष्ट काव्य कृति है। कृष्णदेवराय स्वयं भी एक विद्वान शासक थे और उन्होंने संस्कृत व तेलुगु दोनों भाषाओं में साहित्य रचना की, साथ ही उन्होंने अपने दरबार में कला व साहित्य को अभूतपूर्व संरक्षण देकर विजयनगर साम्राज्य को सांस्कृतिक दृष्टि से स्वर्णिम काल में पहुंचाया। भट्टूमूर्ति, तेनाली रामकृष्ण और पिंगली सूरन्ना भी अष्टदिग्गजों में शामिल प्रसिद्ध कवि थे, लेकिन 'आंध्र कविता पितामह' की विशेष उपाधि अल्लसानी पेड्डना को ही मिली थी,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अकबर द्वारा फतेहपुर सीकरी में निर्मित किस इमारत में बौद्ध स्थापत्य कला का अनुसरण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शेख सलीम चिश्ती का मकबरा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बुलन्द दरवाजा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पंचमहल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तुर्की सुल्ताना का महल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पंचमहल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शेख सलीम चिश्ती का मकबरा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बुलन्द दरवाजा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तुर्की सुल्ताना का महल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मुगल सम्राट अकबर द्वारा फतेहपुर सीकरी में निर्मित 'पंचमहल' (जिसे 'हवा महल' भी कहा जाता है) एक पांच मंजिला पिरामिडनुमा इमारत है, जिसकी वास्तुकला डिजाइन नालंदा के प्राचीन बौद्ध विहारों की स्थापत्य शैली से प्रेरित मानी जाती है - प्रत्येक मंजिल नीचे वाली मंजिल से छोटी होती जाती है, ठीक वैसे ही जैसे प्राचीन बौद्ध स्तूप और विहारों की संरचना में देखा जाता है। यह भवन अकबर के धार्मिक सहिष्णुता के दृष्टिकोण और विभिन्न स्थापत्य शैलियों के मिश्रण (सिंक्रेटिक आर्किटेक्चर) को दर्शाने वाला एक उत्कृष्ट उदाहरण माना जाता है, क्योंकि अकबर के शासनकाल में हिंदू, जैन, बौद्ध और इस्लामी स्थापत्य शैलियों का समन्वय देखने को मिलता है। पंचमहल के खंभों की बनावट में भी हिंदू मंदिर स्थापत्य का प्रभाव स्पष्ट दिखाई देता है। शेख सलीम चिश्ती का मकबरा, बुलंद दरवाजा और तुर्की सुल्ताना का महल अपनी अलग-अलग विशिष्ट स्थापत्य शैलियों के लिए जाने जाते हैं, लेकिन बौद्ध प्रभाव विशेष रूप से पंचमहल में देखा जाता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राजस्थान राज्य का प्रथम राजप्रमुख किसे नियुक्त किया गया?</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उम्मेद सिंह, जोधपुर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करणी सिंह, बीकानेर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महाराजा सवाई मान सिंह द्वितीय, जयपुर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महाराणा भगवत सिंह, उदयपुर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महाराजा सवाई मान सिंह द्वितीय, जयपुर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उम्मेद सिंह, जोधपुर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महाराजा करणी सिंह, बीकानेर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भगवत सिंह, उदयपुर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30 मार्च 1949 को जयपुर, जोधपुर, बीकानेर और जैसलमेर जैसी बड़ी रियासतों के विलय से जब राजस्थान का व्यापक स्वरूप अस्तित्व में आया, तब जयपुर के महाराजा 'सवाई मानसिंह द्वितीय' को इस नवगठित राज्य का राजप्रमुख आजीवन (जीवन पर्यंत) के लिए नियुक्त किया गया, और वे अंत तक (1956 में पद समाप्त होने तक) इस पद पर बने रहे। राजस्थान का एकीकरण चूंकि कई चरणों में हुआ था, इसलिए इससे पहले बनी छोटी इकाइयों (जैसे मत्स्य संघ, पूर्ववर्ती राजस्थान संघ) में भी अलग-अलग शासक राजप्रमुख या मुखिया रहे, लेकिन जिस व्यापक और अंतिम स्वरूप को आमतौर पर 'राजस्थान राज्य' के रूप में मान्यता दी जाती है, उसके पहले (और एकमात्र) राजप्रमुख सवाई मानसिंह द्वितीय ही थे। महाराजा उम्मेद सिंह (जोधपुर), महाराजा करणी सिंह (बीकानेर) और महाराणा भगवत सिंह (उदयपुर) भी अपनी-अपनी रियासतों के महत्वपूर्ण शासक थे, लेकिन राजप्रमुख का पद विशेष रूप से सवाई मानसिंह द्वितीय को ही मिला,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गोपाल कृष्ण गोखले ने भारत सेवक समाज (Servants of India Society) की स्थापना किस वर्ष में 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1907 ई.</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1906 ई.</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1904 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1905 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1905 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1907 ई.</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1906 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1904 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स्वतंत्रता सेनानी और उदारवादी नेता गोपाल कृष्ण गोखले ने युवाओं को राष्ट्रीय सेवा के प्रति समर्पित प्रशिक्षित मिशनरी के रूप में तैयार करने के उद्देश्य से 12 जून 1905 को पुणे में 'सर्वेन्ट्स ऑफ इंडिया सोसाइटी' (भारत सेवक समाज) की स्थापना की थी। इस संस्था का मुख्य उद्देश्य शिक्षा, स्वास्थ्य, सामाजिक सुधार और जन-जागरूकता के क्षेत्र में निःस्वार्थ भाव से कार्य करने वाले कार्यकर्ताओं को तैयार करना था, जो देश की सेवा को अपना जीवन-लक्ष्य मानकर कार्य करें। गोपाल कृष्ण गोखले को महात्मा गांधी अपना राजनीतिक गुरु मानते थे, और गांधीजी ने भी अपनी शुरुआती राजनीतिक यात्रा में गोखले के विचारों और सिद्धांतों से गहरा प्रभाव ग्रहण किया था। यह संस्था आज भी सक्रिय है और सामाजिक कार्यों में योगदान दे रही है। इसलिए विकल्प (A), (B) और (C) में दिए गए वर्ष गलत हैं, सही वर्ष 1905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राष्ट्रीय कांग्रेस का सितम्बर 1920 में कलकत्ता में जो विशेष अधिवेशन आयोजित किया गया था और जिसमें असहयोग आन्दोलन का प्रस्ताव पारित किया गया, उसके अध्यक्ष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दादाभाई नौरोजी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मौलाना अबुल कलाम आजाद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लाला लाजपत राय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विजया राघवाचारी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लाला लाजपत 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दादाभाई नौरोजी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मौलाना अबुल कलाम आजाद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विजया राघवाचारी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जलियांवाला बाग हत्याकांड (1919) और रॉलेट एक्ट के विरोध में महात्मा गांधी के असहयोग आंदोलन के प्रस्ताव पर विचार करने के लिए सितंबर 1920 में बुलाए गए भारतीय राष्ट्रीय कांग्रेस के 'विशेष कलकत्ता अधिवेशन' की अध्यक्षता लाला लाजपत राय ने की थी। इस विशेष अधिवेशन में महात्मा गांधी ने असहयोग आंदोलन का प्रस्ताव रखा, जिसमें सरकारी उपाधियों, स्कूल-कॉलेजों, अदालतों और विदेशी वस्तुओं का बहिष्कार करने का आह्वान किया गया था, और यह प्रस्ताव भारी बहुमत से पारित हुआ, जिसने भारतीय स्वतंत्रता संग्राम को जन-आंदोलन का रूप दे दिया। बाद में इसी प्रस्ताव की औपचारिक पुष्टि दिसंबर 1920 के नागपुर अधिवेशन में सी. विजयराघवाचारी की अध्यक्षता में हुई थी, इसलिए विजया राघवाचारी का नाम भी इस आंदोलन से जुड़ा है लेकिन विशेष कलकत्ता अधिवेशन के अध्यक्ष लाला लाजपत राय ही थे। दादाभाई नौरोजी और मौलाना अबुल कलाम आजाद भी कांग्रेस के अन्य महत्वपूर्ण अधिवेशनों के अध्यक्ष रहे,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अगस्त 1953 में भारत सरकार द्वारा गठित किये गये राज्य पुनर्गठन आयोग के निम्नलिखित में से कौन सदस्य थे? (i) सर तेज बहादुर सप्रू (ii) जस्टिस फजल अली (iii) के.एम. पन्निकर (iv) हृदयनाथ कुंजरु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(ii) एवं (iii)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(ii) एवं (iv)</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(ii), (iii) एवं (iv)</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(i), (ii), (iii) एवं (iv)</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(ii), (iii) एवं (iv)</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(ii) एवं (iii)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(ii) एवं (iv)</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(i), (ii), (iii) एवं (iv)</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अगस्त 1953 में भाषायी आधार पर राज्यों के पुनर्गठन पर विचार करने के लिए भारत सरकार द्वारा गठित 'राज्य पुनर्गठन आयोग' के अध्यक्ष जस्टिस सैयद फजल अली थे, और इसके दो अन्य सदस्य के.एम. पन्निकर तथा हृदयनाथ कुंजरू थे। यह आयोग अपनी रिपोर्ट सितंबर 1955 में भारत सरकार को सौंपी, जिसकी सिफारिशों के आधार पर 1956 में राज्य पुनर्गठन अधिनियम पारित हुआ और भारत में भाषायी आधार पर राज्यों की सीमाओं का पुनर्निर्धारण किया गया, जिसमें राजस्थान का भी अंतिम एकीकरण (अजमेर, आबू-दिलवाड़ा व सुनेल टप्पा के विलय के साथ) पूरा हुआ। सर तेज बहादुर सप्रू एक प्रसिद्ध वकील और स्वतंत्रता पूर्व के उदारवादी राजनेता थे, लेकिन वे इस विशेष आयोग के सदस्य नहीं थे, इसलिए कथन (i) गलत है और इसे शामिल करने वाला विकल्प (D) गलत हो जाता है। इसलिए सही उत्तर केवल (ii), (iii) एवं (iv) वाला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एल्ब नदी और राइन नदी किस सागर में अपना जल गिराती हैं?</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उत्तरी सागर</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भूमध्य सागर</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एड्रियाटिक सागर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ब्लैक सी (काला सागर)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उत्तरी सागर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भूमध्य सागर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एड्रियाटिक सागर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ब्लैक सी (काला सागर)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यूरोप की दो प्रमुख व्यापारिक नदियां - राइन नदी और एल्ब नदी - दोनों उत्तर-पश्चिमी यूरोप से होकर बहती हुई अपना जल 'उत्तरी सागर' (North Sea) में गिराती हैं। राइन नदी यूरोप की सबसे महत्वपूर्ण व्यापारिक जलमार्ग नदियों में से एक मानी जाती है, जो स्विट्जरलैंड के आल्प्स पर्वतों से निकलकर जर्मनी, फ्रांस और नीदरलैंड जैसे देशों से होकर बहती है और अंत में नीदरलैंड में उत्तरी सागर में विलीन हो जाती है। एल्ब नदी भी मुख्यतः चेक गणराज्य और जर्मनी से होकर बहती है और हैम्बर्ग शहर के पास उत्तरी सागर में मिल जाती है। ये दोनों नदियां यूरोप के औद्योगिक विकास और अंतर्देशीय जल परिवहन में बहुत महत्वपूर्ण भूमिका निभाती रही हैं, क्योंकि इनके किनारे कई बड़े औद्योगिक शहर और बंदरगाह स्थित हैं। भूमध्य सागर, एड्रियाटिक सागर और काला सागर यूरोप के दक्षिणी व दक्षिण-पूर्वी हिस्सों से जुड़े हैं, इसलिए विकल्प (B), (C)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 में से किस सूफी सम्प्रदाय का प्रसार मुख्यतः सिन्ध, मुल्तान और पंजाब तक सीमित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कादिरी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नक्शबंदी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सुहरावर्दी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चिश्ती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सुहरावर्दी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नक्शबंदी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चिश्ती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बहाउद्दीन जकारिया द्वारा भारत में स्थापित 'सुहरावर्दी सिलसिला' (सूफी संप्रदाय) का प्रभाव मुख्य रूप से उत्तर-पश्चिम भारत यानी सिंध, मुल्तान और पंजाब क्षेत्रों तक ही सीमित था और यह अन्य क्षेत्रों में उतना व्यापक रूप से नहीं फैल पाया, जितना चिश्ती सिलसिला फैला। सुहरावर्दी संप्रदाय के अनुयायी राजकीय संरक्षण और धन-संपत्ति स्वीकार करने में चिश्ती संतों की तुलना में अधिक उदार थे, और इस संप्रदाय के संत अक्सर शासकों के साथ घनिष्ठ संबंध बनाए रखते थे। इसके विपरीत ख्वाजा मोइनुद्दीन चिश्ती द्वारा स्थापित 'चिश्ती सिलसिला' भारत में सबसे अधिक लोकप्रिय और व्यापक रूप से फैला सूफी संप्रदाय था, जिसका केंद्र अजमेर (राजस्थान) रहा और यह पूरे उत्तर भारत में फैला। कादिरी और नक्शबंदी सिलसिले भी भारत में बाद के काल में प्रभावी हुए, लेकिन इनका प्रसार क्षेत्र सुहरावर्दी से अलग था।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महाद्वीप में मरुस्थलीकरण की समस्या न्यूनतम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यूरोप</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ऑस्ट्रेलिया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एशिया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अफ्रीका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यूरोप</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ऑस्ट्रेलिया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एशिया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अफ्रीका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(A) है। 'यूरोप' दुनिया का एकमात्र ऐसा महाद्वीप है जहाँ प्राकृतिक मरुस्थल लगभग नहीं पाए जाते, और अपनी अनुकूल जलवायु परिस्थितियों (पर्याप्त वर्षा, समशीतोष्ण जलवायु) तथा भौगोलिक बनावट के कारण यहाँ मरुस्थलीकरण (Desertification) की समस्या भी सबसे न्यूनतम है। मरुस्थलीकरण का अर्थ है उपजाऊ भूमि का धीरे-धीरे मरुस्थल जैसी शुष्क और बंजर भूमि में परिवर्तित हो जाना, जो अक्सर अत्यधिक कृषि, वनों की कटाई, अत्यधिक चराई और जलवायु परिवर्तन जैसे कारणों से होता है। इसके विपरीत अफ्रीका (सहारा मरुस्थल), एशिया (थार, गोबी मरुस्थल) और ऑस्ट्रेलिया (आउटबैक क्षेत्र) में बड़े प्राकृतिक मरुस्थल पहले से मौजूद हैं और इन महाद्वीपों में मरुस्थलीकरण की समस्या भी अपेक्षाकृत अधिक गंभीर मानी जाती है, जिससे कृषि भूमि का ह्रास और खाद्य सुरक्षा पर संकट पैदा होता है। इसलिए विकल्प (B), (C) और (D) गलत हैं और यूरोप ही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कथनों पर विचार कीजिए: A. कश्मीर हिमालय 'करेवा' निर्माण के लिये प्रसिद्ध हैं। B. नालागढ़ दून सभी दूनों में सबसे बड़ा है। C. नामचा बरवा पर्वत शिखर अरुणाचल हिमालय में स्थित है। D. 'फूलों की घाटी' हिमाचल और उत्तराखण्ड हिमालय में स्थित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और C सही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C और D सही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और C सही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C और D सही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और C सही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 सही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यानी कथन A, C और D सही हैं। कश्मीर हिमालय क्षेत्र वास्तव में 'करेवा' (Karewa) नामक हिमानी-झील निक्षेपों के लिए प्रसिद्ध है, जो केसर की खेती के लिए बहुत उपजाऊ मानी जाती हैं, इसलिए कथन A सही है। नामचा बरवा पर्वत शिखर वास्तव में अरुणाचल हिमालय (पूर्वी हिमालय) में स्थित है, जहाँ ब्रह्मपुत्र नदी एक तीव्र मोड़ लेती है, इसलिए कथन C भी सही है। प्रसिद्ध 'फूलों की घाटी' (Valley of Flowers) उत्तराखंड में स्थित है, लेकिन यह हिमाचल-उत्तराखंड हिमालय के संयुक्त भौगोलिक उप-विभाजन का हिस्सा मानी जाती है (क्योंकि यह पश्चिमी हिमालय के इसी खंड में आती है), इसलिए कथन D भी सही माना गया है। कथन B गलत है क्योंकि सभी दूनों (घाटियों) में सबसे बड़ा दून 'देहरादून' है, न कि नालागढ़ दून, जो अपेक्षाकृत छोटा है। इसलिए विकल्प (A), (B) और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कौन से क्षेत्र उत्तरी-पूर्वी मानसून से वर्षा प्राप्त करते हैं? A. तमिलनाडु तट B. गुजरात तट C. दक्षिणी आन्ध्र प्रदेश D. दक्षिण-पूर्व कर्नाटक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C और D</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B, C और D</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(B) है, यानी A, C और D सही हैं। लौटता हुआ या उत्तर-पूर्वी मानसून (शीतकालीन मानसून) मुख्य रूप से कोरोमंडल तट (तमिलनाडु), दक्षिणी आंध्र प्रदेश और दक्षिण-पूर्व कर्नाटक में भारी वर्षा करता है, क्योंकि यह मानसून बंगाल की खाड़ी से नमी लेकर दक्षिण-पूर्वी दिशा से इन तटीय क्षेत्रों की ओर बढ़ता है। यही कारण है कि तमिलनाडु में मुख्य वर्षा ऋतु जून-सितंबर का दक्षिण-पश्चिम मानसून नहीं, बल्कि अक्टूबर-दिसंबर का उत्तर-पूर्वी मानसून होता है, जो इसे भारत के बाकी अधिकांश हिस्सों से अलग बनाता है। इसके विपरीत गुजरात तट को यह वर्षा प्राप्त नहीं होती क्योंकि गुजरात अरब सागर की ओर स्थित है और वहाँ मुख्यतः दक्षिण-पश्चिम मानसून से ही वर्षा होती है, उत्तर-पूर्वी मानसून का प्रभाव वहाँ तक प्रभावी रूप से नहीं पहुंच पाता। इसलिए विकल्प (A), (C) और (D) में गुजरात तट को शामिल करने के कारण ये गलत हो जाते हैं, और सही उत्तर केवल तमिलनाडु, दक्षिणी आंध्र प्रदेश और दक्षिण-पूर्व कर्नाटक वाला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कौन सा सुमेलित नहीं है? (झील - राज्य में स्थिति)</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भीमताल - उत्तराखण्ड</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पुलिकट - तमिलनाडु</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लोकटक - मणिपुर</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रूपकुण्ड - हिमाचल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रूपकुण्ड - हिमाचल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भीमताल - उत्तराखण्ड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पुलिकट - तमिलनाडु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लोकटक - मणिपुर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(D) है क्योंकि यह गलत सुमेलित युग्म है। 'रूपकुंड' झील, जिसे कंकाल झील (Skeleton Lake) भी कहा जाता है, वास्तव में उत्तराखंड राज्य के चमोली जिले में स्थित है, न कि हिमाचल प्रदेश में, इसलिए यह युग्म गलत है। रूपकुंड झील अपने रहस्यमयी मानव कंकालों के लिए प्रसिद्ध है, जो हिमालय की ऊंची चोटियों के बीच स्थित इस झील के तल में सैकड़ों वर्षों से जमे हुए पाए गए हैं, और इनकी उत्पत्ति को लेकर वैज्ञानिकों में अभी भी शोध जारी है। शेष तीनों युग्म सही सुमेलित हैं - भीमताल झील उत्तराखंड के नैनीताल जिले में स्थित है, पुलिकट झील (भारत की दूसरी सबसे बड़ी खारे पानी की लैगून झील) आंध्र प्रदेश-तमिलनाडु सीमा पर स्थित है (तमिलनाडु का हिस्सा), और लोकटक झील पूर्वोत्तर भारत के मणिपुर राज्य में स्थित है, जो अपनी तैरती हुई द्वीपनुमा वनस्पति (फुमदी) के लिए विश्व प्रसिद्ध है। इसलिए विकल्प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संयुक्त राज्य अमेरिका का औद्योगिक प्रदेश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सिनसिनाटी - इंडियानापोलिस प्रदेश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ग्रेट कान्हावा घाटी प्रदेश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मिडलैण्ड्स प्रदेश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मिशिगन झील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मिडलैण्ड्स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सिनसिनाटी - इंडियानापोलिस 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ग्रेट कान्हावा घाटी 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मिशिगन झील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उत्तर विकल्प (C) है। 'मिडलैंड्स प्रदेश' (Midlands Region) वास्तव में इंग्लैंड (ग्रेट ब्रिटेन) का एक प्रमुख औद्योगिक और विनिर्माण केंद्र है, विशेषकर बर्मिंघम शहर के आसपास का क्षेत्र, न कि संयुक्त राज्य अमेरिका (USA) का, इसलिए यह प्रश्न में पूछे गए संदर्भ में सही उत्तर बनता है। संयुक्त राज्य अमेरिका में औद्योगीकरण मुख्यतः पूर्वोत्तर और मध्य-पश्चिमी क्षेत्रों में केंद्रित रहा है, जिसमें सिनसिनाटी-इंडियानापोलिस प्रदेश, ग्रेट कान्हावा घाटी प्रदेश (पश्चिम वर्जीनिया के आसपास, रासायनिक उद्योगों के लिए प्रसिद्ध) और मिशिगन झील प्रदेश (शिकागो-डेट्रॉइट क्षेत्र, ऑटोमोबाइल व इस्पात उद्योग के लिए प्रसिद्ध) शामिल हैं, ये सभी वास्तविक अमेरिकी औद्योगिक प्रदेश हैं। विश्व के प्रमुख औद्योगिक प्रदेशों को उनके सही देश और विशेषता (किस उद्योग के लिए प्रसिद्ध) के साथ याद रखना विश्व भूगोल के परीक्षा खंड के लिए बहुत महत्वपूर्ण है, विशेषकर जब मिलते-जुलते नाम वाले प्रदेश अलग-अलग देशों में स्थित होते हैं। इसलिए विकल्प (A), (B) और (D) गलत हैं क्योंकि ये तीनों वास्तविक अमेरिकी औद्योगिक प्रदेश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