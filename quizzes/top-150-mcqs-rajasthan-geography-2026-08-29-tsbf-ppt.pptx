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'मालपुरा-करौली का मैदान' किस नदी बेसिन का भाग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लूनी बेसिन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बेसिन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चम्बल बेसिन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घग्घर बेसिन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बनास बेसिन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लूनी बेसिन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चम्बल बेसिन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घग्घर बेसिन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मालपुरा-करौली का मैदान बनास बेसिन के उत्तर-पूर्वी भाग में स्थित एक अत्यंत महत्वपूर्ण भू-आकृतिक उप-प्रदेश है। इस मैदान की औसत ऊँचाई समुद्र तल से लगभग 280 से 400 मीटर के बीच पाई जाती है। इसका सामान्य ढाल दक्षिण-पूर्व और पूर्व दिशा की ओर है। भू-वैज्ञानिक दृष्टि से यह मैदान मुख्य रूप से शिस्ट और नीस जैसी रूपांतरित चट्टानों से निर्मित है, जिस पर जलोढ़ मृदा और कहीं-कहीं बलुआ पत्थर की मोटी परतें फैली हुई हैं। करौली, हिंडौन, मंडरायल तथा मालपुरा के आसपास का यह क्षेत्र बनास नदी और उसकी सहायक नदियों द्वारा लाए गए उपजाऊ तलछटों से निर्मित हुआ है। लूनी बेसिन पश्चिमी राजस्थान का अपवाह तंत्र है, जबकि चम्बल बेसिन बीहड़ स्थलाकृति के लिए और घग्घर बेसिन उत्तरी राजस्थान में घग्घर नदी के प्रवाह क्षेत्र के लिए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थार मरुस्थल की भौगोलिक एवं जलवायु विशेषताओं के संबंध में निम्नलिखित कथनों पर विचार कीजिए: A. इस क्षेत्र में अत्यधिक उच्च दैनिक व वार्षिक तापान्तर तथा निम्न सापेक्षिक आर्द्रता पाई जाती है। B. थार मरुस्थल एक विशिष्ट उष्ण एवं शुष्क उपोष्णकटिबंधीय मरुस्थलीय जलवायु का प्रतिनिधित्व करता है। C. ग्रीष्म ऋतु में अत्यधिक विकिरण उत्सर्जन के कारण यहाँ रात का तापमान कभी-कभी 15°C से भी नीचे चला जाता है। D. यह संपूर्ण भू-भाग वर्ष भर मानसूनी पवनों से अत्यधिक मात्रा में वर्षा प्राप्त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 मरुस्थल भारत का प्रमुख उष्ण एवं शुष्क मरुस्थलीय प्रदेश है। यहाँ रेतीली बलुई मिट्टी की प्रचुरता के कारण ऊष्मा का अवशोषण और विकिरण दोनों बहुत तीव्र गति से होते हैं, जिससे दिन अत्यधिक गर्म (45°C से 50°C तक) और रातें काफी ठंडी हो जाती हैं। शुष्क वायुमंडलीय दशाओं और आकाश के साफ रहने के कारण अत्यधिक पार्थिव विकिरण से ग्रीष्मकाल में भी रात का तापमान अचानक गिरकर 15°C या उससे नीचे पहुंच जाता है, इसलिए कथन A, B और C पूरी तरह सही हैं। कथन D असत्य है क्योंकि थार मरुस्थल अरावली के वृष्टि-छाया क्षेत्र में होने तथा अरावली की दिशा मानसूनी पवनों के समानांतर होने के कारण वर्षा से वंचित रहता है और यहाँ औसत वार्षिक वर्षा 25 सेमी से भी कम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 व्लादिमीर कोपेन के जलवायु वर्गीकरण के अनुसार राजस्थान के निम्नलिखित में से किस जिले में 'Aw' प्रकार की जलवायु नहीं पाई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कोपेन के जलवायु वर्गीकरण के अनुसार 'Aw' का अर्थ उष्ण कटिबंधीय आर्द्र अथवा सवाना तुल्य जलवायु प्रदेश से है। राजस्थान में इस जलवायु प्रदेश का विस्तार मुख्य रूप से दक्षिणी राजस्थान के वागड़ क्षेत्र (बांसवाड़ा, डूंगरपुर, प्रतापगढ़), दक्षिणी-पूर्वी राजस्थान के हाड़ौती क्षेत्र (झालावाड़, बारां, कोटा) तथा सिरोही जिले के माउंट आबू पर्वतीय क्षेत्र में पाया जाता है। हाड़ौती क्षेत्र में बूंदी जिला 'Aw' में शामिल न होकर 'Cwg' (उपोष्ण मानसूनी/उप-आर्द्र) जलवायु प्रदेश के अंतर्गत आता है। 'Aw' क्षेत्र में वार्षिक वर्षा 80 से 100 सेमी से अधिक होती है तथा यहाँ सघन पर्णपाती एवं सवाना तुल्य पौष्टिक वनस्पति का विस्तार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 डब्ल्यू. थॉर्नथवेट के जलवायु वर्गीकरण प्रणाली के अनुसार राजस्थान के जलवायु प्रदेशों का संबंधित जिलों के साथ सही मिलान कीजिए: सूची-I (जलवायु प्रदेश): सूची-I: A. CA'w B. DA'w C. DB'w D. EA'd सूची-II: 1. डूंगरपुर, बांसवाड़ा, झालावाड़ 2. अजमेर, जयपुर, टोंक, सवाई माधोपुर 3. बीकानेर, श्रीगंगानगर, हनुमानगढ़, चूरू 4. जैसलमेर, बाड़मेर, पश्चिमी 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थॉर्नथवेट का जलवायु वर्गीकरण वर्षण प्रभावशीलता, तापीय दक्षता और वाष्पीकरण के आधार पर निर्धारित किया गया है। 'CA'w' उपार्द्र जलवायु प्रदेश को दर्शाता है जो दक्षिणी राजस्थान (डूंगरपुर, बांसवाड़ा) और दक्षिण-पूर्वी हाड़ौती (झालावाड़) में विस्तृत है। 'DA'w' अर्द्ध-शुष्क उपोष्ण जलवायु प्रदेश है जो राजस्थान के सर्वाधिक भू-भाग (जयपुर, अजमेर, भीलवाड़ा, टोंक, सवाई माधोपुर) को आच्छादित करता है। 'DB'w' मध्य-तापीय अर्द्ध-शुष्क जलवायु प्रदेश है जिसमें उत्तरी राजस्थान के श्रीगंगानगर, हनुमानगढ़, बीकानेर और चूरू जिले आते हैं। 'EA'd' उष्णकटिबंधीय मरुस्थलीय अत्यंत शुष्क जलवायु प्रदेश है जो पश्चिमी राजस्थान के जैसलमेर, बाड़मेर और पश्चिमी जोधपुर क्षेत्र में पाया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स्थानीय जलवायु शब्दावली एवं मौसम संबंधी घटनाओं के संदर्भ में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 - राज्य में ग्रीष्म ऋतु में चलने वाली अत्यधिक गर्म एवं शुष्क पवनें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मावठ - शीत ऋतु में पश्चिमी विक्षोभों से होने वाली लाभदायक वर्षा</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भभूल्या - ग्रीष्मकाल में स्थानीय तापीय विषमता से उत्पन्न तीव्र वायु चक्रवात (भंवर)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बरखान - शीतकाल में होने वाली वर्षा का स्थानीय ग्रामीण नाम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बरखान - शीतकाल में होने वाली वर्षा का स्थानीय ग्रामीण नाम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 - राज्य में ग्रीष्म ऋतु में चलने वाली अत्यधिक गर्म एवं शुष्क पवनें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मावठ - शीत ऋतु में पश्चिमी विक्षोभों से होने वाली लाभदायक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भभूल्या - ग्रीष्मकाल में स्थानीय तापीय विषमता से उत्पन्न तीव्र वायु चक्रवात (भंवर)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स्थानीय मौसम और स्थलाकृतियों से जुड़े कई विशिष्ट नाम प्रचलित हैं। 'बरखान' कोई शीतकालीन वर्षा नहीं है, बल्कि यह पवन के निक्षेपण द्वारा निर्मित अर्द्ध-चन्द्राकार (Crescent-shaped) गतिशील बालुका स्तूप है। ये बालुका स्तूप मरुस्थलीकरण को बढ़ाने में सर्वाधिक योगदान देते हैं और मुख्य रूप से शेखावाटी (चूरू के भालेरी) तथा बीकानेर में पाए जाते हैं। ग्रीष्म ऋतु में चलने वाली शुष्क व गर्म हवाओं को 'लू' कहा जाता है। शीतकाल में भूमध्यसागरीय चक्रवातों (पश्चिमी विक्षोभ) से होने वाली वर्षा को 'मावठ' कहते हैं, जो रबी की फसलों के लिए अमृत समान होती है। अत्यधिक गर्मी के कारण वायुदाब के अंतर से बनने वाले स्थानीय वायु भंवर को 'भभूल्या'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पूर्वी मैदानी प्रदेश के संदर्भ में निम्नलिखित कथनों पर विचार कीजिए: A. यह मैदानी प्रदेश राज्य के कुल क्षेत्रफल के लगभग 23.9% भू-भाग पर फैला है और यहाँ राज्य की लगभग 40% जनसंख्या निवास करती है। B. इस मैदान की पश्चिमी सीमा 50 सेमी की समवर्षा रेखा द्वारा अरावली पर्वतमाला के साथ निर्धारित होती है। C. यह मैदान मुख्य रूप से सिंधु और घग्घर नदियों द्वारा बहाकर लाई गई तलछट से निर्मित हुआ है। D. इस मैदान के उत्तरी और पूर्वी भागों में उपजाऊ जलोढ़ (कांप) मृदा का अत्यधिक सघन जमाव पाया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पूर्वी मैदानी प्रदेश अरावली के पूर्व में स्थित समतल एवं उपजाऊ भू-भाग है। यह राज्य के 23.9% क्षेत्रफल पर विस्तृत है तथा राज्य की 40% आबादी को समाहित करता है, जो इसे राज्य का सर्वाधिक जनघनत्व वाला भौतिक प्रदेश बनाता है। यह मैदान पश्चिम में 50 सेमी समवर्षा रेखा द्वारा अरावली से अलग होता है और यहाँ जलोढ़ मिट्टी के जमाव के कारण कृषि अत्यंत समृद्ध है। कथन C असत्य है क्योंकि यह मैदान सिंधु-घग्घर का नहीं, बल्कि बनास, बाणगंगा, चम्बल और माही (छप्पन मैदान) नदियों और उनकी सहायक नदियों द्वारा जमा की गई कांप मिट्टी से निर्मित गंगा-यमुना अपवाह तंत्र का हिस्सा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अरावली पर्वतमाला के प्रमुख दरों (नाल) को उनके संबंधित जिलों के साथ सुमेलित कीजिए: सूची-I (दर्रा / नाल): सूची-I: A. पगल्या की नाल (जिलवाड़ा नाल) B. हाथी दर्रा C. बोरांग दर्रा D. बर दर्रा सूची-II: 1. राजसमंद 2. उदयपुर 3. सिरोही 4. पाली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में स्थित दर्रे (जिन्हें स्थानीय भाषा में 'नाल' या 'घाट' कहा जाता है) पर्वतीय श्रेणियों के मध्य प्राकृतिक आवागमन मार्ग प्रदान करते हैं। 'पगल्या की नाल' (या जिलवाड़ा की नाल) राजसमंद जिले में स्थित है जो मेवाड़ को मारवाड़ से जोड़ती है। 'हाथी दर्रा' उदयपुर जिले में स्थित है। 'बोरांग दर्रा' सिरोही जिले में अवस्थित है, जबकि 'बर दर्रा' पाली जिले की ब्यावर सीमा के निकट स्थित है, जहाँ से राष्ट्रीय राजमार्ग गुजरता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प्रमुख पहाड़ियों एवं उनकी अवस्थिति के संदर्भ में निम्नलिखित में से कौन-सा युग्म असुमेलित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खण्डेला की पहाड़ियाँ - सीकर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उदयनाथ की पहाड़ियाँ - अलवर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मेरवाड़ा की पहाड़ियाँ - अजमेर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मालखेत की पहाड़ियाँ - 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मालखेत की पहाड़ियाँ - भरतपुर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खण्डेला की पहाड़ियाँ -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उदयनाथ की पहाड़ियाँ - अलवर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मेरवाड़ा की पहाड़ियाँ - अजमेर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मालखेत की पहाड़ियाँ भरतपुर जिले में नहीं, बल्कि राजस्थान के सीकर जिले (शेखावाटी क्षेत्र) में स्थित हैं। सीकर जिले में ही खण्डेला की पहाड़ियाँ भी स्थित हैं, जहाँ से कांतली नदी का उद्गम होता है। उदयनाथ की पहाड़ियाँ अलवर जिले के थानागाजी क्षेत्र में स्थित हैं, जहाँ से रूपारेल (लसवारी/वराह) नदी निकलती है। मेरवाड़ा की पहाड़ियाँ मध्य अरावली (अजमेर जिले) में स्थित हैं, जो मारवाड़ के समतल मैदान को मेवाड़ के उच्च पठार से पृथक करने वाली प्राकृतिक पर्वत श्रेणी का कार्य करती हैं। अतः विकल्प D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थार मरुस्थल में विशिष्ट भू-आकृतिक स्वरूप वाले 'तारा बालुका स्तूप' (Star Dunes) मुख्य रूप से किन क्षेत्रों में पाए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मोहनगढ़ (जैसलमेर) एवं सूरतगढ़ (श्रीगंगानगर)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सरदारशहर (चूरू) एवं खाटू (सीकर)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सिवाना (बालोतरा) एवं फलौदी (जोधपुर)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कोलायत (बीकानेर) एवं पचपदरा (बालोतरा)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मोहनगढ़ (जैसलमेर) एवं सूरतगढ़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सरदारशहर (चूरू) एवं खाटू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सिवाना (बालोतरा) एवं फलौदी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कोलायत (बीकानेर) एवं पचपदरा (बालोतरा)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 बालुका स्तूप (Star Dunes) पवन की बहु-दिशात्मक गति और भंवरदार प्रवाह के कारण निर्मित होने वाली विशिष्ट तारानुमा संरचनाएं हैं। इन स्तूपों की कई भुजाएं विभिन्न दिशाओं में तारे की तरह निकली होती हैं और इनकी ऊँचाई सामान्यतः 10 से 25 मीटर तक होती है। राजस्थान में तारा बालुका स्तूप मुख्य रूप से जैसलमेर जिले के मोहनगढ़ व पोकरण क्षेत्रों तथा श्रीगंगानगर जिले के सूरतगढ़ क्षेत्र में पाए जाते हैं। इसके अतिरिक्त रावतसर (हनुमानगढ़) के आसपास भी इनके छोटे पॉकेट्स मिलते हैं। चूरू और सीकर में बरखान स्तूपों की बहुलता है, जबकि सिवाना और बालोतरा में पर्वतीय एवं रेतीले टीले पाए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दक्षिण-पूर्वी पठारी प्रदेश (हाड़ौती) के संबंध में निम्नलिखित कथनों पर विचार कीजिए: A. यह पठारी भाग राज्य के कुल क्षेत्रफल के लगभग 9% भाग पर फैला है और यहाँ लगभग 13% जनसंख्या निवास करती है। B. इस क्षेत्र में क्रिटेशियस युगीन लावा मिश्रित बेसाल्ट शैलों एवं विन्ध्यन बलुआ पत्थरों का सम्मिश्रण पाया जाता है। C. यह प्रदेश अरावली के पश्चिम में स्थित शुष्क मरुस्थल की तुलना में अत्यधिक कम वर्षा प्राप्त करता है। D. भौतिक दृष्टि से इसे दो प्रमुख उप-प्रदेशों-विन्ध्यन कगार भूमि और दक्कन लावा पठार में वर्गीकृत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दक्षिण-पूर्वी पठार (हाड़ौती प्रदेश) मालवा के पठार का ही उत्तरी विस्तार है। यह राज्य के 9% क्षेत्रफल पर विस्तृत है और 13% जनसंख्या को धारण करता है। भू-गर्भिक रूप से यहाँ विन्ध्यन क्रम के बलुआ पत्थर एवं दक्कन ट्रैप के लावा प्रवाह (बेसाल्ट) का जमाव पाया जाता है, जिसके अपक्षय से उपजाऊ मध्यम काली (रेगुर) मिट्टी बनी है। इसे दो उप-इकाइयों (विन्ध्यन कगार व दक्कन लावा पठार) में बांटा जाता है। कथन C असत्य है क्योंकि यह प्रदेश राजस्थान का सर्वाधिक वर्षा प्राप्त करने वाला भौतिक क्षेत्र है (औसत वर्षा 80-120 सेमी), न कि पश्चिमी मरुस्थल से कम वर्षा वाला क्षेत्र।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पवन प्रवाह की दिशा के आधार पर बालुका स्तूपों के निर्माण के संबंध में निम्नलिखित कथनों पर विचार कीजिए: A. अनुप्रस्थ (Transverse) बालुका स्तूप प्रचलित पवन के प्रवाह की दिशा के लंबवत (समकोण पर) निर्मित होते हैं। B. अनुदैर्ध्य या रेखीय (Longitudinal/Seif) बालुका स्तूप प्रचलित पवन की दिशा के समानांतर विकसित होते हैं। C. बरखान (Barchan) बालुका स्तूप अर्द्ध-चन्द्राकार आकृति वाले गतिशील स्तूप होते हैं जिनके दोनों छोर पवन की दिशा में आगे निकले होते हैं। D. पैराबोलिक बालुका स्तूप वनस्पति या झाड़ियों के सहारे महिलाओं के हेयरपिन जैसी उल्टी अर्द्ध-चन्द्राकार आकृति में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शुष्क मरुस्थलीय प्रदेश में पवन के अपरदन एवं निक्षेपण से विविध प्रकार के बालुका स्तूप बनते हैं। जब पवन मार्ग में अवरोध आने पर रेत का निक्षेप पवन की दिशा के समकोण (90°) पर होता है, तो उन्हें अनुप्रस्थ स्तूप कहते हैं (जैसे जोधपुर, बीकानेर, झुंझुनूं)। जब रेत की दीवारें पवन के समानांतर बनती हैं, तो उन्हें अनुदैर्ध्य या सीफ (Seif) कहते हैं (जैसे जैसलमेर, बाड़मेर)। बरखान अत्यंत गतिशील अर्द्ध-चन्द्राकार स्तूप हैं जो मरुस्थलीकरण के मुख्य कारक हैं। पैराबोलिक स्तूप राजस्थान में सर्वाधिक विस्तृत बालुका स्तूप हैं, जिनकी आकृति बरखान के विपरीत (हेयरपिन नुमा)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उदयपुर जिले में जरगा और रागा पर्वत चोटियों के मध्य स्थित वर्ष भर हरा-भरा रहने वाले उच्च पठारी क्षेत्र को किस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भोराट का पठार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देशहरो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लसाड़िया का पठार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ऊपरमाल का पठार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देशहरो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भोराट का पठार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लसाड़िया का पठार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ऊपरमाल का पठार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अरावली में उदयपुर जिले के अंतर्गत जरगा पर्वत (1431 मी.) और रागा पर्वत के बीच स्थित उच्च पर्वतीय घाटी क्षेत्र को 'देशहरो' कहा जाता है। यह क्षेत्र अपनी विशिष्ट स्थलाकृति और वर्ष भर हरी-भरी प्राकृतिक वनस्पति से आच्छादित रहने के कारण इस नाम से प्रसिद्ध है। 'भोराट का पठार' कुम्भलगढ़ (राजसमंद) और गोगुंदा (उदयपुर) के मध्य स्थित है। 'लसाड़िया का पठार' जयसमंद झील के पूर्व में स्थित अत्यधिक कटा-फटा व विच्छेदित पठार है जो अब सलूंबर जिले में आता है। 'ऊपरमाल का पठार' बिजौलिया (भीलवाड़ा) से भैंसरोड़गढ़ (चित्तौड़गढ़) के मध्य स्थित पथरीला पठारी भू-भाग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उच्चावच एवं धरातलीय विशेषताओं के आधार पर राजस्थान के पश्चिमी मरुस्थलीय प्रदेश को कितने उप-प्रदेशों में विभाजित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उप-प्रदेश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उप-प्रदेश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 उप-प्रदेश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उप-प्रदेश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 उप-प्रदेश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उप-प्रदेश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उप-प्रदेश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उप-प्रदेश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उच्चावच और प्राकृतिक बनावट की दृष्टि से राजस्थान के विशाल मरुस्थलीय प्रदेश को स्पष्ट रूप से 4 उप-प्रदेशों में विभाजित किया जाता है: (1) महान मरुस्थल (Great Desert) - जो भारत-पाक अंतरराष्ट्रीय सीमा के सहारे पूर्णतः बालुका स्तूपों से ढका हुआ है; (2) चट्टानी प्रदेश (Rock/Hamada Desert) - जो बाड़मेर, जैसलमेर और बीकानेर के मध्य फैला पथरीला भू-भाग है; (3) लघु मरुस्थल (Little Desert) - जो कच्छ के रण से बीकानेर तक विस्तृत है; तथा (4) अर्द्ध-शुष्क प्रदेश (Semi-arid / Rajasthan Bangar) - जिसके अंतर्गत लूनी बेसिन, शेखावाटी अंतःप्रवाही प्रदेश, नागौरी उच्च भूमि और घग्घर का मैदान सम्मिलित हैं। 'राठी प्रदेश' मरुस्थल का कोई उच्चावचीय विभाजन नहीं, बल्कि 25 सेमी से कम वर्षा वाली विशिष्ट गाय की नस्ल एवं क्षेत्र का नाम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निम्नलिखित पर्वत शिखरों को उनकी ऊँचाई के अनुसार सही अवरोही (Descending) क्रम में व्यवस्थित कीजिए: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&gt; अचलगढ़ &gt; जरगा &gt; कुम्भलगढ़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जरगा &gt; सेर &gt; अचलगढ़ &gt; कुम्भलगढ़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&gt; जरगा &gt; अचलगढ़ &gt; कुम्भलगढ़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कुम्भलगढ़ &gt; अचलगढ़ &gt; जरगा &gt; सेर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 &gt; जरगा &gt; अचलगढ़ &gt; कुम्भलगढ़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&gt; अचलगढ़ &gt; जरगा &gt; कुम्भलगढ़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जरगा &gt; सेर &gt; अचलगढ़ &gt; कुम्भलगढ़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कुम्भलगढ़ &gt; अचलगढ़ &gt; जरगा &gt; सेर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राजस्थान के मध्य से गुजरने वाली विश्व की प्राचीनतम वलित पर्वत श्रृंखला है। इसके प्रमुख शिखरों की ऊँचाई का सही अवरोही क्रम इस प्रकार है: (1) गुरु शिखर (सिरोही) - 1722 मीटर, (2) सेर (सिरोही) - 1597 मीटर, (3) दिलवाड़ा (सिरोही) - 1442 मीटर, (4) जरगा (उदयपुर) - 1431 मीटर, (5) अचलगढ़ (सिरोही) - 1380 मीटर, (6) आबू (सिरोही) - 1295 मीटर, तथा (7) कुम्भलगढ़ (राजसमंद) - 1224 मीटर। अतः दिए गए विकल्पों में सेर (1597 मी.) &gt; जरगा (1431 मी.) &gt; अचलगढ़ (1380 मी.) &gt; कुम्भलगढ़ (1224 मी.) का क्रम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दक्षिणी भाग में माही नदी के जल ग्रहण क्षेत्र में स्थित अत्यधिक विच्छेदित पहाड़ी एवं संकीर्ण घाटी भू-भाग को स्थानीय भाषा में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छप्पन का मैदान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वागड़ (बागड़)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काँठल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मेवल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वागड़ (बागड़)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छप्पन का मैदान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काँठल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मेवल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दक्षिणी भाग में स्थित बांसवाड़ा और डूंगरपुर जिलों का पहाड़ी एवं माही नदी तथा उसकी सहायक नदियों द्वारा गहराई तक विच्छेदित (Dissected) भू-भाग स्थानीय बोली में 'वागड़' कहलाता है। यहाँ वागड़ी बोली बोली जाती है। प्रतापगढ़ और बांसवाड़ा के मध्य माही नदी के तटवर्ती क्षेत्र में फैले 56 ग्राम समूहों अथवा नदी-नालों के प्रवाह क्षेत्र को 'छप्पन का मैदान' कहा जाता है। माही नदी के किनारे स्थित प्रतापगढ़ के भू-भाग को 'काँठल' कहते हैं। डूंगरपुर और बांसवाड़ा के बीच के पहाड़ी क्षेत्र को 'मेवल' के नाम से भी जाना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हाड़ौती पठारी प्रदेश के धरातलीय उप-प्रदेशों के संबंध में निम्नलिखित कथनों पर विचार कीजिए: A. बूंदी पर्वत श्रेणी की सर्वोच्च चोटी सतूर (353 मीटर) है, जो अर्द्ध-चन्द्राकार रूप में विस्तृत है। B. मुकन्दरा पर्वत श्रेणी कोटा और झालावाड़ जिलों में लगभग 120 किमी की लम्बाई में फैली है। C. शाहबाद उच्च भूमि (बारां) का सर्वोच्च शिखर कस्बा थाना (456 मीटर) है। D. रामगढ़ (बारां) में उल्कापिण्ड गिरने से निर्मित 650 करोड़ वर्ष पुराने घोड़े की नाल (Horse-shoe) आकृति वाले क्रेटर को भारत की भू-विरासत साइट घोषित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के पठार को 5 धरातलीय उप-प्रदेशों में बांटा जाता है: अर्द्ध-चन्द्राकार पर्वत श्रेणियां, नदी निर्मित मैदान, शाहबाद का उच्च स्थल, झालावाड़ का पठार तथा डग-गंगधार के उच्च क्षेत्र। बूंदी की पहाड़ियाँ 96 किमी लम्बी हैं और सतूर (353 मी.) इसका सर्वोच्च शिखर है। मुकन्दरा पहाड़ियाँ 120 किमी तक फैली हैं। शाहबाद उच्च क्षेत्र समुद्र तल से 300 मी. से अधिक ऊँचा है जिसका शिखर कस्बा थाना (456 मी.) है। रामगढ़ (बारां) में स्थित क्रेटर उल्कापिण्ड के संघात से बना है, जिसे भारतीय भूवैज्ञानिक सर्वेक्षण (GSI) द्वारा भू-विरासत स्थल (Geo-heritage site) का दर्जा दिया गया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भौगोलिक स्थिति एवं जलवायु के संदर्भ में निम्नलिखित कथनों पर विचार कीजिए: A. अरावली पर्वत श्रृंखला के पश्चिम में न्यून वर्षा, उच्च दैनिक तापांतर और तीव्र वाष्पीकरण वाली शुष्क जलवायु पाई जाती है। B. अरावली के पूर्व में स्थित मैदानी एवं पठारी भाग में अर्द्ध-शुष्क, उप-आर्द्र एवं आर्द्र प्रकार की जलवायु पाई जाती है। C. अरावली पर्वतमाला की दक्षिण-पश्चिम से उत्तर-पूर्व दिशा अरब सागरीय मानसूनी पवनों के समानांतर होने के कारण वर्षा कराने में बाधक बनती है। D. राजस्थान की जलवायु पूर्णतः भूमध्यरेखीय सदाबहार जलवायु का उदाहरण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जलवायु विविधताओं से युक्त है। अरावली पर्वतमाला राज्य में मुख्य जलवायु विभाजक का कार्य करती है। अरावली के पश्चिम में स्थित 12-13 मरुस्थलीय जिलों में शुष्क एवं अत्यधिक तापांतर वाली जलवायु पाई जाती है, जबकि अरावली के पूर्व में उप-आर्द्र से अति-आर्द्र जलवायु है। अरावली की अवस्थिति दक्षिण-पश्चिम मानसून की अरब सागर शाखा के समानांतर होने के कारण मानसूनी हवाएं बिना टकराए सीधे उत्तर की ओर निकल जाती हैं। कथन D गलत है क्योंकि राजस्थान उपोष्ण/उष्णकटिबंधीय मानसूनी एवं महाद्वीपीय जलवायु के अंतर्गत आता है, भूमध्यरेखीय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अक्षांशीय स्थिति (23°03' उत्तरी अक्षांश से 30°12' उत्तरी अक्षांश) के अनुसार राज्य का अधिकांश भौगोलिक भू-भाग किस कटिबंध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शीत कटिबंध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उष्ण कटिबंध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उपोष्ण / शीतोष्ण कटिबंध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विषुवतीय कटिबंध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उपोष्ण / शीतोष्ण कटिबंध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शीत कटिबंध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उष्ण कटिबंध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विषुवतीय कटिबंध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कर्क रेखा (23°30' उत्तरी अक्षांश) राजस्थान के दक्षिणी छोर पर स्थित बांसवाड़ा जिले के लगभग मध्य (कुशलगढ़) से और डूंगरपुर जिले के दक्षिणी सीमावर्ती गाँव (चीखली) को छूती हुई गुजरती है। कर्क रेखा से नीचे का बहुत छोटा भाग ही उष्ण कटिबंध में आता है, जबकि राजस्थान का लगभग 99% से अधिक विशाल भू-भाग कर्क रेखा के उत्तर में स्थित होने के कारण उपोष्ण (Sub-tropical) अथवा उत्तरी शीतोष्ण कटिबंध में स्थित है। यद्यपि महाद्वीपीय प्रभाव, अत्यधिक तापमान और मरुस्थलीय दशाओं के कारण यहाँ की जलवायु में उष्ण कटिबंधीय विशेषताएं दृष्टिगोचर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प्रसिद्ध भूगोलवेत्ता ट्रिवार्था (Trewartha) के जलवायु वर्गीकरण के अनुसार राजस्थान के जलवायु प्रदेशों का उनके प्रतीकों से सही मिलान कीजिए: सूची-I (जलवायु प्रतीक): सूची-I: A. BWh B. BSh C. Caw D. Aw सूची-II: 1. पश्चिमी उष्ण मरुस्थलीय प्रदेश (जैसलमेर, पश्चिमी बीकानेर) 2. अर्द्ध-शुष्क स्टेपी प्रदेश (जोधपुर, बाड़मेर, नागौर, जालौर) 3. पूर्वी उप-आर्द्र मैदानी प्रदेश (जयपुर, दौसा, अलवर, भरतपुर) 4. दक्षिणी एवं दक्षिण-पूर्वी अति-आर्द्र प्रदेश (बांसवाड़ा, झालावाड़)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ट्रिवार्था ने कोपेन के जलवायु वर्गीकरण का सरलीकृत रूप प्रस्तुत करते हुए राजस्थान को चार प्रमुख जलवायु प्रदेशों में विभाजित किया है: 'BWh' उष्ण मरुस्थलीय प्रदेश जो थार के पश्चिमी छोर (जैसलमेर, बीकानेर) को कवर करता है; 'BSh' उष्ण एवं अर्द्ध-शुष्क स्टेपी प्रदेश जो मध्य-पश्चिमी अरावली के पश्चिमवर्ती जिलों में फैला है; 'Caw' उप-आर्द्र जलवायु प्रदेश जो पूर्वी मैदानी जिलों (जयपुर, अजमेर, भरतपुर) का प्रतिनिधित्व करता है; तथा 'Aw' उष्णकटिबंधीय आर्द्र जलवायु प्रदेश जो दक्षिणी छोर (बांसवाड़ा, डूंगरपुर) और झालावाड़ में विस्तृत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मध्य अरावली पर्वतीय प्रदेश के अंतर्गत ब्यावर एवं आसपास के क्षेत्र में स्थित प्रमुख दरों (Passes) का सही समूह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घाट, शिवपुर घाट, परवेरिया, बर दर्रा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देसुरी नाल, सोमेश्वर नाल, कामली घाट, हाथी गुड़ा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हाथी दर्रा, फुलवारी की नाल, केवड़ा की नाल, देबारी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बोरांग दर्रा, पीपली दर्रा, स्वरूपगंज दर्रा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 घाट, शिवपुर घाट, परवेरिया, बर दर्रा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देसुरी नाल, सोमेश्वर नाल, कामली घाट, हाथी गुड़ा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हाथी दर्रा, फुलवारी की नाल, केवड़ा की नाल, देबारी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बोरांग दर्रा, पीपली दर्रा, स्वरूपगंज दर्रा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 अरावली श्रेणी मुख्य रूप से अजमेर और नवगठित ब्यावर जिले में फैली हुई है। इस पर्वतीय भाग की ऊँचाई अपेक्षाकृत कम है और यह कई संकीर्ण प्राकृतिक दरों द्वारा कटा हुआ है। ब्यावर तहसील/क्षेत्र में स्थित प्रमुख दर्रे बर दर्रा, परवेरिया दर्रा, शिवपुर घाट, सूरा घाट और देबारी दर्रा हैं। देसुरी की नाल, सोमेश्वर नाल और कामली घाट पाली व राजसमंद सीमा पर स्थित हैं। हाथी दर्रा, केवड़ा की नाल और फुलवारी की नाल दक्षिणी अरावली (उदयपुर जिले) के प्रमुख दर्रे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पश्चिमी मरुस्थलीय प्रदेश के भू-गर्भिक उद्भव एवं संरचना के संदर्भ में निम्नलिखित कथनों पर विचार कीजिए: A. पर्मो-कार्बोनिफेरस और मेसोज़ोइक काल में पश्चिमी राजस्थान के अधिकांश भाग पर टेथिस सागर का विस्तार था। B. जैसलमेर के आकल गाँव में स्थित वुड फॉसिल पार्क में 18 करोड़ वर्ष पुराने जुरासिक युगीन काष्ठ जीवाश्म पाए जाते हैं। C. पश्चिमी राजस्थान की खारे पानी की झीलें (पचपदरा, सांभर, डीडवाना) प्राचीन टेथिस सागर के अवशेष मानी जाती हैं। D. मरुस्थलीय प्रदेश का सामान्य ढाल पश्चिम से पूर्व तथा दक्षिण से उत्तर की ओर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का थार मरुस्थल भू-गर्भिक रूप से प्राचीन टेथिस महासागर का ही भाग रहा है। पर्मियन एवं जुरासिक काल में समुद्री तलछटों के जमाव, लिग्नाइट कोयला, प्राकृतिक गैस तथा पेट्रोलियम के विशाल भंडारों की उपस्थिति इस तथ्य को प्रमाणित करती है। जैसलमेर का आकल वुड फॉसिल पार्क 18 करोड़ वर्ष पुराने जुरासिक काल के काष्ठ जीवाश्मों का प्रत्यक्ष प्रमाण है तथा खारी झीलें समुद्री लवणता के अवशेष हैं। कथन D गलत है क्योंकि मरुस्थलीय प्रदेश का सामान्य ढाल उत्तर-पूर्व से दक्षिण-पश्चिम तथा पूर्व से पश्चिम की ओर है (जिस दिशा में लूनी नदी बहती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'शेखावाटी प्रदेश' (बांगर क्षेत्र) के धरातलीय एवं जल निकास स्वरूप के संबंध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चम्बल नदी घाटी का पथरीला बीहड़ क्षेत्र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आंतरिक जल प्रवाह का प्रदेश है जहाँ वर्षा का जल स्थानीय कच्चे कुओं (जोहड़) में संचित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सघन सदाबहार वन और काली कपासी मिट्टी पाई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सर्वाधिक वर्षा प्राप्त करने वाला दक्षिण-पूर्वी पठारी क्षेत्र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आंतरिक जल प्रवाह का प्रदेश है जहाँ वर्षा का जल स्थानीय कच्चे कुओं (जोहड़) में संचित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चम्बल नदी घाटी का पथरीला बीहड़ क्षेत्र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सघन सदाबहार वन और काली कपासी मिट्टी पाई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सर्वाधिक वर्षा प्राप्त करने वाला दक्षिण-पूर्वी पठारी क्षेत्र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शेखावाटी अंतःप्रवाही प्रदेश (राजस्थान बांगर) सीकर, झुंझुनूं, चूरू और उत्तरी नागौर जिलों में विस्तृत है। इस क्षेत्र की प्रमुख विशेषता अंतःप्रवाही जल अपवाह तंत्र (Inland Drainage) है, जहाँ कांतली नदी जैसी मौसमी नदियाँ किसी समुद्र में न गिरकर रेत में ही विलीन हो जाती हैं। शेखावाटी में वर्षा जल संचयन हेतु बनाए जाने वाले पारंपरिक कच्चे/पक्के गोल कुओं को स्थानीय भाषा में 'जोहड़' या 'नाड़ा' कहा जाता है। यहाँ चूनेदार चट्टानों की परत (कैलसियस लेयर) पाई जाती है और मिट्टी मुख्यतः रेतीली बलुई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जालोर पर्वतीय क्षेत्र के प्रमुख पर्वत शिखरों को उनकी ऊँचाई (मीटर में) के साथ सही सुमेलित कीजिए: सूची-I (पर्वत शिखर): सूची-I: A. इसराना भाकर B. रोजा भाखर C. झारोल पहाड़ D. सुंधा पर्वत सूची-II: 1. 839 मीटर 2. 730 मीटर 3. 588 मीटर 4. 850 मीटर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में जालोर जिले के आसपास ग्रेनाइट शैलों से निर्मित कई गुंबदाकार व तीव्र ढाल वाली पहाड़ियाँ स्थित हैं जिन्हें स्थानीय रूप से 'भाकर' कहा जाता है। जालोर पर्वत क्षेत्र में इसराना भाकर की ऊँचाई 839 मीटर है, रोजा भाखर की ऊँचाई 730 मीटर है, झारोल पहाड़ की ऊँचाई 588 मीटर है तथा सुंधा पर्वत की ऊँचाई लगभग 850 मीटर (सुंधा माता मंदिर क्षेत्र) है। इन शिखरों का ऊँचाई के अनुसार बढ़ता हुआ सही क्रम झारोल पहाड़ (588 मी.) &lt; रोजा भाखर (730 मी.) &lt; इसराना भाकर (839 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कोपेन के जलवायु वर्गीकरण के अनुसार राजस्थान के जलवायु प्रदेशों के क्षेत्रीय विस्तार पर विचार कीजिए: A. 'BWhw' (शुष्क मरुस्थलीय जलवायु) जैसलमेर, बीकानेर, श्रीगंगानगर और हनुमानगढ़ जिलों में पाई जाती है। B. 'BShw' (अर्द्ध-शुष्क स्टेपी जलवायु) जालौर, पाली, नागौर, सीकर, झुंझुनूं और चूरू जिलों में विस्तृत है। C. 'Cwg' (मानसूनी शुष्क शीत ऋतु जलवायु) अरावली के पूर्व में स्थित टोंक, सवाई माधोपुर, जयपुर, दौसा और भरतपुर में पाई जाती है। D. 'Aw' (उष्णकटिबंधीय सवाना जलवायु) मुख्य रूप से चूरू, बीकानेर और जैसलमेर जिलों में पाई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कोपेन का जलवायु वर्गीकरण वनस्पति, तापमान और वर्षा के वितरण पर आधारित है। 'BWhw' शुष्क मरुस्थलीय प्रदेश है जो अत्यधिक कम वर्षा वाले पश्चिमी व उत्तर-पश्चिमी जिलों में है। 'BShw' अर्द्ध-शुष्क स्टेपी प्रदेश है जो अरावली के पश्चिम में संक्रमण कालीन जिलों में स्थित है। 'Cwg' उप-आर्द्र मानसूनी जलवायु है जो पूर्वी राजस्थान के अधिकांश मैदानों को कवर करती है। कथन D असत्य है क्योंकि 'Aw' सवाना तुल्य अति-आर्द्र जलवायु दक्षिणी राजस्थान (बांसवाड़ा, डूंगरपुर, प्रतापगढ़) और हाड़ौती के झालावाड़ जिले में पाई जाती है, न कि पश्चिमी मरुस्थलीय जिलों (चूरू, बीकानेर, जैसलमेर) में।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हाड़ौती पठारी प्रदेश की मुकन्दरा पहाड़ियों का सर्वोच्च पर्वत शिखर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सतूर (353 मीटर)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चंदवाड़ी (517 मीटर)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कस्बा थाना (456 मीटर)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रामगढ़ (400 मीटर)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चंदवाड़ी (517 मीटर)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 (353 मीटर)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कस्बा थाना (456 मीटर)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रामगढ़ (400 मीटर)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दक्षिण-पूर्वी राजस्थान के हाड़ौती पठार पर स्थित मुकन्दरा पर्वत श्रेणियों का सर्वोच्च शिखर 'चंदवाड़ी' (Chandwadi) है, जिसकी ऊँचाई समुद्र तल से 517 मीटर है। यह कोटा और झालावाड़ जिलों में विस्तृत मुकन्दरा हिल्स का सबसे ऊँचा स्थान है। 'सतूर' (353 मीटर) बूंदी की पहाड़ियों का सर्वोच्च शिखर है। 'कस्बा थाना' (456 मीटर) बारां जिले में स्थित शाहबाद उच्च भूमि का सर्वोच्च शिखर है। अतः हाड़ौती पठार के संदर्भ में चंदवाड़ी सबसे ऊँचा पर्वत शिखर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मानसूनी वर्षा के वितरण एवं समवर्षा रेखाओं (Isohyets) के संदर्भ में निम्नलिखित कथनों पर विचार कीजिए: A. 50 सेमी समवर्षा रेखा अरावली पर्वतमाला के लगभग समानांतर गुजरती है और राज्य को शुष्क-अर्द्धशुष्क एवं आर्द्र-उपआर्द्र दो भागों में बांटती है। B. 40 सेमी समवर्षा रेखा पश्चिमी रेतीले मैदान को शुष्क मरुस्थल और अर्द्ध-शुष्क बांगर प्रदेश में विभाजित करती है। C. 10 सेमी समवर्षा रेखा भारत में केवल पश्चिमी जैसलमेर जिले (सम तहसील एवं अंतरराष्ट्रीय सीमा क्षेत्र) से होकर गुजरती है। D. राजस्थान में वार्षिक वर्षा की मात्रा उत्तर-पश्चिम से दक्षिण-पूर्व और पश्चिम से पूर्व की ओर निरंतर घटती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वर्षा का वितरण समवर्षा रेखाओं द्वारा स्पष्ट समझा जा सकता है। 50 सेमी समवर्षा रेखा अरावली की अक्षीय दिशा का अनुसरण करती है। 40 सेमी समवर्षा रेखा शेखावाटी, नागौर, पाली से गुजरते हुए शुष्क रेतीले मैदान को अर्द्ध-शुष्क बांगर से अलग करती है। 10 सेमी समवर्षा रेखा भारत के सबसे शुष्क भाग पश्चिमी जैसलमेर को छूती है। कथन D असत्य है क्योंकि राजस्थान में वार्षिक वर्षा की मात्रा उत्तर-पश्चिम से दक्षिण-पूर्व और पश्चिम से पूर्व की ओर जाने पर निरंतर 'बढ़ती' है (जैसलमेर में 10-15 सेमी से बढ़कर झालावाड़ में 100 सेमी से अधिक हो जाती है), न कि घटती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अरावली पर्वतमाला के प्रमुख पर्वत शिखरों को उनके संबंधित जिलों के साथ सुमेलित कीजिए: सूची-I (पर्वत शिखर): सूची-I: A. गुरु शिखर B. दिलवाड़ा C. खो D. तारागढ़ सूची-II: 1. सिरोही 2. सिरोही 3. जयपुर 4. अजमेर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अरावली पर्वतमाला की प्रमुख चोटियों का भौगोलिक वितरण इस प्रकार है: 'गुरु शिखर' (1722 मी.) माउंट आबू (सिरोही) में स्थित राजस्थान और मध्य भारत की सबसे ऊँची चोटी है। 'दिलवाड़ा' (1442 मी.) सिरोही जिले में स्थित अरावली की तीसरी सबसे ऊँची चोटी है। 'खो' (920 मी.) उत्तरी अरावली की प्रमुख चोटी है जो जयपुर जिले में स्थित है। 'तारागढ़' (873 मी.) मध्य अरावली की प्रसिद्ध चोटी है जो अजमेर जिले में स्थित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शीतकाल में होने वाली चक्रवातीय वर्षा 'मावठ' के संदर्भ में निम्नलिखित कथनों पर विचार कीजिए: A. मावठ की उत्पत्ति भूमध्य सागर एवं कैस्पियन सागर से उठने वाले शीतोष्ण कटिबंधीय पश्चिमी विक्षोभों (Western Disturbances) से होती है। B. यह वर्षा पछुआ जेट स्ट्रीम पवनों के साथ उत्तर-पश्चिम भारत एवं राजस्थान में प्रवेश करती है। C. यह वर्षा मुख्य रूप से दिसंबर और जनवरी माह में होती है और रबी की फसल (विशेषकर गेहूँ, चना और सरसों) के लिए अत्यधिक लाभकारी होती है। D. मावठ की वर्षा को स्थानीय कृषि अर्थव्यवस्था में 'गोल्डन ड्रॉप्स' (स्वर्ण बूंदें) भी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शीतकालीन वर्षा को 'मावठ' कहा जाता है। इसकी उत्पत्ति भूमध्य सागर में उत्पन्न होने वाले चक्रवातों (पश्चिमी विक्षोभों) से होती है, जिन्हें उपोष्ण पछुआ जेट स्ट्रीम भारतीय उपमहाद्वीप की ओर लाती है। यह वर्षा दिसंबर-जनवरी माह में होती है। हालांकि इसकी कुल मात्रा कम (सामान्यतः 2 से 5 सेमी) होती है, लेकिन यह रबी की फसलों जैसे गेहूँ, जौ, चना और सरसों के दानों को पुष्ट करने में अत्यंत महत्वपूर्ण भूमिका निभाती है। इसी कारण इन वर्षा की बूंदों को 'गोल्डन ड्रॉप्स' (स्वर्ण बूंदें) कहा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बारां जिले में स्थित 'रामगढ़ क्रेटर' (Ramgarh Crater) के संबंध में कौन-सा तथ्य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उल्कापिण्ड के पृथ्वी से टकराने (Meteorite Impact) के कारण निर्मित हुआ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आकृति घोड़े की नाल (Horse-Shoe Type) के समान पर्वत श्रेणी के रूप में दिखाई देती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भारतीय भूवैज्ञानिक सर्वेक्षण (GSI) द्वारा देश का पहला अधिसूचित भू-विरासत स्थल घोषित किया गया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थार मरुस्थल के मध्य स्थित एक प्रमुख खारे पानी की झील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यह थार मरुस्थल के मध्य स्थित एक प्रमुख खारे पानी की झील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उल्कापिण्ड के पृथ्वी से टकराने (Meteorite Impact) के कारण निर्मित हुआ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आकृति घोड़े की नाल (Horse-Shoe Type) के समान पर्वत श्रेणी के रूप में दिखाई देती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भारतीय भूवैज्ञानिक सर्वेक्षण (GSI) द्वारा देश का पहला अधिसूचित भू-विरासत स्थल घोषित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रामगढ़ क्रेटर राजस्थान के बारां जिले के मांगरोल-शाहबाद क्षेत्र में स्थित एक अत्यंत दुर्लभ भू-आकृतिक संरचना है। लगभग 650 करोड़ (या 65 मिलियन) वर्ष पूर्व उल्कापिण्ड के पृथ्वी से टकराने से इस 3.2 किमी व्यास वाले विशाल क्रेटर का निर्माण हुआ था। इसकी बाहरी परिधि घोड़े की नाल के आकार की पहाड़ियों से घिरी हुई है। इसे विश्व स्तर पर इम्पैक्ट क्रेटर और भारत में प्रमुख भू-विरासत स्थल (Geo-heritage site) के रूप में मान्यता प्राप्त है। यह थार मरुस्थल की खारी झील नहीं, बल्कि दक्षिण-पूर्वी राजस्थान (हाड़ौती) के विन्ध्यन बलुआ पत्थर क्षेत्र में स्थित एक उल्कापिंडीय क्रेटर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थॉर्नथवेट के जलवायु वर्गीकरण के मूल सिद्धांतों एवं राजस्थान के संदर्भ में निम्नलिखित कथनों पर विचार कीजिए: A. थॉर्नथवेट का वर्गीकरण मुख्य रूप से वर्षा प्रभावी अनुपात (P/E Ratio) और तापीय दक्षता अनुपात (T/E Ratio) पर आधारित है। B. 'EA'd' जलवायु प्रदेश राजस्थान के अत्यधिक उष्ण एवं शुष्क पश्चिमी मरुस्थल (जैसलमेर, बाड़मेर) को प्रदर्शित करता है। C. 'DB'w' जलवायु प्रदेश उत्तरी राजस्थान के गंगानगर-हनुमानगढ़ क्षेत्र को दर्शाता है जहाँ शीतकाल में कुछ वर्षा होती है। D. 'CA'w' जलवायु प्रदेश सम्पूर्ण पश्चिमी राजस्थान और अरावली के वृष्टि-छाया क्षेत्र को आच्छादित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थॉर्नथवेट का जलवायु वर्गीकरण केवल तापमान और वर्षा पर नहीं, बल्कि पौधों के लिए जल की उपलब्धता और वाष्पोत्सर्जन (Potential Evapotranspiration) पर आधारित एक परिष्कृत प्रणाली है। 'EA'd' उष्ण मरुस्थलीय जलवायु है जहाँ वर्षा का नितांत अभाव और भयंकर वाष्पीकरण होता है (जैसलमेर, बाड़मेर)। 'DB'w' उत्तरी मरुस्थलीय/अर्द्ध-मरुस्थलीय क्षेत्र है जहाँ ग्रीष्म में मध्यम वर्षा और शीतकाल में मावठ होती है (गंगानगर, हनुमानगढ़)। कथन D असत्य है क्योंकि 'CA'w' उष्ण एवं आर्द्र/उप-आर्द्र जलवायु प्रदेश है जो दक्षिणी राजस्थान (डूंगरपुर, बांसवाड़ा) और झालावाड़ में स्थित है, न कि पश्चिमी राजस्थान में।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नदियों के अपवाह तंत्र के संदर्भ में निम्नलिखित में से कौन-सा नदी युग्म अरब सागर में जल गिराने वाली नदियों का सही समूह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और चम्बल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चम्बल और साबरमती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साबरमती और लूनी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बनास और बाणगंगा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साबरमती और लूनी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और चम्बल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चम्बल और साबरमती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बनास और बाणगंगा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अपवाह तंत्र अरावली पर्वतमाला द्वारा दो मुख्य भागों (अरब सागरीय और बंगाल की खाड़ी अपवाह तंत्र) तथा आंतरिक अपवाह तंत्र में विभाजित है। साबरमती नदी (उदयपुर से निकलकर गुजरात होते हुए खंभात की खाड़ी) तथा लूनी नदी (अजमेर के नाग पहाड़ से निकलकर कच्छ के रण) दोनों अरब सागर के अपवाह तंत्र का हिस्सा हैं। इसके अतिरिक्त पश्चिमी बनास और माही नदी भी अरब सागर में गिरती हैं। दूसरी ओर, बनास, चम्बल, बाणगंगा, कालीसिंध और पार्वती नदियां अपना जल यमुना और अंततः गंगा के माध्यम से बंगाल की खाड़ी में ले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मुख्य नदियों को उनकी सहायक नदियों के साथ सही सुमेलित कीजिए: सूची-I (मुख्य नदी): सूची-I: A. चम्बल B. बनास C. लूनी D. माही सूची-II: 1. पार्वती, कालीसिंध, मेज 2. खारी, बेड़च, कोठारी 3. सुकड़ी, जवाई, बांडी 4. सोम, जाखम, अनास</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नदियों का सहायक नदियों के साथ सही संयोजन इस प्रकार है: 'चम्बल' की प्रमुख सहायक नदियां पार्वती, कालीसिंध, आहू, परवन, मेज और बामनी हैं। 'बनास' (वन की आशा) की सहायक नदियां खारी, बेड़च, कोठारी, मोरेल, बांडी और मानसी हैं। 'लूनी' (मरुगंगा) की सहायक नदियां सुकड़ी, जवाई, लीलड़ी, मीठड़ी, बांडी और जोजड़ी हैं। 'माही' की सहायक नदियां सोम, जाखम, अनास, चाप, मोरेन और इरू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चम्बल नदी और उसके अपवाह तंत्र के संबंध में निम्नलिखित कथनों पर विचार कीजिए: A. चम्बल नदी का उद्गम मध्य प्रदेश में महू के निकट विंध्याचल पर्वत श्रेणी की जनापाव पहाड़ी से होता है। B. यह नदी राजस्थान में चौरासीगढ़ (चित्तौड़गढ़) के निकट प्रवेश करती है और राजस्थान-मध्य प्रदेश की सीमा बनाती है। C. कालीसिंध, पार्वती, मेज एवं बामनी (वापनी) नदियां राजस्थान में चम्बल की प्रमुख सहायक नदियां हैं। D. चम्बल नदी अपना जल सीधे अरब सागर की खंभात की खाड़ी में विसर्जित करती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चम्बल नदी (प्राचीन नाम चर्मण्यवती या कामधेनु) राजस्थान की एकमात्र वर्ष भर बहने वाली बारहमासी नदी है। इसका उद्गम एमपी के महू के पास जनापाव पहाड़ी से होता है और यह चौरासीगढ़ के पास राजस्थान में प्रवेश करती है। यह कोटा, बूंदी, सवाई माधोपुर, करौली और धौलपुर में बहती हुई राजस्थान व एमपी की अंतर्राज्यीय सीमा बनाती है। कालीसिंध, पार्वती, मेज, बामनी इसकी मुख्य सहायक नदियां हैं। कथन D गलत है क्योंकि चम्बल नदी उत्तर प्रदेश के इटावा (मुरादगंज) के निकट यमुना नदी में मिलती है और इसका जल अंततः बंगाल की खाड़ी में पहुंचता है, न कि अरब सागर में।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अरावली पर्वत श्रेणी के पश्चिम में प्रवाहित होने वाली नदियों के संबंध में निम्नलिखित कथनों पर विचार कीजिए: A. पश्चिमी राजस्थान की अधिकांश नदियां मौसमी (Non-perennial) एवं अंतःप्रवाही प्रकृति की होती हैं। B. ये नदियां पश्चिमी मरुस्थलीय क्षेत्र में भूमिगत जल स्तर को बनाए रखने में सहायक हैं। C. ये नदियां वर्ष भर तीव्र वेग से बहने वाली सदाबहार (Twelve-month) नदियां हैं। D. अत्यधिक वाष्पीकरण और रेतीली भूमि के कारण ये नदियां प्रायः थोड़ी दूर बहकर रेत में ही विलीन हो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की नदियां केवल वर्षा ऋतु में ही कुछ समय के लिए प्रवाहित होती हैं। अत्यधिक गर्मी, कम वर्षा और रेतीले धरातल के कारण ये नदियां बारहमासी नहीं हो सकतीं, बल्कि ये मौसमी और अल्पकालिक होती हैं। इनमें से कई नदियां रेत के टीलों में ही समा जाती हैं (जैसे कांतली, काकनी)। कथन C पूर्णतः असत्य है क्योंकि राजस्थान में चम्बल के अलावा कोई भी नदी पूर्ण बारहमासी नहीं है। कथन A, B और D पश्चिमी राजस्थान के जल निकास की वास्तविक विशेषताएं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लूनी नदी के संबंध में निम्नलिखित में से कौन-सा कथन भौगोलिक दृष्टि से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उद्गम उदयपुर जिले की गोगुंदा पहाड़ियों से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यह नदी बंगाल की खाड़ी के अपवाह तंत्र का प्रमुख हिस्सा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इसका पानी उद्गम से बालोतरा तक मीठा रहता है तथा उसके पश्चात खारा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इस नदी की कोई भी सहायक नदी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इसका पानी उद्गम से बालोतरा तक मीठा रहता है तथा उसके पश्चात खारा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इसका उद्गम उदयपुर जिले की गोगुंदा पहाड़ियों से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यह नदी बंगाल की खाड़ी के अपवाह तंत्र का प्रमुख हिस्सा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इस नदी की कोई भी सहायक नदी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लूनी नदी (प्राचीन नाम लवणवती या सागरमती) का उद्गम अजमेर जिले में स्थित नाग पहाड़ से होता है। इसके बाद यह अजमेर, नागौर, जोधपुर, पाली, बाड़मेर, बालोतरा और जालौर क्षेत्रों में प्रवाहित होते हुए अंत में गुजरात के कच्छ के रण में विलीन होती है। इस नदी की सबसे अनूठी भौगोलिक विशेषता यह है कि अजमेर से बालोतरा (लगभग 100 किमी) तक इसका जल मीठा रहता है, लेकिन बालोतरा के बाद मिट्टी में लवणों की अधिकता और अंतःस्राव के कारण इसका जल अत्यधिक खारा (Saline) हो जाता है। इसकी कई सहायक नदियां जैसे जवाई, सुकड़ी, बांडी, जोजड़ी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प्रमुख झीलों एवं उनके संबंधित जिलों के संदर्भ में निम्नलिखित में से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कावोद झील - 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ढेबर झील (जयसमंद) - सलूंबर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सिलीसेढ़ झील - भरतपुर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कायलाना झील - जोधपुर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सिलीसेढ़ झील - भरतपुर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कावोद झील - 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ढेबर झील (जयसमंद) - सलूंबर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कायलाना झील - 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सिलीसेढ़ झील भरतपुर में नहीं, बल्कि राजस्थान के अलवर जिले में स्थित एक अत्यंत मनोरम मीठे पानी की झील है। इस झील के किनारे अलवर के महाराजा विनय सिंह ने 1845 ई. में अपनी रानी शीला के लिए एक भव्य महल (शाही लेक पैलेस) और शिकारी लॉज का निर्माण करवाया था। इस झील को 'राजस्थान का नंदन कानन' भी कहा जाता है। कावोद झील जैसलमेर में स्थित खारे पानी की झील है। ढेबर झील (जयसमंद) राजस्थान की सबसे बड़ी मीठे पानी की कृत्रिम झील है जो अब नए जिले सलूंबर में स्थित है। कायलाना झील जोधपुर में स्थित है। अतः विकल्प C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नदियों को उनके ऐतिहासिक/स्थानीय उपनामों के साथ सही सुमेलित कीजिए: सूची-I (नदी): सूची-I: A. माही नदी B. बनास नदी C. रूपारेल नदी D. काकनेय नदी सूची-II: 1. काँठल की गंगा / वागड़ की स्वर्ण रेखा 2. वन की आशा (वर्णाशा) 3. लसवारी / वराह नदी 4. मसूरदी नदी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नदियों के विशिष्ट उपनाम हैं: 'माही नदी' को काँठल की गंगा, वागड़ की स्वर्ण रेखा तथा आदिवासियों की गंगा कहा जाता है। 'बनास नदी' को प्राचीन ग्रंथों में वर्णाशा या 'वन की आशा' कहा गया है। 'रूपारेल नदी' (अलवर-भरतपुर) को लसवारी नदी अथवा वराह नदी के नाम से जाना जाता है। 'काकनेय/काकनी नदी' (जैसलमेर) को स्थानीय भाषा में 'मसूरदी नदी' कहा जाता है जो भुज झील का निर्माण करती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बनास नदी के अपवाह तंत्र एवं उसकी सहायक नदियों के संगम के संदर्भ में निम्नलिखित कथनों पर विचार कीजिए: A. बनास नदी का उद्गम राजसमंद जिले में स्थित अरावली की खमनोर पहाड़ियों से होता है। B. कोठारी, खारी, मानसी, बांडी, ढूँढ एवं मोरेल नदियां बनास में बाएं किनारे (Left Bank) से आकर मिलती हैं। C. बेड़च (आयड़), मेनाल, वागन और गंभीरी नदियां बनास में दाएं किनारे (Right Bank) से आकर मिलती हैं। D. बनास नदी अंततः अरब सागर की खंभात की खाड़ी में जाकर गिरती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बनास नदी राजस्थान में पूर्णतः बहने वाली सबसे लम्बी नदी है। इसका उद्गम खमनोर पहाड़ियों (राजसमंद) से होता है। यह राजसमंद, चित्तौड़गढ़, भीलवाड़ा, टोंक और सवाई माधोपुर में बहती हुई रामेश्वरम (सवाई माधोपुर) के निकट चम्बल में मिल जाती है। बनास के बाएं किनारे से कोठारी, खारी, मानसी, बांडी, ढूँढ और मोरेल मिलती हैं, जबकि दाएं किनारे से बेड़च (आयड़), मेनाल और वागन मिलती हैं। मांडलगढ़ के पास बनास, बेड़च और मेनाल का त्रिवेणी संगम बनता है। कथन D गलत है क्योंकि बनास चम्बल की सहायक नदी है और इसका जल बंगाल की खाड़ी में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लूनी नदी तंत्र की निम्नलिखित में से कौन-सी एकमात्र ऐसी सहायक नदी है जिसका उद्गम अरावली पर्वतमाला से नहीं होता और जो लूनी में दाईं ओर (Right Bank) से 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लीलड़ी नदी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जोजड़ी नदी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सागी नदी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सूकड़ी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जोजड़ी नदी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लीलड़ी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सूकड़ी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लूनी नदी की सभी सहायक नदियों (जैसे जवाई, सुकड़ी, बांडी, मीठड़ी, लीलड़ी, सागी) का उद्गम अरावली की पश्चिमी ढलानों (पाली, सिरोही, जालोर) से होता है और ये सभी लूनी में बाएं किनारे (Left Bank) से मिलती हैं। केवल 'जोजड़ी नदी' (Jojari River) लूनी की एकमात्र ऐसी अपवाद सहायक नदी है जिसका उद्गम अरावली से न होकर नागौर जिले के पोंडलू गाँव की पहाड़ियों से होता है और यह लूनी में दाईं ओर (Right Bank) से जोधपुर के निकट आकर मिलती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आंतरिक एवं मुख्य नदियों को उनके उद्गम स्थलों के साथ सही सुमेलित कीजिए: सूची-I (नदी): सूची-I: A. बनास नदी B. साबी नदी C. कांतली नदी D. काकनी (काकनेय) नदी सूची-II: 1. खमनोर पहाड़ियाँ (राजसमंद) 2. सेवर पहाड़ियाँ (जयपुर) 3. खण्डेला पहाड़ियाँ (सीकर) 4. कोटड़ी गाँव (जैसलमेर)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नदियों के उद्गम स्थल इस प्रकार हैं: 'बनास नदी' का उद्गम खमनोर की पहाड़ियों (राजसमंद) से होता है। 'साबी नदी' का उद्गम सेवर की पहाड़ियों (जयपुर) से होता है और यह हरियाणा के गुरुग्राम (पटौदी) की ओर जाती है। 'कांतली नदी' का उद्गम खण्डेला की पहाड़ियों (सीकर) से होता है और यह शेखावाटी में बहते हुए गणेश्वर सभ्यता को पोषित करती है। 'काकनी नदी' का उद्गम कोटड़ी गाँव (जैसलमेर) से होता है और यह मीठे पानी की भुज झील बनाती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माही नदी घाटी एवं अपवाह तंत्र के संबंध में निम्नलिखित कथनों पर विचार कीजिए: A. माही नदी का उद्गम मध्य प्रदेश में विंध्याचल पर्वत श्रेणी की मेहद झील से होता है। B. यह नदी राजस्थान में बांसवाड़ा जिले के खांदू गाँव के निकट प्रवेश करती है। C. यह कर्क रेखा को दो बार काटने वाली विश्व की एकमात्र प्रमुख नदी है जो उल्टे 'U' आकार में बहती है। D. बेड़च नदी माही नदी की सबसे प्रमुख सहायक नदी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 नदी दक्षिणी राजस्थान की जीवन रेखा है। यह एमपी की मेहद झील से निकलकर राजस्थान के खांदू गाँव (बांसवाड़ा) में प्रवेश करती है। यह बांसवाड़ा, प्रतापगढ़ और डूंगरपुर में बहते हुए गुजरात के महिसागर जिले से होकर खंभात की खाड़ी (अरब सागर) में गिरती है। यह कर्क रेखा (23.5° N) को दो बार पार करने वाली नदी है। कथन D असत्य है क्योंकि बेड़च (आयड़) नदी बनास की सहायक नदी है, न कि माही की। माही की मुख्य सहायक नदियां सोम, जाखम, अनास, चाप और इरू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प्रसिद्ध खारे पानी की सांभर झील के आंतरिक अपवाह क्षेत्र में चारों दिशाओं से आकर जल गिराने वाली प्रमुख नदियों का सही समूह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मेंथा, रूपनगढ़, खारी, खण्डेला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मेंथा, रूपनगढ़, बेड़च, बांडी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कांतली, साबी, मेंथा, रूपनगढ़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जोजड़ी, सुकड़ी, खारी, मेंथा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मेंथा, रूपनगढ़, खारी, खण्डेला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मेंथा, रूपनगढ़, बेड़च, बांडी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कांतली, साबी, मेंथा, रूपनगढ़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जोजड़ी, सुकड़ी, खारी, मेंथा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सांभर झील भारत की सबसे बड़ी अंतःस्थलीय (Inland) खारे पानी की झील है। यह एक प्राकृतिक आंतरिक अपवाह द्रोणी (Closed Drainage Basin) है जिसमें चारों ओर से चार प्रमुख नदियां आकर अपना जल और लवण जमा करती हैं: (1) मेंथा (मंथाई) नदी - जो उत्तर से (जयपुर/सीकर से) आती है और झील में सर्वाधिक नमक लाती है, (2) रूपनगढ़ नदी - जो दक्षिण से (अजमेर के सलेमाबाद से) आती है, (3) खारी नदी, तथा (4) खण्डेला नदी। बेड़च, कांतली और जोजड़ी नदियां सांभर बेसिन में नहीं गिरतीं।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चम्बल नदी पर निर्मित प्रमुख बहुउद्देशीय बाँधों का नदी के उद्गम से मुहाने (बहाव की दिशा) की ओर सही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बैराज -&gt; जवाहर सागर -&gt; राणा प्रताप सागर -&gt; गांधी सागर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गांधी सागर -&gt; राणा प्रताप सागर -&gt; जवाहर सागर -&gt; कोटा बैराज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गांधी सागर -&gt; जवाहर सागर -&gt; राणा प्रताप सागर -&gt; कोटा बैराज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 प्रताप सागर -&gt; गांधी सागर -&gt; कोटा बैराज -&gt; जवाहर सागर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गांधी सागर -&gt; राणा प्रताप सागर -&gt; जवाहर सागर -&gt; कोटा बैराज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बैराज -&gt; जवाहर सागर -&gt; राणा प्रताप सागर -&gt; गांधी सागर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गांधी सागर -&gt; जवाहर सागर -&gt; राणा प्रताप सागर -&gt; कोटा बैराज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प्रताप सागर -&gt; गांधी सागर -&gt; कोटा बैराज -&gt; जवाहर सागर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चम्बल नदी घाटी परियोजना के अंतर्गत तीन चरणों में कुल चार विशाल बाँध बनाए गए हैं। नदी के उद्गम (मध्य प्रदेश) से बहाव की दिशा (उत्तर की ओर) में इनका सही क्रम इस प्रकार है: (1) गांधी सागर बाँध - मंदसौर/भानपुरा (मध्य प्रदेश, प्रथम चरण 1960), (2) राणा प्रताप सागर बाँध - रावतभाटा (चित्तौड़गढ़, द्वितीय चरण 1970 - राजस्थान का सर्वाधिक जल भराव क्षमता वाला बाँध), (3) जवाहर सागर बाँध - बोराबास (कोटा-बूंदी सीमा, तृतीय चरण 1972 - पिक-अप बाँध), तथा (4) कोटा बैराज - कोटा शहर के पास (प्रथम चरण 1960 - केवल सिंचाई और नहरों के लिए निर्मित)। अतः विकल्प B सही क्रम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मीठे एवं खारे पानी की झीलों को उनके संबंधित जिलों के साथ सही सुमेलित कीजिए: सूची-I (झील): सूची-I: A. गैब सागर B. कोलायत झील C. सिलीसेढ़ झील D. तालाबशाही झील सूची-II: 1. डूंगरपुर 2. बीकानेर 3. अलवर 4. धौलपुर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झीलों की अवस्थिति इस प्रकार है: 'गैब सागर झील' (एडवर्ड सागर) डूंगरपुर जिले में स्थित है जहाँ बादल महल और विजय राजराजेश्वर मंदिर स्थित हैं। 'कोलायत झील' बीकानेर जिले में स्थित एक पवित्र प्राकृतिक झील है जहाँ महर्षि कपिल मुनि का आश्रम है और कार्तिक पूर्णिमा को मेला भरता है। 'सिलीसेढ़ झील' अलवर जिले में अरावली पहाड़ियों के बीच स्थित है। 'तालाबशाही झील' धौलपुर जिले के बाड़ी के पास स्थित एक ऐतिहासिक सुंदर जलाशय है जिसे शाहजहाँ के मनसबदार सालेह खां ने बनवाया था।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बालोतरा जिले में स्थित प्रसिद्ध 'पचपदरा झील' के संदर्भ में निम्नलिखित कथनों पर विचार कीजिए: A. पचपदरा झील के नमक में सोडियम क्लोराइड (NaCl) की मात्रा लगभग 98% तक पाई जाती है, जिससे यह खाने की दृष्टि से सर्वोत्तम श्रेणी का माना जाता है। B. यहाँ पारंपरिक रूप से 'खारवाल' जाति के लोग 'मोरली' झाड़ी की टहनियों का उपयोग करके नमक के स्फटिक (क्रिस्टल) बनाते हैं। C. पचपदरा झील राजस्थान की सबसे बड़ी मीठे पानी की प्राकृतिक झील है। D. इस झील से प्राप्त नमक का उपयोग केवल रासायनिक व औद्योगिक कार्यों तक सीमित नहीं है, बल्कि भोजन हेतु व्यापक रूप से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पचपदरा झील (अब नवगठित बालोतरा जिले में) राजस्थान की सर्वाधिक खारी और उच्च गुणवत्तायुक्त नमक उत्पादक झील है। यहाँ के नमक में 98% तक शुद्ध सोडियम क्लोराइड होता है, जो इसे भारत का सबसे उत्तम खाद्य नमक बनाता है। यहाँ स्थानीय खारवाल जाति के परिवार वायु प्रवाही क्यारियों में मोरली झाड़ी की टहनियों को डालकर प्राकृतिक वाष्पीकरण से नमक के क्रिस्टल तैयार करते हैं। कथन C असत्य है क्योंकि पचपदरा अत्यंत खारे पानी की झील है, मीठे पानी की नहीं (राजस्थान की सबसे बड़ी मीठे पानी की प्राकृतिक झील पुष्कर तथा कृत्रिम झील जयसमंद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पश्चिमी राजस्थान के मरुस्थलीय प्रदेश में पाई जाने वाली लवणीय उथली झीलें (जैसे कावोद, फलौदी, पोकरण, बाप) वैश्विक भू-आकृतिक दृष्टि से किस प्रकार की झीलों के समान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ऑस्ट्रेलिया की 'आयर' झील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उत्तरी अमेरिका की 'ग्रेट लेक्स'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मरुस्थलीय 'प्लाया' (Playa) झीलें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अफ्रीका की 'विक्टोरिया' झील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मरुस्थलीय 'प्लाया' (Playa) झीलें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ऑस्ट्रेलिया की 'आयर' झील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उत्तरी अमेरिका की 'ग्रेट लेक्स'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अफ्रीका की 'विक्टोरिया' झील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मरुस्थलीय और शुष्क भू-भागों में पवन के अपवाहन (Deflation) बेसिनों में बनने वाली उथली, समतल पेंदे वाली मौसमी खारी झीलों को भू-आकृति विज्ञान में 'प्लाया' (Playa) कहा जाता है। पश्चिमी राजस्थान के थार मरुस्थल में कावोद (जैसलमेर), फलौदी, बाप (जोधपुर), पोकरण, लूणकरणसर आदि खारी झीलें विशिष्ट प्लाया स्थलाकृतियों के उत्कृष्ट उदाहरण हैं। जब इनमें वर्षा का जल भर जाता है तो इन्हें 'रन' या 'टाट' कहा जाता है, तथा सूखने पर लवणों की पपड़ी जम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एशिया की सबसे बड़ी मानव निर्मित बहुउद्देशीय नहर परियोजना 'इंदिरा गांधी नहर परियोजना' (IGNP) का उद्गम स्थल एवं कुल लम्बाई कितनी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हरिके बैराज (पंजाब) - कुल लम्बाई 649 किमी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भाखड़ा बाँध (हिमाचल प्रदेश) - कुल लम्बाई 450 किमी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पोंग बाँध (पंजाब) - कुल लम्बाई 550 किमी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ओखला बैराज (दिल्ली) - कुल लम्बाई 700 किमी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हरिके बैराज (पंजाब) - कुल लम्बाई 649 किमी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भाखड़ा बाँध (हिमाचल प्रदेश) - कुल लम्बाई 450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पोंग बाँध (पंजाब) - कुल लम्बाई 550 किमी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ओखला बैराज (दिल्ली) - कुल लम्बाई 700 किमी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परियोजना (पूर्व नाम राजस्थान नहर) को थार मरुस्थल की 'जीवन रेखा' और 'मरुगंगा' कहा जाता है। इस परियोजना की परिकल्पना 1948 में सुप्रसिद्ध इंजीनियर कँवर सेन ने की थी। इसका उद्गम पंजाब में सतलुज और व्यास नदियों के संगम पर स्थित 'हरिके बैराज' के बाईं ओर से होता है। परियोजना की कुल लम्बाई 649 किलोमीटर है (जिसमें 204 किमी लम्बी राजस्थान फीडर नहर तथा 445 किमी लम्बी मुख्य नहर शामिल है)। 2 नवंबर 1984 को इसका नाम बदलकर इंदिरा गांधी नहर परियोजना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इंदिरा गांधी नहर परियोजना (IGNP) की प्रमुख लिफ्ट नहरों को उनके संबंधित वर्तमान नाम/स्थानों के साथ सही सुमेलित कीजिए: सूची-I (लिफ्ट नहर): सूची-I: A. वीर तेजाजी लिफ्ट नहर B. गुरु जम्भेश्वर लिफ्ट नहर C. डॉ. करणी सिंह लिफ्ट नहर D. जयनारायण व्यास लिफ्ट नहर सूची-II: 1. बांगड़सर (बीकानेर) 2. फलौदी (जोधपुर/फलौदी) 3. कोलायत (बीकानेर/जोधपुर) 4. पोकरण (जैसलमेर/जोधपुर)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के पूर्वी भाग में धरातल ऊँचा होने के कारण जल को लिफ्ट करके पहुंचाने के लिए 7 प्रमुख लिफ्ट नहरें बनाई गई हैं: (1) वीर तेजाजी लिफ्ट नहर (सबसे छोटी) - बांगड़सर क्षेत्र (बीकानेर); (2) गुरु जम्भेश्वर लिफ्ट नहर - फलौदी क्षेत्र (जोधपुर, बीकानेर, जैसलमेर); (3) डॉ. करणी सिंह लिफ्ट नहर - कोलायत क्षेत्र (बीकानेर, जोधपुर); (4) जयनारायण व्यास लिफ्ट नहर - पोकरण क्षेत्र (जैसलमेर, जोधपुर)। इसके अतिरिक्त चौधरी कुम्भाराम (नोहर-साहवा), कँवर सेन (बीकानेर-लूणकरणसर) तथा पन्नालाल बारूपाल (गजनेर) अन्य लिफ्ट नहरें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इंदिरा गांधी नहर परियोजना (IGNP) की कुल 9 शाखा नहरों (Branch Canals) में से एकमात्र ऐसी कौन-सी शाखा है जो मुख्य नहर के बाईं ओर (Left Bank) से निकाली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सूरतगढ़ शाखा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अनूपगढ़ शाखा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रावतसर शाखा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पूंगल शाखा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रावतसर शाखा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सूरतगढ़ शाखा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अनूपगढ़ शाखा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पूंगल शाखा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गांधी नहर के पश्चिमी (दाएं) किनारे का सामान्य ढाल प्राकृतिक रूप से ढालू होने के कारण अधिकांश 8 शाखाएं (सूरतगढ़, अनूपगढ़, पूंगल, दातौड़, बिरसलपुर, चारणवाला, शहीद बीरबल, सागरमल गोपा) दाईं ओर से गुरुत्वाकर्षण प्रवाह (Flow system) द्वारा निकाली गई हैं। केवल 'रावतसर शाखा' (Rawatsar Branch - हनुमानगढ़ जिला) एकमात्र ऐसी शाखा नहर है जो मुख्य नहर के बाईं ओर (Left Bank) से निकाली गई है, क्योंकि यहाँ का धरातल मुख्य नहर से नीचा है और पानी बिना लिफ्ट किए सीधे प्रवाहित हो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चम्बल बहुउद्देशीय नदी घाटी परियोजना के संदर्भ में निम्नलिखित कथनों पर विचार कीजिए: A. यह राजस्थान और मध्य प्रदेश राज्यों की 50:50 हिस्सेदारी वाली संयुक्त अंतर्राज्यीय परियोजना है। B. इस परियोजना की कुल विद्युत उत्पादन क्षमता 386 मेगावाट है, जिसमें राजस्थान का हिस्सा 193 मेगावाट है। C. गांधी सागर बाँध मध्य प्रदेश के मंदसौर जिले में स्थित है, जबकि शेष तीन बाँध (राणा प्रताप सागर, जवाहर सागर, कोटा बैराज) राजस्थान में स्थित हैं। D. कोटा बैराज का उपयोग विद्युत उत्पादन एवं औद्योगिक शीतलन के लिए मुख्य रूप से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चम्बल परियोजना 1953-54 में प्रारंभ हुई राजस्थान और मध्य प्रदेश की संयुक्त परियोजना है जिसमें दोनों राज्यों की हिस्सेदारी 50:50 प्रतिशत है। इसके तहत चार बाँध बनाए गए हैं जिनकी कुल विद्युत उत्पादन क्षमता 386 मेगावाट (गांधी सागर 115 MW, राणा प्रताप सागर 172 MW, जवाहर सागर 99 MW) है। गांधी सागर एमपी में तथा अन्य तीनों राजस्थान में हैं। कथन D गलत है क्योंकि 'कोटा बैराज' से किसी भी प्रकार की जल-विद्युत का उत्पादन नहीं होता; इसका निर्माण केवल सिंचाई और नहरों (दाईं एवं बाईं मुख्य नहर) में जल वितरण हेतु किया गया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सिद्धमुख-नोहर सिंचाई परियोजना (Sidhmukh Project) से राजस्थान के कौन-से जिले और उनकी संबंधित तहसीलें लाभान्वित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बाड़मेर और जैसलमेर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हनुमानगढ़ (नोहर, भादरा) एवं चूरू (तारानगर, राजगढ़)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धौलपुर एवं भरतपुर (बयाना, डीग)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नागौर (मेड़ता) एवं पाली (सोजत)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हनुमानगढ़ (नोहर, भादरा) एवं चूरू (तारानगर, राजगढ़)</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 और जैसलमेर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धौलपुर एवं भरतपुर (बयाना, डीग)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(मेड़ता) एवं पाली (सोजत)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सिद्धमुख-नोहर सिंचाई परियोजना रावी-व्यास नदियों के अतिरिक्त जल के उपयोग हेतु दिसंबर 1981 में पंजाब, हरियाणा और राजस्थान के बीच हुए समझौते के आधार पर निर्मित की गई है। इस परियोजना का शिलान्यास 1989 में पूर्व प्रधानमंत्री राजीव गांधी द्वारा किया गया था तथा इसका लोकार्पण 2002 में हुआ। इस परियोजना से हनुमानगढ़ जिले की नोहर एवं भादरा तहसीलें तथा चूरू जिले की तारानगर एवं सादुलपुर (राजगढ़) तहसीलें सिंचित होती हैं। इस परियोजना में यूरोपीय आर्थिक समुदाय (EEC) तथा नाबार्ड द्वारा वित्तीय सहायता प्रदान की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अंतर्राज्यीय बहुउद्देशीय सिंचाई परियोजनाओं को उनके सहयोगी राज्यों के साथ सुमेलित कीजिए: सूची-I (परियोजना): सूची-I: A. भाखड़ा-नांगल परियोजना B. चम्बल घाटी परियोजना C. माही बजाज सागर परियोजना D. व्यास परियोजना सूची-II: 1. राजस्थान, पंजाब और हरियाणा 2. राजस्थान और मध्य प्रदेश 3. राजस्थान और गुजरात 4. राजस्थान, पंजाब और हरियाणा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अंतर्राज्यीय नदी घाटी परियोजनाओं की भागीदारी इस प्रकार है: 'भाखड़ा-नांगल परियोजना' पंजाब, हरियाणा और राजस्थान (हिस्सेदारी 15.22%) की संयुक्त परियोजना है। 'चम्बल परियोजना' राजस्थान (50%) और मध्य प्रदेश (50%) की संयुक्त परियोजना है। 'माही बजाज सागर परियोजना' राजस्थान (45%) और गुजरात (55%) की संयुक्त परियोजना है (विद्युत का 100% हिस्सा राजस्थान को मिलता है)। 'व्यास परियोजना' पंजाब, हरियाणा और राजस्थान की संयुक्त परियोजना है जिसमें देहर और पोंग बाँध बने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चम्बल परियोजना के तहत कोटा बैराज की दाईं मुख्य नहर पर निर्मित 8 लिफ्ट नहरों के जिलावार वितरण पर विचार कीजिए: A. दीगोद लिफ्ट नहर और जालीपुरा लिफ्ट नहर कोटा जिले में स्थित हैं। B. पचेल, कचारी, गणेशगंज, सोरखंड, अंता लिफ्ट और अंता माइनर बारां जिले में स्थित हैं। C. गणेशगंज लिफ्ट नहर बूंदी जिले की प्रमुख लिफ्ट नहर है। D. इन लिफ्ट नहरों का निर्माण चम्बल कमान क्षेत्र में ऊँचाई वाले कृषि क्षेत्रों को सिंचाई जल उपलब्ध कराने हेतु किया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चम्बल परियोजना की दाईं मुख्य नहर (Right Main Canal) जो कोटा से मध्य प्रदेश की ओर जाती है, पर राजस्थान के हाड़ौती क्षेत्र में कुल 8 लिफ्ट योजनाएं बनाई गई हैं। इनमें से 2 लिफ्ट नहरें (दीगोद एवं जालीपुरा) कोटा जिले में स्थित हैं, जबकि शेष 6 लिफ्ट नहरें (पचेल, कचारी, गणेशगंज, सोरखंड, अंता लिफ्ट एवं अंता माइनर) बारां जिले में स्थित हैं। कथन C गलत है क्योंकि गणेशगंज लिफ्ट नहर बारां जिले में है, बूंदी में नहीं (बूंदी में बाईं मुख्य नहर से सीधे गुरुत्व प्रवाह द्वारा सिंचाई होती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नागौर जिले के ग्रामीण क्षेत्रों में भूजल में अत्यधिक फ्लोराइड की गंभीर समस्या के समाधान हेतु 'जायल डि-फ्लोराइड पेयजल परियोजना' को किस लिफ्ट नहर से जलापूर्ति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चौधरी कुम्भाराम लिफ्ट नहर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पन्नालाल बारूपाल (गजनेर) लिफ्ट नहर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करणी सिंह लिफ्ट नहर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जयनारायण व्यास लिफ्ट नहर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पन्नालाल बारूपाल (गजनेर) लिफ्ट नहर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चौधरी कुम्भाराम लिफ्ट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करणी सिंह लिफ्ट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जयनारायण व्यास लिफ्ट नहर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पन्नालाल बारूपाल लिफ्ट नहर (जिसका पूर्व नाम गजनेर लिफ्ट नहर था) इंदिरा गांधी नहर से बीकानेर और नागौर जिलों को जलापूर्ति करती है। नागौर जिले की बांका पट्टी (कुबड़ पट्टी) में फ्लोराइड की अत्यधिक सांद्रता के कारण ग्रामीणों में फ्लोरोसिस रोग की गंभीर समस्या थी। इसके स्थायी समाधान हेतु राज्य सरकार द्वारा प्रारंभ की गई 'जायल डि-फ्लोराइड पेयजल परियोजना' को पन्नालाल बारूपाल लिफ्ट नहर से शुद्ध हिमालयी मीठा जल उपलब्ध कराया जा रहा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मध्यम एवं लघु सिंचाई परियोजनाओं को उनके संबंधित जिलों के साथ सही सुमेलित कीजिए: सूची-I (सिंचाई परियोजना): सूची-I: A. मेजा बाँध परियोजना B. सोम-कमला-अम्बा परियोजना C. मोरेल बाँध परियोजना D. जाखम बाँध परियोजना सूची-II: 1. भीलवाड़ा (कोठारी नदी) 2. डूंगरपुर (सोम नदी) 3. दौसा (मोरेल नदी) 4. प्रतापगढ़ (जाखम नदी)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मध्यम परियोजनाओं की स्थिति इस प्रकार है: 'मेजा बाँध' भीलवाड़ा जिले के माण्डलगढ़ में कोठारी नदी पर बना है, जिसके पाल पर मेजा पार्क (ग्रीन माउण्ट) विकसित है। 'सोम-कमला-अम्बा परियोजना' डूंगरपुर और उदयपुर के आदिवासी क्षेत्र को सिंचित करती है। 'मोरेल बाँध' दौसा जिले के लालसोट के पास मोरेल नदी पर स्थित एशिया का सबसे बड़ा कच्चा मिट्टी का बाँध है। 'जाखम बाँध' प्रतापगढ़ जिले के अनूपपुरा में जाखम नदी पर स्थित राजस्थान का सबसे ऊँचा बाँध (ऊँचाई 81 मीटर)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'नर्मदा नहर परियोजना' के संबंध में निम्नलिखित में से कौन-सी एक विशिष्ट तकनीकी अनिवार्यता लागू की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पूर्णतः सौर ऊर्जा चालित लिफ्ट परियोजना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संपूर्ण कमान क्षेत्र में केवल फव्वारा (स्प्रिंकलर) एवं ड्रिप सूक्ष्म सिंचाई पद्धति ही अनिवार्य की गई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औद्योगिक इकाइयों को जल आपूर्ति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केवल खुली नहरों द्वारा पारंपरिक बाढ़ सिंचाई की अनुमति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इसमें संपूर्ण कमान क्षेत्र में केवल फव्वारा (स्प्रिंकलर) एवं ड्रिप सूक्ष्म सिंचाई पद्धति ही अनिवार्य की गई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पूर्णतः सौर ऊर्जा चालित लिफ्ट परियोजना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औद्योगिक इकाइयों को जल आपूर्ति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केवल खुली नहरों द्वारा पारंपरिक बाढ़ सिंचाई की अनुमति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गुजरात के सरदार सरोवर बाँध से निकाली गई 458 किमी लम्बी नहर है, जो राजस्थान में जालोर जिले के सीलू गाँव से प्रवेश करती है। यह राजस्थान के जालोर (सांचोर) और बाड़मेर जिलों के अत्यंत शुष्क क्षेत्रों को सिंचित करती है। इस परियोजना की भारत में सबसे अनूठी और ऐतिहासिक विशेषता यह है कि इसके पूरे कमान क्षेत्र (लगभग 2.46 लाख हेक्टेयर) में किसानों के लिए 'फव्वारा (Sprinkler) एवं बूंद-बूंद (Drip) सिंचाई प्रणाली' को अनिवार्य (Mandatory) किया गया है। इससे जल की 40-50% बचत होती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संशोधित पार्वती-कालीसिंध-चंबल लिंक परियोजना (एकीकृत ERCP) के संदर्भ में निम्नलिखित कथनों पर विचार कीजिए: A. यह परियोजना चम्बल बेसिन की सहायक नदियों (कुन्नू, कुल, पार्वती, कालीसिंध, मेज) के अधिशेष मानसूनी जल को बनास, मोरेल, बाणगंगा और गंभीर बेसिनों में स्थानांतरित करने की योजना है। B. इस वृहद परियोजना से पूर्वी एवं दक्षिण-पूर्वी राजस्थान के 17 जिलों को दीर्घकालिक पेयजल एवं सिंचाई सुविधा प्राप्त होगी। C. इसके चरण-1A के अंतर्गत नवनेरा बैराज (कोटा) का निर्माण पूरा हो चुका है तथा ईसरदा बाँध (टोंक/सवाई माधोपुर) का कार्य प्रगति पर है। D. यह परियोजना केवल पश्चिमी राजस्थान के 4 मरुस्थलीय जिलों के लिए बनाई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संशोधित पार्वती-कालीसिंध-चंबल (PKC-ERCP) लिंक परियोजना राजस्थान की सबसे महत्वाकांक्षी अंतर-बेसिन जल स्थानांतरण परियोजना है। केंद्र सरकार, राजस्थान और मध्य प्रदेश के मध्य हुए ऐतिहासिक समझौते के तहत चम्बल की उप-घाटियों के अधिशेष जल को पूर्वी राजस्थान नहर परियोजना (ERCP) के माध्यम से 17 जिलों (झालावाड़, बारां, कोटा, बूंदी, सवाई माधोपुर, करौली, धौलपुर, भरतपुर, दौसा, जयपुर, अलवर, टोंक, अजमेर आदि) में पेयजल एवं 2.5 लाख हेक्टेयर नई सिंचाई हेतु भेजा जाएगा। नवनेरा बैराज और ईसरदा बाँध इसके मुख्य घटक हैं। कथन D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सबसे बड़ा मिट्टी से बना कच्चा बाँध (Earthen Dam) कौन-सा है और यह किस नदी पर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पांचना बाँध - करौली (भद्रावती, बरखेड़ा, अटा, माची, भैंसावट)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मोरेल बाँध - दौसा (मोरेल नदी)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बीसलपुर बाँध - टोंक (बनास नदी)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जवाई बाँध - पाली (जवाई नदी)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पांचना बाँध - करौली (भद्रावती, बरखेड़ा, अटा, माची, भैंसावट)</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मोरेल बाँध - दौसा (मोरेल 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बीसलपुर बाँध - टोंक (बनास नदी)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जवाई बाँध - पाली (जवाई नदी)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मिट्टी से बना सबसे बड़ा बाँध 'पांचना बाँध' (Panchna Dam) है जो करौली जिले के गुढ़ा गाँव के पास स्थित है। यह 5 स्थानीय नदियों-भद्रावती, बरखेड़ा, अटा, माची और भैंसावट के संगम पर अमेरिका के आर्थिक सहयोग से बनाया गया कच्चा बाँध है। मोरेल बाँध (दौसा) भी एक विशाल कच्चा बाँध है, लेकिन पांचना बाँध राजस्थान का सबसे प्रमुख एवं प्रसिद्ध मिट्टी का बाँध माना जाता है। बीसलपुर बाँध कंक्रीट का गुरुत्व बाँध है तथा जवाई बाँध ग्रेनाइट पत्थरों से निर्मित 'मारवाड़ का अमृत सरोवर' कहलाता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ऐतिहासिक एवं पारंपरिक जल संरक्षण जलाशयों/तालाबों को उनके संबंधित जिलों के साथ सही सुमेलित कीजिए: सूची-I (तालाब): सूची-I: A. पद्मिनी तालाब एवं मुरलिया तालाब B. कीर्ति मोरी एवं हिण्डोली तालाब C. सुखसागर एवं कालासागर तालाब D. हेमावास एवं दांतीवाड़ा तालाब सूची-II: 1. चित्तौड़गढ़ 2. बूंदी 3. सवाई माधोपुर 4. पाली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पारंपरिक जल स्रोतों का जिलावार वितरण इस प्रकार है: चित्तौड़गढ़ दुर्ग एवं जिले में 'पद्मिनी तालाब', 'वनकिया' और 'मुरलिया तालाब' स्थित हैं। बूंदी जिले में 'कीर्ति मोरी', 'बरड़ा' और 'हिण्डोली तालाब' स्थित हैं। सवाई माधोपुर में 'सुखसागर', 'कालासागर' और 'जंगली तालाब' स्थित हैं। पाली जिले में बांडी नदी पर 'हेमावास तालाब' तथा 'दांतीवाड़ा तालाब' स्थित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पार्वती नदी (Parbati River) के उद्गम, प्रवाह मार्ग एवं सहायक नदियों के संबंध में निम्नलिखित कथनों पर विचार कीजिए: A. पार्वती नदी का उद्गम मध्य प्रदेश में सीहोर जिले के निकट विंध्याचल श्रेणियों से होता है। B. यह नदी राजस्थान में बारां जिले के करियाहाट के निकट प्रवेश करती है। C. यह बारां और सवाई माधोपुर जिलों में बहती हुई पालिया गाँव (सवाई माधोपुर) के निकट चम्बल नदी में मिल जाती है। D. अंधेरी, रेतड़ी, अहेली और कुल नदियां पार्वती की प्रमुख सहायक नदियां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पार्वती नदी चम्बल की एक प्रमुख दाईं सहायक नदी है। इसका उद्गम मध्य प्रदेश के सीहोर जिले से होता है। यह राजस्थान के बारां जिले में प्रवेश करके बारां और कोटा की सीमा बनाते हुए सवाई माधोपुर जिले के पालिया गाँव के निकट चम्बल नदी में विलीन हो जाती है। इस नदी की प्रमुख सहायक नदियों में अंधेरी, रेतड़ी, अहेली, कुल, लासी और बरनी नदियां शामिल हैं, जो हाड़ौती क्षेत्र के अपवाह तंत्र को समृद्ध करती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पारंपरिक मृदाओं के प्रकारों को उनके संबंधित प्रमुख जिलों के साथ सही सुमेलित कीजिए: सूची-I (मृदा का प्रकार): सूची-I: A. जलोढ़ (कच्छारी / दोमट) मृदा B. मध्यम काली (रेगुर) मृदा C. लाल-लोमी मृदा D. भूरी रेतीली मृदा सूची-II: 1. भरतपुर, धौलपुर, दौसा, जयपुर 2. कोटा, बूंदी, बारां, झालावाड़ 3. डूंगरपुर, बांसवाड़ा, दक्षिणी उदयपुर 4. बाड़मेर, जोधपुर, नागौर, पाली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भौगोलिक बनावट के अनुसार पारंपरिक मृदाओं का वितरण इस प्रकार है: 'जलोढ़ मृदा' पूर्वी राजस्थान के मैदानी जिलों (भरतपुर, धौलपुर, जयपुर, दौसा) में नदियों के निक्षेप से बनी सर्वाधिक उपजाऊ मिट्टी है। 'मध्यम काली मृदा' हाड़ौती के पठारी जिलों (कोटा, बूंदी, झालावाड़, बारां) में बेसाल्ट लावा के क्षरण से बनी है जो कपास और सोयाबीन के लिए आदर्श है। 'लाल-लोमी मृदा' दक्षिणी राजस्थान (डूंगरपुर, बांसवाड़ा, उदयपुर) में प्राचीन कायांतरित चट्टानों से निर्मित है जिसमें लौह तत्व की प्रधानता और मक्का की खेती होती है। 'भूरी रेतीली मृदा' अर्द्ध-शुष्क पश्चिमी जिलों (बाड़मेर, जोधपुर, पाली) में लगभग 36,000 वर्ग किमी में पाई जाती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मिश्रित लाल-काली मृदा एवं लैटेराइट मृदा की रासायनिक विशेषताओं के संदर्भ में निम्नलिखित कथनों पर विचार कीजिए: A. मिश्रित लाल और काली मिट्टी में पोटाश पर्याप्त मात्रा में मिलता है, किन्तु नाइट्रोजन, फास्फोरस और ह्यूमस की कमी पाई जाती है। B. लैटेराइट मिट्टी का लाल रंग लौह तत्व (Iron Oxide) की अत्यधिक उपस्थिति के कारण होता है। C. लाल-पीली मृदा में ग्रेनाइट, शिस्ट और नीस चट्टानों के विखंडन से उपजाऊ तत्वों की प्रचुरता पाई जाती है। D. मिश्रित लाल-काली मिट्टी मुख्य रूप से बांसवाड़ा, डूंगरपुर, चित्तौड़गढ़ और भीलवाड़ा जिलों में पाई जाती है जहाँ कपास व मक्का उगाया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विभिन्न मृदाओं के रासायनिक गुण उनकी मूल चट्टानों पर निर्भर करते हैं। मिश्रित लाल-काली मिट्टी बांसवाड़ा, चित्तौड़गढ़, डूंगरपुर में मिलती है; इसमें चीका मिट्टी की अधिकता तथा पोटाश प्रचुर होता है, लेकिन नाइट्रोजन व फास्फोरस कम होता है। लैटेराइट मिट्टी डूंगरपुर और उदयपुर में पाई जाती है, जिसका लाल रंग लौह तत्वों के कारण होता है। कथन C असत्य है क्योंकि लाल-पीली मिट्टी (सवाई माधोपुर, सिरोही, भीलवाड़ा) में चूना, नाइट्रोजन और जैविक ह्यूमस तत्वों की अत्यधिक 'कमी' (अभाव) पाई जाती है, प्रचुरता नहीं।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संयुक्त राज्य कृषि विभाग (USDA) की व्यापक मृदा वर्गीकरण प्रणाली (Soil Taxonomy) के अनुसार राजस्थान की मृदाओं को कितने प्रमुख ऑर्डर्स (Orders) में वर्गीकृत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3 ऑर्डर्स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ऑर्डर्स (एरिडीसोल्स, वर्टीसोल्स, एंटिसोल्स, अल्फीसोल्स, इन्सेप्टीसोल्स)</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 ऑर्डर्स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9 ऑर्डर्स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5 ऑर्डर्स (एरिडीसोल्स, वर्टीसोल्स, एंटिसोल्स, अल्फीसोल्स, इन्सेप्टीसोल्स)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ऑर्डर्स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ऑर्डर्स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 ऑर्डर्स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पद्धति (USDA मृदा टैक्सोनॉमी) के अनुसार राजस्थान की मृदाओं को 5 प्रमुख ऑर्डर्स में वर्गीकृत किया गया है: (1) एरिडीसोल्स (Aridisols) - शुष्क एवं अर्द्ध-शुष्क मरुस्थलीय मृदा; (2) एंटिसोल्स (Entisols) - पीली-भूरी रेतीली अपरिपक्व मृदा जो पश्चिमी राजस्थान में सर्वाधिक विस्तृत है; (3) अल्फीसोल्स (Alfisols) - पूर्वी मैदानों की परिपक्व जलोढ़ मृदा; (4) वर्टीसोल्स (Vertisols) - हाड़ौती की अत्यधिक संकुचन व फैलाव वाली काली चिकनी मृदा; तथा (5) इन्सेप्टीसोल्स (Inceptisols) - अरावली के पहाड़ी ढलानों व उप-आर्द्र भागों में पाई जाने वाली आद्र मृदा।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वैज्ञानिक मृदा वर्गीकरण (USDA) के अनुसार राजस्थान के मृदा प्रकारों को उनके संबंधित जलवायु/भौगोलिक क्षेत्रों से सुमेलित कीजिए: सूची-I (मृदा प्रकार): सूची-I: A. एरिडीसोल्स (Aridisols) B. इन्सेप्टीसोल्स (Inceptisols) C. अल्फीसोल्स (Alfisols) D. वर्टीसोल्स (Vertisols) सूची-II: 1. शुष्क एवं अर्द्ध-शुष्क पश्चिमी क्षेत्र (चूरू, सीकर, झुंझुनूं, नागौर) 2. आद्र पहाड़ी क्षेत्र एवं तलहटी (माउंट आबू, सिरोही, उदयपुर, पाली) 3. उप-आर्द्र एवं आर्द्र पूर्वी मैदान (जयपुर, अलवर, भरतपुर, दौसा) 4. अति-आर्द्र दक्षिण-पूर्वी पठार (कोटा, बूंदी, बारां, झालावाड़)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वैज्ञानिक वर्गीकरण के अनुसार मृदाओं का क्षेत्रीय वितरण इस प्रकार है: 'एरिडीसोल्स' शुष्क जलवायु में चूरू, सीकर, झुंझुनूं, नागौर, जोधपुर में मिलती है। 'इन्सेप्टीसोल्स' सिरोही (माउंट आबू), पाली, राजसमंद, उदयपुर और भीलवाड़ा के पहाड़ी क्षेत्रों में पाई जाती है। 'अल्फीसोल्स' पूर्वी राजस्थान के जयपुर, अलवर, भरतपुर, दौसा, टोंक में पाई जाती है। 'वर्टीसोल्स' हाड़ौती के कोटा, बूंदी, बारां, झालावाड़ के दक्कन लावा क्षेत्र में विस्तृत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कृषि विभाग के क्षेत्रीय मृदा सर्वेक्षण वर्गीकरण के अनुसार 'जिप्सीफेरस' (Gypsiferous) एवं 'रेवेरिना' (Reverina) मृदा क्रमशः किन जिलों में पाई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बीकानेर एवं श्रीगंगानगर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एवं बाड़मेर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एवं झालावाड़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एवं अलवर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बीकानेर एवं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एवं बाड़मेर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एवं झालावाड़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एवं अलवर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कृषि विभाग द्वारा राज्य की मिट्टियों को 14 विशिष्ट वैज्ञानिक समूहों में बांटा गया है। इनमें 'जिप्सीफेरस मृदा' (जिसमें जिप्सम की अत्यधिक परत होती है) मुख्य रूप से बीकानेर जिले में पाई जाती है। 'रेवेरिना मृदा' तथा 'सीरोज़ेम मृदा' श्रीगंगानगर और अनूपगढ़ जिलों में पाई जाती है जो घग्घर नदी के कछारी तलछटों से बनी है। जालौर और पाली जिलों में 'ग्रे-ब्राउन जलोढ़ मृदा' (धूसर भूरी कांप मिट्टी) की प्रधानता पाई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मृदा अपरदन (Soil Erosion) के प्रमुख कारकों एवं उनकी प्रकृति के संबंध में निम्नलिखित कथनों पर विचार कीजिए: A. पश्चिमी राजस्थान में मृदा अपरदन का मुख्य कारक तीव्र गति से चलने वाली पवनों द्वारा होने वाला 'वायु अपरदन' (Wind Erosion) है। B. दक्षिण-पूर्वी राजस्थान में चम्बल एवं उसकी सहायक नदियों द्वारा किया जाने वाला अवनालिका अपरदन (Gully Erosion) बीहड़ों (Ravines) का निर्माण करता है। C. अनियंत्रित पशुचारण और वनों की कटाई मृदा की ऊपरी उपजाऊ परत के कटाव को तीव्र करते हैं। D. वृक्षारोपण एवं मेड़बंदी केवल जल अपरदन को रोकती है, वायु अपरदन पर इसका कोई प्रभाव नहीं पड़ता।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मृदा अपरदन को 'रेंगती हुई मृत्यु' कहा जाता है। पश्चिमी राजस्थान में शुष्क जलवायु और वनस्पति विहीन रेतीले धरातल के कारण वायु अपरदन सर्वाधिक होता है (जैसलमेर, बाड़मेर, बीकानेर)। दक्षिण-पूर्वी राजस्थान में चम्बल नदी द्वारा भारी अवनालिका अपरदन से कोटा, सवाई माधोपुर, करौली और धौलपुर में लाखों हेक्टेयर भूमि बीहड़ों में तब्दील हो चुकी है। कथन D असत्य है क्योंकि वृक्षारोपण (शेल्टर बेल्ट्स) पवन की गति को मंद करके वायु अपरदन को रोकने का सबसे प्रभावी उपाय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पर्यावरण संरक्षण, प्राकृतिक संसाधनों के प्रबंधन एवं जलवायु परिवर्तन से निपटने के लिए राजस्थान सरकार ने किस वर्ष 'राजस्थान राज्य पर्यावरण नीति' (State Environment Policy) लागू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2010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फरवरी 2010 में अपनी पहली 'राजस्थान राज्य पर्यावरण नीति' (Rajasthan State Environment Policy) घोषित की थी। भारत सरकार की राष्ट्रीय पर्यावरण नीति 2006 के अनुरूप पर्यावरण नीति लागू करने वाला राजस्थान देश का पहला राज्य बना था। इस नीति का मुख्य उद्देश्य सतत विकास, जल-जंगल-जमीन का संरक्षण, पारिस्थितिकीय संतुलन बनाए रखना और मरुस्थलीकरण के प्रसार को रोकना था। इसके साथ ही 2010 में राज्य की प्रथम जलवायु परिवर्तन कार्ययोजना और वन नीति भी लाई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प्राकृतिक स्थलों के संरक्षण एवं स्थानीय समुदायों को स्वरोजगार उपलब्ध कराने हेतु राजस्थान की 'प्रथम इको-टूरिज्म नीति' (Eco-Tourism Policy) कब घोषित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2004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2015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2021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2010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2004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राज्य में पारिस्थितिकीय पर्यटन को प्रोत्साहन देने के लिए 'प्रथम इको-टूरिज्म नीति' वर्ष 2010 में जारी की थी। इस नीति के तहत 10 प्रमुख पारिस्थितिकीय स्थलों का चयन किया गया था और वन विभाग को नोडल एजेंसी बनाया गया था। इसके पश्चात वर्तमान पारिस्थितिकीय आवश्यकताओं, ट्रैकिंग रूट्स, होम-स्टे और जैव-विविधता संरक्षण को और अधिक सुदृढ़ करने के उद्देश्य से राजस्थान सरकार ने जुलाई 2021 में 'नवीन इको-टूरिज्म नीति 2021' लागू की है। अतः प्रथम नीति वर्ष 2010 में आई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प्रशासनिक नियंत्रण की दृष्टि से राजस्थान के वनों के वर्गीकरण के संबंध में निम्नलिखित कथनों पर विचार कीजिए: A. आरक्षित वन (Reserved Forests) पूर्णतः राजकीय नियंत्रण में होते हैं जहाँ वन कटाई एवं पशु चराई पर पूर्ण प्रतिबंध होता है (राज्य के कुल वनों का लगभग 37.05%)। B. संरक्षित / रक्षित वन (Protected Forests) में प्रशासनिक नियमों के अधीन सीमित पशु चराई एवं सूखी लकड़ी एकत्र करने की अनुमति दी जाती है (राज्य के कुल वनों का लगभग 56.5%)। C. अवर्गीकृत वन (Unclassed Forests) वे वन हैं जिन पर सरकार का कोई कड़ा प्रतिबंध नहीं होता तथा ये सर्वाधिक बीकानेर जिले में पाए जाते हैं। D. राजस्थान में आरक्षित वनों का सर्वाधिक क्षेत्रफल बाड़मेर और जैसलमेर जिलों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प्रशासनिक दृष्टि से राजस्थान के वनों को तीन श्रेणियों में वर्गीकृत किया गया है: (1) आरक्षित वन (37.05%) - पूर्णतः प्रतिबंधित, सर्वाधिक उदयपुर जिले में; (2) संरक्षित/रक्षित वन (56.49%) - सीमित छूट के साथ, सर्वाधिक बारां जिले में; (3) अवर्गीकृत वन (6.46%) - खुले वन, सर्वाधिक बीकानेर जिले में। कथन D असत्य है क्योंकि आरक्षित वनों का सर्वाधिक विस्तार उदयपुर जिले में है, न कि बाड़मेर-जैसलमेर में।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वन प्रकारों को उनके प्रतिनिधि वृक्षों/पादप प्रजातियों के साथ सही सुमेलित कीजिए: सूची-I (वन प्रकार): सूची-I: A. उष्णकटिबंधीय शुष्क पर्णपाती (धौंक वन) B. उपोष्णकटिबंधीय सदाबहार वन C. उष्णकटिबंधीय कंटीले वन D. शुष्क सागवान वन सूची-II: 1. एनोजिसस पेंडुला (धौंक) 2. डिकपटेरा आबूऐंसिस एवं जामुन 3. प्रोसोपिस सिनेरिया (खेजड़ी) एवं रोहिड़ा 4. टेक्टोना ग्रैंडिस (सागवान)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वन प्रकारों का पादप संयोजन इस प्रकार है: 'धौंक वन' राजस्थान में सर्वाधिक विस्तृत वन हैं (लगभग 58% वन क्षेत्र) जिनका प्रमुख वृक्ष एनोजिसस पेंडुला है। 'उपोष्ण सदाबहार वन' केवल माउंट आबू में 150 सेमी से अधिक वर्षा वाले क्षेत्र में पाए जाते हैं जहाँ अत्यंत दुर्लभ डिकपटेरा आबूऐंसिस, जामुन और बांस मिलते हैं। 'कंटीले वन' पश्चिमी मरुस्थल में खेजड़ी, रोहिड़ा, बेर, थोर के रूप में मिलते हैं। 'सागवान वन' दक्षिणी जिलों (बांसवाड़ा, डूंगरपुर, प्रतापगढ़) में 75-110 सेमी वर्षा वाले क्षेत्र में पाए जाते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वन विभाग के नवीनतम प्रशासनिक प्रतिवेदनों एवं वन सर्वेक्षण के अनुसार राजस्थान में 'सर्वाधिक' तथा 'न्यूनतम' वन क्षेत्रफल वाले जिले क्रमशः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 एवं चूरू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 एवं जोधपुर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अलवर एवं हनुमानगढ़</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 एवं नागौर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उदयपुर एवं चूरू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 एवं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 एवं हनुमानगढ़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प्रतापगढ़ एवं नागौर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 का भौगोलिक वितरण अत्यधिक विषम है। राज्य में सर्वाधिक अभिलेखित वन क्षेत्र (Recorded Forest Area) तथा वनावरण (Forest Cover) 'उदयपुर' जिले में (4161.92 वर्ग किमी) पाया जाता है। इसके पश्चात अलवर, प्रतापगढ़ और बारां जिलों का स्थान आता है। दूसरी ओर, राज्य में सबसे कम वन क्षेत्र 'चूरू' जिले में (मात्र 79.92 वर्ग किमी) तथा उसके बाद हनुमानगढ़ और जोधपुर में पाया जाता है। प्रतिशत की दृष्टि से भी सर्वाधिक वन उदयपुर में और न्यूनतम जोधपुर/चूरू 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वन स्थिति रिपोर्ट (ISFR 2021) एवं राजस्थान वन सांख्यिकी के संदर्भ में निम्नलिखित कथनों पर विचार कीजिए: A. राजस्थान के कुल भौगोलिक क्षेत्रफल का लगभग 9.60% भाग अभिलेखित वन क्षेत्र (Recorded Forest Area) के अंतर्गत आता है। B. राजस्थान में अति सघन वन (Very Dense Forest) का सर्वाधिक विस्तार अलवर जिले में दर्ज किया गया है। C. राजस्थान में झाड़ी वन क्षेत्र (Scrub Area) का सर्वाधिक विस्तार पाली जिले में पाया जाता है। D. राजस्थान में कुल वनावरण 19.50% है जो राष्ट्रीय औसत से काफी अधिक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ISFR 2021 और राज्य वन प्रतिवेदन के अनुसार राजस्थान का कुल अभिलेखित वन क्षेत्र 32,863 वर्ग किमी है, जो कुल भौगोलिक क्षेत्रफल का 9.60% है (जबकि वास्तविक वनावरण 4.87% तथा वृक्षावरण 2.56% है)। राज्य में सर्वाधिक अति सघन वन अलवर जिले में पाए जाते हैं तथा सबसे अधिक झाड़ी क्षेत्र पाली जिले में दर्ज किया गया है। कथन D पूर्णतः असत्य है क्योंकि राजस्थान का कुल वनावरण 19.5% नहीं, बल्कि 9.6% (अभिलेखित) है और यह राष्ट्रीय लक्ष्य (33%) से काफी कम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'डिकपटेरा आबूऐंसिस' (Dicliptera abuensis) नामक विश्व की अत्यंत दुर्लभ पादप प्रजाति राजस्थान के किस विशिष्ट क्षेत्र एवं वन प्रकार में पाई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माउंट आबू (सिरोही) - उपोष्णकटिबंधीय सदाबहार वन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सीतामाता (प्रतापगढ़) - शुष्क सागवान वन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तालछापर (चूरू) - कंटीले झाड़ीदार 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रणथम्भौर (सवाई माधोपुर) - धौंक 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माउंट आबू (सिरोही) - उपोष्णकटिबंधीय सदाबहार वन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सीतामाता (प्रतापगढ़) - शुष्क सागवान वन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तालछापर (चूरू) - कंटीले झाड़ीदार वन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रणथम्भौर (सवाई माधोपुर) - धौंक 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डिकपटेरा आबूऐंसिस एक अत्यंत दुर्लभ एवं लुप्तप्राय वनस्पति प्रजाति है जो पूरे विश्व में केवल राजस्थान के सिरोही जिले में स्थित माउंट आबू की उच्च पर्वतीय पहाड़ियों में ही पाई जाती है। यह प्रजाति माउंट आबू के 'उपोष्णकटिबंधीय पर्वतीय सदाबहार वनों' का हिस्सा है। ये वन राजस्थान के कुल वन क्षेत्रफल के 1% से भी कम भाग (लगभग 0.39%) पर विस्तृत हैं जहाँ वार्षिक वर्षा 150 सेमी से अधिक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गैर-इमारती वन उत्पादों (NTFP) को उनके प्रमुख उत्पादक जिलों के साथ सही सुमेलित कीजिए: सूची-I (वन उत्पाद): सूची-I: A. सागवान इमारती लकड़ी B. तेंदू पत्ता C. खस घास D. महुआ सूची-II: 1. बाँसवाड़ा, डूंगरपुर, चित्तौड़गढ़ 2. झालावाड़, कोटा, बारां, बूंदी 3. भरतपुर, सवाई माधोपुर, टोंक 4. डूंगरपुर, बाँसवाड़ा,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वन उत्पादों का क्षेत्रीय वितरण इस प्रकार है: 'सागवान की लकड़ी' दक्षिणी राजस्थान के बांसवाड़ा, डूंगरपुर, चित्तौड़गढ़ में केंद्रित है। 'तेंदू पत्ता' (जिसका उपयोग बीड़ी निर्माण में होता है और 1974 में राष्ट्रीयकरण किया गया) हाड़ौती के झालावाड़, कोटा, बारां में प्रचुरता से मिलता है। 'खस घास' (इत्र व ठंडक हेतु) पूर्वी राजस्थान के भरतपुर, सवाई माधोपुर और टोंक में पाई जाती है। 'महुआ' दक्षिणी आदिवासी बहुल जिलों (डूंगरपुर, बांसवाड़ा, उदयपुर) में शराब और तेल निर्माण हेतु एकत्र किया जाता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थार मरुस्थल में पाई जाने वाली स्थानीय चारागाह घासों के संदर्भ में निम्नलिखित कथनों पर विचार कीजिए: A. सेवण (Lasiurus sindicus) जैसलमेर जिले की लाठी सीरीज में पाई जाने वाली सर्वाधिक प्रोटीनयुक्त एवं पौष्टिक घास है जो गोडावण का मुख्य प्रजनन स्थल है। B. धामण (Cenchrus ciliaris) और करड़ (Dichanthium annulatum) पश्चिमी राजस्थान की प्रमुख सूखा-सहनशील दुधारू पशुओं के लिए उत्तम घासें हैं। C. मुरात (Panicum turgidum) बीकानेर और जैसलमेर के रेगिस्तानी टीलों पर भेड़ों के लिए महत्वपूर्ण शुष्क चारा प्रदान करती है। D. ये सभी घासें केवल भारी वर्षा वाले आर्द्र क्षेत्रों में ही उग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पश्चिमी राजस्थान के शुष्क पारिस्थितिकी तंत्र में कई पौष्टिक घासें पाई जाती हैं। सेवण घास जैसलमेर के भू-गर्भीय जल पट्टी (लाठी सीरीज) में विस्तृत है और राज्य पक्षी गोडावण की शरणस्थली है। धामण और करड़ घास में उच्च प्रोटीन होता है जो मवेशियों में दूध उत्पादन बढ़ाता है। मुरात कठोर रेगिस्तानी परिस्थितियों में उगती है। कथन D असत्य है क्योंकि ये सभी घासें मरुस्थलीय (Xerophytic) प्रकृति की हैं जो 10 से 30 सेमी जैसी अल्प वर्षा और अत्यधिक सूखे में भी जीवित रहने के लिए अनुकूलित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जिला समूह में विशिष्ट सुगंधित 'खस' (Vetiveria zizanioides) घास प्रचुरता से पाई जाती है, जिसकी जड़ों से इत्र एवं शरबत बनाया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बूंदी और झालावाड़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माधोपुर, भरतपुर और टोंक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जैसलमेर, बाड़मेर और बीकानेर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भीलवाड़ा और चित्तौड़गढ़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सवाई माधोपुर, भरतपुर और 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बूंदी और झालावाड़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जैसलमेर, बाड़मेर और 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भीलवाड़ा और चित्तौड़गढ़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खस (Vetiveria zizanioides) एक विशेष प्रकार की बारहमासी सुगंधित घास है जो कछारी और नम भूमि में उगती है। राजस्थान में इसका मुख्य उत्पादक क्षेत्र पूर्वी जिले-सवाई माधोपुर, भरतपुर और टोंक हैं। खस की जड़ों से अत्यंत मूल्यवान सुगंधित तेल (वेटिवर ऑयल) निकाला जाता है जिसका उपयोग इत्र, साबुन, शरबत, ठंडाई तथा ग्रीष्मकाल में कमरों को ठंडा व सुगंधित रखने वाली पारंपरिक टाटियों (Khus-Tatti) में किया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वनस्पति प्रजातियों के संबंध में देशी (Indigenous) एवं विदेशी आक्रामक (Invasive) प्रजातियों पर विचार कीजिए: A. धौंक (Anogeissus pendula), खेजड़ी (Prosopis cineraria) और गुग्गल (Commiphora wightii) राजस्थान की देशी मूल प्रजातियां हैं। B. विलायती बबूल (Prosopis juliflora) मेक्सिको/दक्षिण अमेरिका से लाई गई आक्रामक प्रजाति है जो स्थानीय जैव-विविधता के लिए खतरा बन चुकी है। C. लैंटाना कैमारा (Lantana camara) एक आक्रामक झाड़ी है जिसने सरिस्का और सज्जनगढ़ अभयारण्यों में देशी घासों के प्रसार को अवरुद्ध कर दिया है। D. विलायती बबूल राजस्थान का आधिकारिक राज्य वृक्ष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पादप जगत में धौंक अरावली का प्रमुख मूल वृक्ष है, खेजड़ी थार का कल्पवृक्ष है तथा गुग्गल एक मूल औषधीय पौधा है। दूसरी ओर, 19वीं सदी में लाया गया विलायती बबूल (Prosopis juliflora) और उष्णकटिबंधीय अमेरिका से आया लैंटाना कैमारा अत्यंत आक्रामक विदेशी प्रजातियां हैं जिन्होंने स्थानीय पौधों और चारागाहों को भारी नुकसान पहुंचाया है। कथन D असत्य है क्योंकि राजस्थान का राज्य वृक्ष खेजड़ी (Prosopis cineraria) है, न कि विदेशी विलायती बबूल।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दक्षिणी राजस्थान के आदिवासी बाहुल्य जिलों (डूंगरपुर, बांसवाड़ा, उदयपुर) में किस वृक्ष को 'कल्पवृक्ष' के समान माना जाता है, जिससे पारंपरिक पेय व तेल प्राप्त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महुआ (Madhuca longifolia)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रोहिड़ा (Tecomella undulata)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खेजड़ी (Prosopis cineraria)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सालर (Boswellia serrata)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महुआ (Madhuca longifolia)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रोहिड़ा (Tecomella undulata)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खेजड़ी (Prosopis cineraria)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सालर (Boswellia serrata)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महुआ (Madhuca longifolia) दक्षिणी राजस्थान के आदिवासी समुदाय (विशेषकर भील, गरासिया और डामोर) की अर्थव्यवस्था और संस्कृति में केंद्रीय स्थान रखता है। इसके पोषक फूलों से पारंपरिक देशी शराब ('मोकड़ी') बनाई जाती है तथा इसके बीजों (डोलमा) से खाद्य व औषधीय तेल निकाला जाता है। इसी बहुउपयोगिता के कारण आदिवासियों में महुआ को कल्पवृक्ष का दर्जा प्राप्त है। खेजड़ी को 'थार का कल्पवृक्ष' कहा जाता है, जबकि रोहिड़ा राजस्थान का राज्य पुष्प ('मरुशोभा')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सालर (Boswellia serrata) वनों के भौगोलिक वितरण एवं आर्थिक उपयोगिता के संबंध में निम्नलिखित कथनों पर विचार कीजिए: A. सालर के वन अरावली के 450 मीटर से अधिक ऊँचे पर्वतीय ढालों पर उदयपुर, राजसमंद, चित्तौड़गढ़, सिरोही, पाली और अलवर में विस्तृत हैं। B. सालर का वृक्ष उच्च गुणवत्ता वाले प्राकृतिक 'गोंद' (Gum) का प्रमुख स्रोत है। C. सालर की हल्की लकड़ी का उपयोग मुख्य रूप से पैकिंग बॉक्स (सामान पैक करने के डिब्बे) बनाने में किया जाता है। D. सालर के वन पश्चिमी राजस्थान के रेतीले बालुका स्तूपों पर पाए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सालर (Boswellia serrata) वन अरावली पर्वतमाला के ऊपरी ढलानों और पथरीली चोटियों पर पाए जाते हैं। यह उदयपुर, राजसमंद, चित्तौड़गढ़, सिरोही, पाली, अजमेर, जयपुर और अलवर जिलों में विस्तृत हैं। सालर के तने से व्यावसायिक गोंद निकाला जाता है। इसकी लकड़ी मुलायम और हल्की होने के कारण चाय की पेटियां, फल-सब्जियों के पैकिंग बॉक्स और माचिस उद्योग में प्रयुक्त होती है। कथन D असत्य है क्योंकि सालर पर्वतीय ढालों का वृक्ष है, मरुस्थलीय रेतीले टीलों का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वानिकी विकास, मरुस्थलीकरण रोकथाम एवं जैव-विविधता संरक्षण हेतु 'राजस्थान वानिकी एवं जैव-विविधता परियोजना' (RFBP) किस विदेशी एजेंसी के सहयोग से संचालित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बैंक (World Bank)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जापान इंटरनेशनल कोऑपरेशन एजेंसी (JICA - जायका)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एशियाई विकास बैंक (ADB)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यूनेस्को (UNESCO)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जापान इंटरनेशनल कोऑपरेशन एजेंसी (JICA - जायका)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बैंक (World Bank)</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एशियाई विकास बैंक (ADB)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यूनेस्को (UNESCO)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वनावरण बढ़ाने, वन्यजीव पर्यावास सुधारने और स्थानीय समुदायों की आजीविका सुदृढ़ करने के उद्देश्य से 'राजस्थान वानिकी एवं जैव-विविधता परियोजना' (चरण-I एवं चरण-II) जापान सरकार की एजेंसी 'जायका' (JICA - Japan International Cooperation Agency) के वित्तीय एवं तकनीकी सहयोग से संचालित की गई। इस परियोजना के तहत राज्य के 10 मरुस्थलीय और 5 गैर-मरुस्थलीय जिलों में बड़े पैमाने पर सघन पौधरोपण, जल संग्रहण ढांचों का निर्माण और संयुक्त वन प्रबंधन समितियां गठित की गईं।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वनों के समीपवर्ती क्षेत्रों में निवास करने वाले आदिवासी एवं स्थानीय समुदायों को वैकल्पिक स्वरोजगार एवं वनोपज संवर्धन हेतु वर्ष 2015 में कौन-सी केंद्रीय योजना प्रारंभ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हरित राजस्थान योजना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वन-धन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घर-घर औषधि 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अरावली वनीकरण परियोजना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वन-धन 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हरित राजस्थान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घर-घर औषधि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अरावली वनीकरण परियोजना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 पर स्थानीय जनजातीय लोगों की अत्यधिक निर्भरता को कम करने तथा उन्हें वनोपज के संग्रहण एवं प्रसंस्करण (Value Addition) से लाभकारी आजीविका प्रदान करने हेतु वर्ष 2015 में 'वन-धन योजना' (Van Dhan Yojana / TRIFED) प्रारंभ की गई थी। इस योजना के अंतर्गत वन-धन विकास केंद्र स्थापित कर आदिवासियों को महुआ, शहद, आंवला, गोंद आदि के प्रसंस्करण का प्रशिक्षण व विपणन सहायता दी जाती है। घर-घर औषधि योजना 2021 में औषधीय पौधे वितरित करने हेतु शुरू की गई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वन नीतियों के विकास एवं ऐतिहासिक पृष्ठभूमि के संबंध में निम्नलिखित कथनों पर विचार कीजिए: A. स्वतंत्रता के बाद राजस्थान सरकार द्वारा राज्य की प्रथम वन नीति की घोषणा द्वितीय पंचवर्षीय योजना (1956-61) के दौरान की गई थी। B. राजस्थान राज्य ने अपनी आधुनिक 'नवीन वन नीति' वर्ष 2023 में घोषित की है, जिसमें कुल भू-भाग के 20% भाग को वनाच्छादित करने का लक्ष्य रखा गया है। C. राजस्थान भारत का पहला राज्य था जिसने 2010 में अलग से पर्यावरण नीति जारी की। D. राजस्थान में वन प्रबंधन का कार्य पूर्णतः निजी कंपनियों को सौंप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 के सुनियोजित विकास की पहली नीति द्वितीय पंचवर्षीय योजना काल में घोषित की गई थी। इसके पश्चात पर्यावरण संरक्षण हेतु 2010 में पर्यावरण नीति बनी। राज्य सरकार ने वन क्षेत्र में सतत वृद्धि और जलवायु अनुकूलन हेतु 'राजस्थान वन नीति 2023' जारी की है, जिसमें राज्य के 20% भौगोलिक क्षेत्र को हरित आवरण में लाने का दीर्घकालिक लक्ष्य तय किया गया है। कथन D असत्य है क्योंकि वनों का संरक्षण व प्रशासनिक नियंत्रण राजस्थान वन विभाग एवं ग्राम वन सुरक्षा प्रबंधन समितियों (संयुक्त वन प्रबंधन) के हाथों में है, न कि निजी कंपनियों के।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वन विभाग के प्रशासनिक प्रतिवेदन 2024-25 के अनुसार कुल अभिलेखित वन क्षेत्रफल के आधार पर जिलों का 'सर्वाधिक से न्यूनतम' सही अवरोही क्रम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उदयपुर &gt; अलवर &gt; प्रतापगढ़ &gt; बारां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उदयपुर &gt; प्रतापगढ़ &gt; अलवर &gt; बारां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 &gt; उदयपुर &gt; अलवर &gt; चित्तौड़गढ़</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अलवर &gt; उदयपुर &gt; बारां &gt; प्रतापगढ़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उदयपुर &gt; अलवर &gt; प्रतापगढ़ &gt; बारां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&gt; प्रतापगढ़ &gt; अलवर &gt; 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 &gt; उदयपुर &gt; अलवर &gt; चित्तौड़गढ़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अलवर &gt; उदयपुर &gt; बारां &gt; प्रतापगढ़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वन विभाग के 31 मार्च 2024 के अद्यतन प्रशासनिक आंकड़ों के अनुसार, राज्य में सर्वाधिक वन क्षेत्रफल वाले शीर्ष जिले क्रमशः इस प्रकार हैं: (1) उदयपुर - 4,161.92 वर्ग किमी (प्रथम स्थान), (2) अलवर - 1,786.58 वर्ग किमी, (3) प्रतापगढ़ - 1,667.78 वर्ग किमी, तथा (4) बारां - 2,250.56 वर्ग किमी (संरक्षित वन बहुलता)। अतः जिलों का सही अवरोही क्रम उदयपुर &gt; अलवर &gt; प्रतापगढ़ &gt; बारां है। सबसे कम वन क्षेत्रफल चूरू (79.92 वर्ग किमी) और हनुमानगढ़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वन्यजीव संरक्षण के प्रति जन-जागरूकता बढ़ाने हेतु मार्च 2016 में घोषित राजस्थान के जिलों एवं उनके आधिकारिक 'वन्यजीव शुभंकर' (Wildlife Mascots) को सही सुमेलित कीजिए: सूची-I (जिला): सूची-I: A. जालौर B. जैसलमेर C. भीलवाड़ा D. अजमेर सूची-II: 1. भालू 2. गोडावण (ग्रेट इंडियन बस्टर्ड) 3. मोर 4. खरमोर पक्षी</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मार्च 2016 में प्रत्येक जिले के लिए एक विशिष्ट वन्यजीव शुभंकर घोषित किया था: 'जालौर' का शुभंकर भालू है (सुंधामाता भालू अभयारण्य के कारण); 'जैसलमेर' का शुभंकर राज्य पक्षी गोडावण है; 'भीलवाड़ा' का शुभंकर राष्ट्रीय पक्षी मोर है; 'अजमेर' का शुभंकर दुर्लभ खरमोर पक्षी है (सवाई माधोपुर का शुभंकर बाघ है)। इसके अतिरिक्त जयपुर का चीतल, जोधपुर का कुरजां और चूरू का कृष्णमृग (काला हिरण)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जैव-विविधता संरक्षण की विधियों के संदर्भ में निम्नलिखित में से कौन-सा वर्गीकरण स्वःस्थाने (In-situ) एवं बहिःस्थाने (Ex-situ) संरक्षण का सही स्वरूप दर्शाता है? A. राष्ट्रीय उद्यान, वन्यजीव अभयारण्य और बायोस्फीयर रिजर्व 'स्वःस्थाने' (In-situ) संरक्षण के प्रमुख उदाहरण हैं जहाँ जीवों को उनके प्राकृतिक आवास में संरक्षित किया जाता है। B. बॉटनिकल गार्डन (वानस्पतिक उद्यान), चिड़ियाघर (जूलॉजिकल पार्क), बीज बैंक और जीन बैंक 'बहिःस्थाने' (Ex-situ) संरक्षण के उदाहरण हैं। C. राजस्थान में केवलादेव राष्ट्रीय उद्यान स्वःस्थाने तथा सज्जनगढ़ बायोलॉजिकल पार्क बहिःस्थाने संरक्षण का प्रतिनिधित्व करते हैं। D. चिड़ियाघर और एक्वेरियम को स्वःस्थाने संरक्षण की श्रेणी में रखा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जैव-विविधता संरक्षण दो प्रमुख तरीकों से किया जाता है: (1) इन-सिटू (स्वःस्थाने) - जीवों को उनके प्राकृतिक प्राकृतिक आवास में संरक्षित करना, जैसे राष्ट्रीय उद्यान (रणथम्भौर, केवलादेव), वन्यजीव अभयारण्य और कंजर्वेशन रिजर्व; (2) एक्स-सिटू (बहिःस्थाने) - संकटग्रस्त प्रजातियों को उनके प्राकृतिक आवास से बाहर मानव निर्मित कृत्रिम सुरक्षित वातावरण में रखना, जैसे चिड़ियाघर, बायोलॉजिकल पार्क, बॉटनिकल गार्डन, जीन बैंक, बीज बैंक आदि। कथन D गलत है क्योंकि चिड़ियाघर बहिःस्थाने (Ex-situ) संरक्षण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सरकार द्वारा राज्य के राज्य वृक्ष 'खेजड़ी' (Prosopis cineraria) तथा राज्य पुष्प 'रोहिड़ा' (Tecomella undulata) को किस वर्ष आधिकारिक राज्य प्रतीक घोषित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1989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वर्ष 1991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वर्ष 1983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1989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1991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31 अक्टूबर 1983 को थार मरुस्थल के गौरव 'खेजड़ी' (जांटी/समी/कजरी) को राज्य वृक्ष घोषित किया गया था। इसी दिन (31 अक्टूबर 1983) मरुस्थल के सुंदर पीले-केसरिया फूलों वाले वृक्ष 'रोहिड़ा' (मरुशोभा/रेगिस्तान का सागवान) के पुष्प को राज्य पुष्प का दर्जा दिया गया था। 1981 में राज्य पशु 'चिंकारा' (वन्यजीव श्रेणी) तथा राज्य पक्षी 'गोडावण' को राज्य प्रतीक घोषित किया गया था, जबकि 2014 में 'ऊंट' को पशुधन श्रेणी में राज्य पशु घोषित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राज्य पक्षी 'गोडावण' (Great Indian Bustard / अर्डीओटिस नाइग्रीसेप्स) मुख्य रूप से किन प्राकृतिक क्षेत्रों में निवास एवं प्रजनन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मरु उद्यान (जैसलमेर-बाड़मेर), सोरसन (बारां) एवं सोखलिया (अजमेर)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केवलादेव घाना (भरतपुर)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माउंट आबू अभयारण्य (सिरोही)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मुकन्दरा हिल्स (कोटा)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राष्ट्रीय मरु उद्यान (जैसलमेर-बाड़मेर), सोरसन (बारां) एवं सोखलिया (अजमेर)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केवलादेव घाना (भरतपुर)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माउंट आबू अभयारण्य (सिरोही)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मुकन्दरा हिल्स (कोटा)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गोडावण (स्थानीय नाम सोहन चिड़िया, हुकना, गुधनमेर) राजस्थान का राज्य पक्षी और अंतरराष्ट्रीय प्रकृति संरक्षण संघ (IUCN) की रेड लिस्ट में 'गंभीर रूप से संकटग्रस्त' (Critically Endangered) प्रजाति है। राजस्थान में इसके तीन प्रमुख प्राकृतिक पर्यावास हैं: (1) राष्ट्रीय मरु उद्यान (जैसलमेर एवं बाड़मेर की सेवण घास पट्टी), (2) सोरसन घास क्षेत्र (बारां), तथा (3) सोखलिया क्षेत्र (अजमेर)। जैसलमेर के रामदेवरा में गोडावण हेतु कृत्रिम प्रजनन केंद्र (Captive Breeding Centre) स्थापित किया गया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वन आधारित प्रमुख लघु एवं कुटीर उद्योगों को उनके संबंधित प्रसिद्ध उत्पादक केंद्रों के साथ सही सुमेलित कीजिए: सूची-I (उद्योग): सूची-I: A. सरकारी मयूर बीड़ी कारखाना B. हस्तनिर्मित कागज उद्योग C. स्ट्राबोर्ड (गत्ता) कारखाना D. लकड़ी के खिलौने एवं कलात्मक वस्तुएं सूची-II: 1. टोंक 2. घोसुंडा (चित्तौड़गढ़) एवं सांगानेर (जयपुर) 3. कोटा 4. उदयपुर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 से प्राप्त कच्ची सामग्री पर कई परंपरागत कुटीर उद्योग संचालित हैं: 'बीड़ी उद्योग' में तेंदू पत्ते का उपयोग होता है जिसका प्रमुख सरकारी मयूर बीड़ी कारखाना टोंक जिले में स्थित है। 'हस्तनिर्मित कागज' घोसुंडा (चित्तौड़गढ़) तथा सांगानेर (जयपुर) में बनाया जाता है। 'स्ट्राबोर्ड उद्योग' कोटा जिले में स्थित है। 'लकड़ी के खिलौने, कठपुतलियां व नक्काशीदार फर्नीचर' रोहिड़ा, शीशम व खेर की लकड़ी से उदयपुर, जयपुर और जोधपुर में तैयार किए जाते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धरोहर स्थल 'केवलादेव राष्ट्रीय उद्यान' (भरतपुर) में जलीय पारिस्थितिकी एवं पक्षी पर्यावास के संदर्भ में निम्नलिखित कथनों पर विचार कीजिए: A. केवलादेव राष्ट्रीय उद्यान को स्थानीय रूप से 'घाना पक्षी विहार' कहा जाता है जो एशिया का सबसे बड़ा पक्षी प्रजनन स्थल है। B. शीतकाल में यहाँ सुदूर साइबेरिया (रूस) से दुर्लभ प्रवासी पक्षी 'साइबेरियन क्रेन' (श्वेत सारस) प्रवास हेतु आते हैं। C. यहाँ की उथली झीलों में 'एन्चा' (Paspalum distichum) नामक जलीय घास पाई जाती है, जो अत्यधिक फैलने पर पक्षियों के विचरण में अवरोधक बन जाती है। D. केवलादेव को 1981 में भारत का प्रथम रामसर आर्द्रभूमि स्थल तथा 1985 में यूनेस्को प्राकृतिक विश्व धरोहर स्थल घोषित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केवलादेव घाना (29 वर्ग किमी) बाणगंगा और गंभीर नदियों के संगम पर स्थित विश्व प्रसिद्ध पक्षी अभयारण्य है। यह एशिया की सबसे समृद्ध एवियन (पक्षी) प्रजनन स्थली है जहाँ 370 से अधिक प्रजातियां पाई जाती हैं। शीतकाल में साइबेरियन क्रेन का यह मुख्य पड़ाव रहा है। यहाँ जल भराव में उगने वाली 'एन्चा' घास अत्यधिक सघन होने पर सारसों के पैरों में उलझ जाती है जिसे नियंत्रित करना पड़ता है। इसे 1981 में रामसर साइट (चिल्का झील के साथ) तथा 1985 में यूनेस्को धरोहर घोषित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पश्चिमी राजस्थान के अत्यधिक शुष्क थार मरुस्थल में रेतीले टीलों एवं कठोर धरातल पर उगने वाली विशिष्ट कँटीली मरुद्भिद (Xerophytic) झाड़ियों का सही समूह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 आकड़ा, थोर, लाना, फोग, अरणा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सागवान, सालर, तेंदू, महुआ</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जामुन, बहेड़ा, करंज, नीम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सफेदा, पॉपलर, देवदार, चीड़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कैर, आकड़ा, थोर, लाना, फोग, अरणा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सागवान, सालर, तेंदू, महुआ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जामुन, बहेड़ा, करंज, नीम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सफेदा, पॉपलर, देवदार, चीड़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थार मरुस्थल की शुष्क जलवायु में अत्यधिक वाष्पोत्सर्जन से बचने के लिए वनस्पतियां मरुद्भिद (Xerophytic) अनुकूलन दर्शाती हैं, जिनकी पत्तियां छोटी या कांटों में रूपांतरित, तने गूदेदार और जड़ें गहरी होती हैं। पश्चिमी राजस्थान में पाई जाने वाली प्रमुख झाड़ियों में कैर (Capparis decidua), आकड़ा (Calotropis), थोर (Euphorbia), लाना, फोग (Calligonum polygonoides - रायता/दवाइयों में प्रयुक्त), और अरणा शामिल हैं। सागवान, सालर, तेंदू दक्षिणी-पूर्वी राजस्थान के पर्णपाती वृक्ष हैं, जबकि देवदार-चीड़ हिमालयी वनस्पति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बाघ अभयारण्यों (Tiger Reserves) के संदर्भ में निम्नलिखित कथनों पर विचार कीजिए: A. रामगढ़ विषधारी वन्यजीव अभयारण्य (बूंदी) को मई 2022 में भारत का 52वाँ एवं राजस्थान का चौथा टाइगर रिजर्व अधिसूचित किया गया। B. दर्रा वन्यजीव अभयारण्य, जवाहर सागर और चम्बल अभयारण्य के भागों को मिलाकर मुकन्दरा हिल्स टाइगर रिजर्व का गठन किया गया था। C. केवलादेव राष्ट्रीय उद्यान राजस्थान की पहली बाघ परियोजना के रूप में शुरू किया गया था। D. धौलपुर-करौली टाइगर रिजर्व को अगस्त 2023 में राजस्थान के 5वें टाइगर रिजर्व के रूप में राष्ट्रीय बाघ संरक्षण प्राधिकरण (NTCA) द्वारा मंजूरी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बाघों के संरक्षण हेतु प्रोजेक्ट टाइगर के अंतर्गत वर्तमान में 5 टाइगर रिजर्व हैं: (1) रणथम्भौर (1973 - राज्य का पहला), (2) सरिस्का (1978), (3) मुकन्दरा हिल्स (2013 - दर्रा, चम्बल, जवाहर सागर को मिलाकर), (4) रामगढ़ विषधारी (16 मई 2022 - राज्य का 4था), तथा (5) धौलपुर-करौली (2023 - राज्य का 5वां)। कथन C असत्य है क्योंकि केवलादेव राष्ट्रीय उद्यान पक्षी अभयारण्य एवं रामसर साइट है, यहाँ कोई बाघ परियोजना संचालित नहीं है। राजस्थान का पहला टाइगर रिजर्व रणथम्भौर (सवाई माधोपुर) है। अतः केवल A, B और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राष्ट्रीय बाघ संरक्षण प्राधिकरण (NTCA) द्वारा मान्यता प्राप्त 'बाघ परियोजनाओं' (Project Tiger) के अंतर्गत सम्मिलित क्षेत्रों का सही समूह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रणथम्भौर, सरिस्का, मुकन्दरा हिल्स, केवलादेव, तालछापर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रणथम्भौर, सरिस्का, मुकन्दरा हिल्स, रामगढ़ विषधारी, धौलपुर-करौली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मरु उद्यान, सरिस्का, सज्जनगढ़, नाहरगढ़, सीतामाता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कुम्भलगढ़, सीतामाता, तालछापर, रामसागर, शेरगढ़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रणथम्भौर, सरिस्का, मुकन्दरा हिल्स, रामगढ़ विषधारी, धौलपुर-करौली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रणथम्भौर, सरिस्का, मुकन्दरा हिल्स, केवलादेव, तालछापर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मरु उद्यान, सरिस्का, सज्जनगढ़, नाहरगढ़, सीतामाता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कुम्भलगढ़, सीतामाता, तालछापर, रामसागर, शेरगढ़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वर्तमान में कुल 5 अधिसूचित टाइगर रिजर्व हैं। इनमें सवाई माधोपुर स्थित रणथम्भौर टाइगर रिजर्व (1973-74), अलवर स्थित सरिस्का टाइगर रिजर्व (1978-79), कोटा-झालावाड़-चित्तौड़गढ़ स्थित मुकन्दरा हिल्स टाइगर रिजर्व (2013), बूंदी स्थित रामगढ़ विषधारी टाइगर रिजर्व (2022), तथा धौलपुर-करौली टाइगर रिजर्व (2023) सम्मिलित हैं। केवलादेव, तालछापर, सज्जनगढ़ और सीतामाता टाइगर रिजर्व नहीं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क्षेत्रफल की दृष्टि से 'सबसे बड़ा वन्यजीव अभयारण्य' तथा 'सबसे बड़ा कंजर्वेशन रिजर्व' क्रमशः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मरु उद्यान (3162 वर्ग किमी) एवं बालेश्वर संरक्षण रिजर्व (221.69 वर्ग किमी)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कैलादेवी अभयारण्य एवं शाकम्भरी संरक्षण रिजर्व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कुम्भलगढ़ अभयारण्य एवं सुंधामाता संरक्षण रिजर्व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सरिस्का अभयारण्य एवं बीसलपुर संरक्षण रिजर्व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मरु उद्यान (3162 वर्ग किमी) एवं बालेश्वर संरक्षण रिजर्व (221.69 वर्ग किमी)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कैलादेवी अभयारण्य एवं शाकम्भरी संरक्षण रिजर्व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कुम्भलगढ़ अभयारण्य एवं सुंधामाता संरक्षण रिजर्व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सरिस्का अभयारण्य एवं बीसलपुर संरक्षण रिजर्व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सबसे बड़ा वन्यजीव अभयारण्य 'राष्ट्रीय मरु उद्यान' (Desert National Park) है, जो जैसलमेर (1900 वर्ग किमी) और बाड़मेर (1262 वर्ग किमी) में कुल 3162 वर्ग किमी क्षेत्रफल में फैला हुआ है। दूसरी ओर, राजस्थान का क्षेत्रफल की दृष्टि से सबसे बड़ा कंजर्वेशन रिजर्व (संरक्षण आरक्षित क्षेत्र) 'बालेश्वर संरक्षण रिजर्व' (221.69 वर्ग किमी) है जो नीम का थाना/सीकर जिले में स्थित है (दूसरा सबसे बड़ा शाहबाद बारां है - 189.39 वर्ग किमी)। सबसे छोटा अभयारण्य सरिस्का-अ (3.01 वर्ग किमी) तथा सबसे छोटा कंजर्वेशन रिजर्व रोटू नागौर (0.73 वर्ग किमी)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वन्यजीवों के बहिःस्थाने (Ex-situ) संरक्षण एवं संवर्धन हेतु 'प्रथम जैविक उद्यान' (First Biological Park) कहाँ स्थापित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सज्जनगढ़ (उदयपुर) - वर्ष 2015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नाहरगढ़ (जयपुर) - वर्ष 2016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माचिया सफारी (जोधपुर) - वर्ष 2016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अभेड़ा (कोटा) - वर्ष 2021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सज्जनगढ़ (उदयपुर) - वर्ष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नाहरगढ़ (जयपुर) - वर्ष 2016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माचिया सफारी (जोधपुर) - वर्ष 2016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अभेड़ा (कोटा) - वर्ष 2021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पहला जैविक उद्यान (Biological Park) 12 अप्रैल 2015 को उदयपुर में सज्जनगढ़ वन्यजीव अभयारण्य की तलहटी में 'सज्जनगढ़ बायोलॉजिकल पार्क' के रूप में लोकार्पित किया गया था। यह पार्क लगभग 36 हेक्टेयर क्षेत्र में फैला है। इसके बाद जून 2016 में नाहरगढ़ जैविक उद्यान (जयपुर), 2016 में माचिया जैविक उद्यान (जोधपुर) तथा 2021-22 में अभेड़ा जैविक उद्यान (कोटा) विकसित किए गए। बीकानेर के बीछवाल में पाँचवाँ जैविक उद्यान प्रस्तावित है। अतः प्रथम जैविक उद्यान सज्जनगढ़ (उदयपुर)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जैविक उद्यानों (Biological Parks) एवं उनकी भौगोलिक स्थिति के संदर्भ में निम्नलिखित कथनों पर विचार कीजिए: A. नाहरगढ़ जैविक उद्यान जयपुर जिले में दिल्ली राष्ट्रीय राजमार्ग पर स्थित है। B. माचिया जैविक उद्यान जोधपुर की प्रसिद्ध कायलाना झील के समीप स्थित है। C. अभेड़ा जैविक उद्यान कोटा जिले में चम्बल नदी के तट के निकट विकसित किया गया है। D. गुलाब बाग बर्ड पार्क राजस्थान की राजधानी जयपुर में स्थित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में वन्यजीव संरक्षण एवं पर्यावरण पर्यटन हेतु चार प्रमुख जैविक उद्यान क्रियाशील हैं: नाहरगढ़ (जयपुर), माचिया (जोधपुर) और अभेड़ा (कोटा)। कथन D असत्य है क्योंकि 'बर्ड पार्क गुलाब बाग' (Bird Park Gulab Bagh) जयपुर में नहीं, बल्कि उदयपुर शहर के ऐतिहासिक गुलाब बाग में स्थित है, जिसका लोकार्पण मई 2022 में किया गया था।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स्थित 7 प्रमुख मृगवनों (Deer Parks) और उनकी अवस्थिति के संबंध में कौन-सा युग्म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अशोक विहार मृगवन - जयपुर शहर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अमृतादेवी मृगवन - खेजड़ली (जोधपुर)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पुष्कर मृगवन - अजमेर (पंचकुण्ड)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संजय उद्यान मृगवन - शाहपुरा (भीलवाड़ा)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संजय उद्यान मृगवन - शाहपुरा (भीलवाड़ा)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अशोक विहार मृगवन - जयपुर शहर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अमृतादेवी मृगवन - खेजड़ली (जोधपुर)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पुष्कर मृगवन - अजमेर (पंचकुण्ड)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7 मृगवन (Deer Parks) स्थित हैं: (1) अशोक विहार मृगवन (जयपुर), (2) संजय उद्यान मृगवन - यह शाहपुरा (जयपुर) के निकट राष्ट्रीय राजमार्ग पर स्थित है, न कि भीलवाड़ा वाले शाहपुरा में; (3) माचिया सफारी मृगवन (जोधपुर), (4) अमृतादेवी मृगवन (खेजड़ली, जोधपुर - 1988), (5) पुष्कर मृगवन (अजमेर), (6) चित्तौड़गढ़ दुर्ग मृगवन (चित्तौड़गढ़ - 1969), तथा (7) सज्जनगढ़ मृगवन (उदयपुर)। अतः विकल्प D असुमेलित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वन्यजीव अभयारण्यों को उनके संबंधित जिलों के साथ सही सुमेलित कीजिए: सूची-I (अभयारण्य): सूची-I: A. तालछापर अभयारण्य B. सीतामाता अभयारण्य C. फुलवारी की नाल अभयारण्य D. बंध बरेठा अभयारण्य सूची-II: 1. चूरू 2. प्रतापगढ़ 3. उदयपुर 4. भरतपुर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वन्यजीव अभयारण्यों का जिलावार मिलान इस प्रकार है: 'तालछापर अभयारण्य' चूरू जिले के सुजानगढ़ में स्थित है जो काले हिरणों (कृष्णमृग) और मोथिया घास के लिए प्रसिद्ध है। 'सीतामाता अभयारण्य' प्रतापगढ़ जिले में स्थित है जो उड़न गिलहरी और औषधीय पादपों के लिए विख्यात है। 'फुलवारी की नाल' उदयपुर जिले में मानसी-वाकल नदियों के उद्गम क्षेत्र में स्थित है। 'बंध बरेठा' भरतपुर जिले में स्थित प्रमुख पक्षी व वन्यजीव विहार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कुम्भलगढ़-रणकपुर वन्यजीव अभयारण्य के भौगोलिक स्वरूप एवं विशेषताओं के संदर्भ में निम्नलिखित कथनों पर विचार कीजिए: A. यह अभयारण्य राजस्थान के तीन जिलों-राजसमंद, उदयपुर और पाली की सीमाओं में लगभग 610 वर्ग किमी में विस्तृत है। B. यह अभयारण्य अरावली की पर्वत श्रृंखलाओं में स्थित है और इसके निकट विश्व प्रसिद्ध रणकपुर जैन मंदिर एवं कुम्भलगढ़ दुर्ग स्थित हैं। C. यह क्षेत्र मुख्य रूप से भेड़ियों (Wolves) के प्राकृतिक प्रजनन तथा तेंदुए (Leopard) और चौसिंगा (घोटड़ा) के लिए विख्यात है। D. यह अभयारण्य पूर्णतः थार मरुस्थल के रेतीले धरातल पर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कुम्भलगढ़ वन्यजीव अभयारण्य दक्षिणी अरावली के राजसमंद, पाली और उदयपुर जिलों में फैला हुआ एक अत्यंत महत्वपूर्ण जैव-विविधता केंद्र है। इसके सघन वनों के मध्य ऐतिहासिक कुम्भलगढ़ किला तथा पाली की ओर रणकपुर का 1444 खंभों वाला चौमुखा जैन मंदिर स्थित है। यह अभयारण्य भारत में भेड़ियों के प्राकृतिक संरक्षण व प्रजनन की प्रमुख स्थली माना जाता है। कथन D असत्य है क्योंकि यह पर्वतीय ढलानों और घाटियों में स्थित है, रेतीले मरुस्थल में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बारां जिले में स्थित 'शेरगढ़ वन्यजीव अभयारण्य'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अभयारण्य बारां जिले में परवन नदी के किनारे स्थित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स्थानीय रूप से 'सांपों की शरणस्थली' (Sanctuary of Snakes) भी कहा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वर्तमान में राजस्थान का एकमात्र ऐसा राष्ट्रीय उद्यान है जहाँ केवल सफेद बाघ पाए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वर्ष 1983 में वन्यजीव अभयारण्य घोषित किया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वर्तमान में राजस्थान का एकमात्र ऐसा राष्ट्रीय उद्यान है जहाँ केवल सफेद बाघ पाए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अभयारण्य बारां जिले में परवन नदी के किनारे स्थित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स्थानीय रूप से 'सांपों की शरणस्थली' (Sanctuary of Snakes) भी कहा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वर्ष 1983 में वन्यजीव अभयारण्य घोषित किया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शेरगढ़ वन्यजीव अभयारण्य (99 वर्ग किमी) बारां जिले में परवन नदी के किनारे स्थित है, जिसकी स्थापना 1983 में हुई थी। यह अभयारण्य विभिन्न प्रकार के सरीसृपों और विषैले सांपों की बहुलता के कारण 'सांपों की शरणस्थली' के नाम से प्रसिद्ध है। यहाँ ऐतिहासिक शेरगढ़ दुर्ग (कोशवर्धन दुर्ग) भी स्थित है। कथन C असत्य है क्योंकि यह कोई राष्ट्रीय उद्यान या सफेद बाघों का केंद्र नहीं है; वर्तमान में यहाँ मुख्य रूप से बघेरा, जरख, सांभर, चीतल और रीछ पाए जाते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मध्य अरावली की पहाड़ियों में स्थित 'टॉडगढ़-रावली वन्यजीव अभयारण्य' (स्थापना 1983) निम्नलिखित में से किन तीन जिलों के सीमावर्ती क्षेत्रों में विस्तृत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राजसमंद, पाली एवं अजमेर (ब्यावर)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दौसा एवं अलवर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उदयपुर, सिरोही एवं जालौर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बूंदी एवं बारां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राजसमंद, पाली एवं अजमेर (ब्यावर)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दौसा एवं 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सिरोही एवं जालौर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बूंदी एवं बारां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टॉडगढ़-रावली वन्यजीव अभयारण्य (क्षेत्रफल लगभग 495.27 वर्ग किमी) मध्य राजस्थान में अरावली की पहाड़ियों में स्थित है। इसकी स्थापना 1983 में कर्नल जेम्स टॉड द्वारा निर्मित ऐतिहासिक टॉडगढ़ के आसपास की गई थी। यह अभयारण्य मुख्य रूप से तीन जिलों-राजसमंद, पाली तथा अजमेर (नवगठित ब्यावर) के त्रिकोणीय सीमांत पर्वतीय क्षेत्र में फैला हुआ है। यहाँ मुख्य रूप से तेंदुआ (बघेरा), रीछ, जरख, सियार, सांभर और चौसिंगा पाए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कंजर्वेशन रिजर्व (संरक्षण आरक्षित क्षेत्रों) को उनके संबंधित जिलों के साथ सही सुमेलित कीजिए: सूची-I (संरक्षण रिजर्व): सूची-I: A. बीसलपुर संरक्षण रिजर्व B. सुंधामाता संरक्षण रिजर्व C. शाकम्भरी संरक्षण रिजर्व D. रोटू संरक्षण रिजर्व सूची-II: 1. टोंक 2. जालौर एवं सिरोही 3. सीकर एवं झुंझुनूं (नीम का थाना) 4. नागौर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वन्यजीव संरक्षण अधिनियम 1972 की धारा 36ए के तहत घोषित कंजर्वेशन रिजर्व की स्थिति इस प्रकार है: 'बीसलपुर' (टोंक) राज्य का प्रथम कंजर्वेशन रिजर्व (2008) है। 'सुंधामाता' (जालौर-सिरोही) राज्य का प्रथम भालू संरक्षण रिजर्व (2010) है। 'शाकम्भरी' (सीकर, झुंझुनूं) अरावली का सघन वन क्षेत्र है। 'रोटू' (नागौर) राज्य का सबसे छोटा (0.73 वर्ग किमी) कंजर्वेशन रिजर्व है जो चिंकारा व काले हिरणों के लिए प्रसिद्ध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निम्नलिखित वन्यजीव अभयारण्यों में से कौन-से अभयारण्य एक से अधिक जिलों के भौगोलिक क्षेत्र में विस्तृत हैं? A. सीतामाता वन्यजीव अभयारण्य (प्रतापगढ़, चित्तौड़गढ़, सलूंबर) B. जवाहर सागर वन्यजीव अभयारण्य (कोटा, बूंदी, चित्तौड़गढ़) C. राष्ट्रीय चम्बल घड़ियाल अभयारण्य (कोटा, बूंदी, सवाई माधोपुर, करौली, धौलपुर) D. बस्सी वन्यजीव अभयारण्य (केवल चित्तौड़गढ़)</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कई बड़े वन्यजीव अभयारण्य अंतर-जिला सीमाओं में फैले हैं: सीतामाता अभयारण्य प्रतापगढ़, चित्तौड़गढ़ और सलूंबर (उदयपुर) में फैला है। जवाहर सागर अभयारण्य कोटा, बूंदी और चित्तौड़गढ़ में विस्तृत है। राष्ट्रीय चम्बल घड़ियाल अभयारण्य 5 जिलों (कोटा, बूंदी, सवाई माधोपुर, करौली, धौलपुर) में चम्बल नदी के सहारे फैला अंतर्राज्यीय अभयारण्य है। कथन D में बस्सी अभयारण्य केवल चित्तौड़गढ़ जिले में स्थित है, अतः यह एक से अधिक जिलों में नहीं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वन्यजीव संरक्षण अधिनियम 1972 की धारा 37 के तहत अधिसूचित राजस्थान के 'आखेट निषिद्ध क्षेत्रों' (Hunting Prohibited Areas) को उनके संबंधित जिलों से सुमेलित कीजिए: सूची-I (आखेट निषिद्ध क्षेत्र): सूची-I: A. संथाल एवं महला B. रामदेवरा एवं उज्जला C. सोखलिया एवं तिलोरा D. कनक सागर एवं रानीपुरा सूची-II: 1. जयपुर 2. जैसलमेर 3. अजमेर 4. बूंदी एवं टोंक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कुल 33 आखेट निषिद्ध क्षेत्र (26,720 वर्ग किमी में) घोषित हैं: जयपुर में 2 क्षेत्र (संथाल एवं महला); जैसलमेर में 2 क्षेत्र (रामदेवरा एवं उज्जला); अजमेर में 3 क्षेत्र (तिलोरा, सोखलिया एवं गंगवाना); बूंदी में कनक सागर तथा टोंक में रानीपुरा स्थित हैं। जोधपुर में सर्वाधिक 7 आखेट निषिद्ध क्षेत्र (डोली, गुड़ा विश्नोई, देचू, साथिन, लोहावट आदि) तथा बीकानेर में 5 (जोड़बीड़, मुकाम, बज्जू आदि) स्थित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फलौदी (जोधपुर) जिले का प्रसिद्ध 'खींचन' गाँव शीतकाल में किस सुदूर प्रवासी पक्षी के हजारों की संख्या में आगमन एवं संरक्षण हेतु अंतरराष्ट्रीय स्तर पर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साइबेरियन क्रेन (श्वेत सारस)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कुरजां पक्षी (Demoiselle Crane)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ग्रेटर फ्लेमिंगो (राजहंस)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गोडावण (Great Indian Bustard)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कुरजां पक्षी (Demoiselle Crane)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साइबेरियन क्रेन (श्वेत सारस)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ग्रेटर फ्लेमिंगो (राजहंस)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गोडावण (Great Indian Bustard)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फलौदी जिले का खींचन गाँव मध्य एशिया, मंगोलिया और यूरेशिया से आने वाले प्रवासी पक्षी 'कुरजां' (Demoiselle Crane) के लिए विश्व प्रसिद्ध है। यहाँ स्थानीय ग्रामीणों द्वारा कुरजां पक्षियों के लिए 'चुग्गाघर' (पक्षियों के दाने का स्थान) बनाया गया है जहाँ प्रतिवर्ष अक्टूबर से मार्च के दौरान हजारों की संख्या में कुरजां पक्षी शरण लेते हैं। राजस्थानी लोकगीतों में कुरजां को विरहणियों का संदेशवाहक माना गया है। खींचन को राज्य का कंजर्वेशन रिजर्व भी घोषित किया गया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जनगणना 2011 के अनुसार राजस्थान में 'दशकीय जनसंख्या वृद्धि दर' (Decadal Growth Rate) के संदर्भ में निम्नलिखित कथनों पर विचार कीजिए: A. 2001-2011 के दशक में राजस्थान की औसत दशकीय जनसंख्या वृद्धि दर 21.31% रही है। B. राज्य में सर्वाधिक दशकीय जनसंख्या वृद्धि दर बाड़मेर (32.5%) तथा जैसलमेर (31.8%) जिलों में दर्ज की गई। C. राज्य में न्यूनतम दशकीय जनसंख्या वृद्धि दर श्रीगंगानगर (10.0%) तथा झुंझुनूं (11.7%) जिलों में दर्ज की गई। D. राजस्थान के सभी 33 जिलों में जनसंख्या वृद्धि दर 30% से अधिक रही।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दशकीय वृद्धि दर 21.31% थी (जो 1991-2001 की 28.41% से लगभग 7% कम थी)। राज्य में केवल दो जिले-बाड़मेर (32.5%) और जैसलमेर (31.8%) ही ऐसे थे जहाँ वृद्धि दर 30% से अधिक रही (जोधपुर 27.7% के साथ तीसरे स्थान पर था)। सबसे कम वृद्धि दर श्रीगंगानगर (10.0%) और झुंझुनूं (11.7%) में रही। कथन D असत्य है क्योंकि अधिकांश जिलों में वृद्धि दर 30% से कम थी।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के सर्वाधिक 'जनसंख्या घनत्व' (Population Density) वाले शीर्ष 4 जिलों का सही अवरोही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भरतपुर (503) &gt; दौसा (476) &gt; अलवर (438)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अलवर (438) &gt; भरतपुर (503) &gt; दौसा (476)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(595) &gt; दौसा (476) &gt; भरतपुर (503) &gt; कोटा (374)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भरतपुर (503) &gt; जयपुर (595) &gt; अलवर (438) &gt; दौसा (476)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जयपुर (595) &gt; भरतपुर (503) &gt; दौसा (476) &gt; अलवर (438)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(595) &gt; अलवर (438) &gt; भरतपुर (503) &gt; दौसा (476)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(595) &gt; दौसा (476) &gt; भरतपुर (503) &gt; कोटा (374)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भरतपुर (503) &gt; जयपुर (595) &gt; अलवर (438) &gt; दौसा (476)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2011 की जनगणना के अनुसार राजस्थान का औसत जनसंख्या घनत्व 200 व्यक्ति प्रति वर्ग किलोमीटर है। सर्वाधिक जनसंख्या घनत्व वाले शीर्ष 4 जिलों का सही अवरोही क्रम इस प्रकार है: (1) जयपुर - 595 व्यक्ति/वर्ग किमी, (2) भरतपुर - 503 व्यक्ति/वर्ग किमी (राज्य में केवल ये दो जिले ही 500 से अधिक घनत्व वाले हैं), (3) दौसा - 476 व्यक्ति/वर्ग किमी, तथा (4) अलवर - 438 व्यक्ति/वर्ग किमी। सबसे कम घनत्व जैसलमेर (17), बीकानेर (78) और बाड़मेर (92) 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जनसंख्या प्रवृत्तियों (1901 से 2011) के ऐतिहासिक रुझानों के संदर्भ में निम्नलिखित कथनों पर विचार कीजिए: A. 1901 से 2011 के 110 वर्षों के इतिहास में केवल 1911-1921 का दशक ऐसा रहा जब जनसंख्या वृद्धि दर ऋणात्मक (-6.29%) दर्ज की गई। B. राजस्थान में जनसंख्या घनत्व वर्ष 1901 के 26 व्यक्ति/वर्ग किमी से बढ़कर 2011 में 200 व्यक्ति/वर्ग किमी हो गया (लगभग 7.7 गुना वृद्धि)। C. राजस्थान में साक्षरता दर वर्ष 1951 के मात्र 8.02% से बढ़कर 2011 में 66.11% हो गई (8 गुना से अधिक वृद्धि)। D. राज्य में लिंगानुपात की प्रवृत्ति 1901 से 2011 के दौरान पूर्णतः स्थिर और एक समान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जनांकिकीय यात्रा में 1911-1921 का दशक 'छप्पनिया अकाल' और प्लेग/इन्फ्लूएंजा महामारी के कारण ऋणात्मक वृद्धि (-6.29%) वाला रहा जिसे जनांकिकीय विभाजक वर्ष कहा जाता है। 1901 में 26 घनत्व से 2011 में 200 घनत्व (7.7 गुना) हुआ तथा साक्षरता में 8 गुना से अधिक वृद्धि हुई। कथन D गलत है क्योंकि राज्य का लिंगानुपात स्थिर नहीं रहा बल्कि इसमें लगातार उतार-चढ़ाव आए हैं (1901 में 905, 1941 में 907, 1991 में 910, 2001 में 921 तथा 2011 में 928 हुआ)।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2011 की जनगणना के अनुसार राजस्थान में 'न्यूनतम महिला साक्षरता' (Female Literacy) वाले 5 जिलों का सही आरोही (बढ़ते हुए) क्रम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जालौर (38.5%) &lt; सिरोही (39.7%) &lt; जैसलमेर (39.7%) &lt; बाड़मेर (40.6%) &lt; प्रतापगढ़ (42.4%)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सिरोही &lt; जालौर &lt; बाड़मेर &lt; जैसलमेर &lt; बांसवाड़ा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जालौर &lt; बाड़मेर &lt; जैसलमेर &lt; सिरोही &lt; डूंगरपुर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प्रतापगढ़ &lt; जालौर &lt; सिरोही &lt; बाड़मेर &lt; जैसलमेर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जालौर (38.5%) &lt; सिरोही (39.7%) &lt; जैसलमेर (39.7%) &lt; बाड़मेर (40.6%) &lt; प्रतापगढ़ (42.4%)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सिरोही &lt; जालौर &lt; बाड़मेर &lt; जैसलमेर &lt; बांसवाड़ा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जालौर &lt; बाड़मेर &lt; जैसलमेर &lt; सिरोही &lt; डूंगरपुर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प्रतापगढ़ &lt; जालौर &lt; सिरोही &lt; बाड़मेर &lt; जैसलमेर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में महिला साक्षरता दर 52.12% है, जो राष्ट्रीय औसत से काफी कम है। राज्य में न्यूनतम महिला साक्षरता वाले 5 जिलों का आरोही (बढ़ता हुआ) क्रम इस प्रकार है: (1) जालौर - 38.5% (राज्य में सबसे कम), (2) सिरोही - 39.7%, (3) जैसलमेर - 39.7%, (4) बाड़मेर - 40.6%, तथा (5) प्रतापगढ़ - 42.4%। सर्वाधिक महिला साक्षरता कोटा (65.9%) और जयपुर (64.0%) में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का 'सर्वाधिक साक्षरता' वाला जिला तथा 'न्यूनतम साक्षरता' वाला जिला क्रमशः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(76.6%) एवं जालौर (54.9%)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(75.5%) एवं सिरोही (55.3%)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झुंझुनूं (74.1%) एवं प्रतापगढ़ (56.0%)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 (76.6%) एवं बाड़मेर (56.5%)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कोटा (76.6%) एवं जालौर (54.9%)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(75.5%) एवं सिरोही (55.3%)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झुंझुनूं (74.1%) एवं प्रतापगढ़ (56.0%)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(76.6%) एवं बाड़मेर (56.5%)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कुल साक्षरता दर 66.11% है। राज्य का सर्वाधिक साक्षरता वाला जिला 'कोटा' है, जहाँ साक्षरता दर 76.6% दर्ज की गई है (इसके बाद जयपुर 75.5%, झुंझुनूं 74.1%, सीकर 71.9% हैं)। राज्य का सबसे कम साक्षरता वाला जिला 'जालौर' है, जहाँ साक्षरता दर मात्र 54.9% है (इसके बाद सिरोही 55.3%, प्रतापगढ़ 56.0%, बांसवाड़ा 56.3%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में ग्रामीण एवं नगरीय जनसंख्या के वितरण के संदर्भ में निम्नलिखित कथनों पर विचार कीजिए: A. राजस्थान की कुल जनसंख्या का 75.1% (5.15 करोड़) भाग ग्रामीण क्षेत्रों में तथा 24.9% (1.70 करोड़) भाग नगरीय क्षेत्रों में निवास करता है। B. राज्य में सर्वाधिक नगरीय जनसंख्या प्रतिशत कोटा जिले (60.3%) में तथा न्यूनतम नगरीय जनसंख्या प्रतिशत डूंगरपुर जिले (6.4%) में है। C. राज्य में सर्वाधिक ग्रामीण जनसंख्या प्रतिशत डूंगरपुर (93.6%) एवं बांसवाड़ा में पाया जाता है। D. राजस्थान की शत-प्रतिशत जनसंख्या केवल 5 बड़े महानगरों में ही निवास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मूलतः एक ग्रामीण प्रधान राज्य है जहाँ 3/4 आबादी (75.1%) गाँवों में रहती है और 1/4 आबादी (24.9%) शहरों में रहती है। कोटा राज्य का सर्वाधिक नगरीकृत जिला है जहाँ 60.3% लोग शहरों में रहते हैं (जयपुर 52.4% के साथ दूसरे स्थान पर है)। डूंगरपुर सबसे कम नगरीकृत जिला है जहाँ केवल 6.4% आबादी नगरों में और 93.6% आबादी गाँवों में रहती है। कथन D हास्यास्पद रूप से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राज्य का 'कुल लिंगानुपात' तथा 0 से 6 वर्ष आयु वर्ग के बच्चों का 'शिशु लिंगानुपात' क्रमशः कितना दर्ज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928 एवं 888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940 एवं 914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928 एवं 933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910 एवं 874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928 एवं 888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940 एवं 914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928 एवं 933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910 एवं 874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का कुल लिंगानुपात (प्रति 1000 पुरुषों पर महिलाओं की संख्या) 928 है (जो 2001 के 921 से 7 अंक सुधरा है)। ग्रामीण लिंगानुपात 933 तथा नगरीय लिंगानुपात 914 है। सर्वाधिक लिंगानुपात डूंगरपुर (994) और राजसमंद (990) में है, जबकि सबसे कम धौलपुर (846) में है। दूसरी ओर, 0 से 6 वर्ष आयु वर्ग का 'शिशु लिंगानुपात' मात्र 888 दर्ज किया गया है (ग्रामीण 892, नगरीय 874)। सबसे कम शिशु लिंगानुपात झुंझुनूं (837) तथा सीकर (848) में दर्ज किया गया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2011 की जनगणना के अनुसार राजस्थान के प्रमुख जिलों को उनके संबंधित जनसंख्या घनत्व (व्यक्ति प्रति वर्ग किमी) के साथ सही सुमेलित कीजिए: सूची-I (जिला): सूची-I: A. जयपुर B. भरतपुर C. जैसलमेर D. बीकानेर सूची-II: 1. 595 2. 503 3. 17 4. 78</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2011 में राजस्थान के जिलों के जनसंख्या घनत्व के आँकड़े इस प्रकार हैं: 'जयपुर' 595 व्यक्ति प्रति वर्ग किमी के साथ राज्य का सर्वोच्च घनत्व वाला जिला है। 'भरतपुर' 503 व्यक्ति प्रति वर्ग किमी के साथ दूसरे स्थान पर है। 'जैसलमेर' मात्र 17 व्यक्ति प्रति वर्ग किमी के साथ भारत में अरुणाचल प्रदेश के बराबर राज्य का सबसे कम घनत्व वाला जिला है। 'बीकानेर' 78 व्यक्ति प्रति वर्ग किमी के साथ दूसरा न्यूनतम घनत्व वाला जिला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में 'अनुसूचित जाति' (SC) की जनसंख्या का 'न्यूनतम प्रतिशत' किस जिले में पाया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 (3.36%)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 (4.46%)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 (6.14%)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प्रतापगढ़ (6.96%)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डूंगरपुर (3.36%)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 (4.46%)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(6.14%)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प्रतापगढ़ (6.96%)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जनगणना 2011 के अनुसार राजस्थान में अनुसूचित जाति (SC) की कुल जनसंख्या 1,22,21,593 है, जो राज्य की कुल जनसंख्या का 17.83% है। जिलेवार अनुपात में, दक्षिणी राजस्थान के आदिवासी बाहुल्य जिलों में SC का प्रतिशत सबसे कम है, जिसमें 'डूंगरपुर' जिला मात्र 3.36% के साथ सबसे नीचे है। इसके बाद बांसवाड़ा (4.46%), उदयपुर (6.14%) और प्रतापगढ़ (6.96%) आते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2011 की जनगणना के अनुसार राजस्थान के किस जिले में कुल जनसंख्या में 'अनुसूचित जाति' (SC) का 'सर्वाधिक प्रतिशत' दर्ज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श्रीगंगानगर (36.58%)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हनुमानगढ़ (27.85%)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करौली (22.28%)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धौलपुर (20.36%)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श्रीगंगानगर (36.58%)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हनुमानगढ़ (27.85%)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 (22.28%)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धौलपुर (20.36%)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में अनुसूचित जाति (SC) की जनसंख्या का सर्वाधिक अनुपात (प्रतिशत) 'श्रीगंगानगर' जिले में दर्ज किया गया है, जहाँ कुल आबादी का 36.58% भाग अनुसूचित जाति का है। इसके पश्चात हनुमानगढ़ जिला 27.85% के साथ दूसरे स्थान पर, करौली 22.28% के साथ तीसरे स्थान पर तथा भरतपुर व चूरू आते हैं। संख्या (Numbers) की दृष्टि से सर्वाधिक SC जनसंख्या जयपुर जिले में निवास करती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जनगणना 2011 के अनुसार राजस्थान में 'अनुसूचित जनजाति' (ST) के वितरण एवं विशेषताओं के संदर्भ में निम्नलिखित कथनों पर विचार कीजिए: A. राजस्थान में अनुसूचित जनजाति (ST) की कुल जनसंख्या 92.38 लाख है, जो राज्य की कुल जनसंख्या का 13.48% है। B. राज्य में ST जनसंख्या का सर्वाधिक प्रतिशत बांसवाड़ा (76.38%), डूंगरपुर (70.82%) और प्रतापगढ़ (63.42%) जिलों में पाया जाता है। C. बीकानेर (0.33%) और नागौर (0.31%) जिलों में ST जनसंख्या का प्रतिशत 1% से भी कम है। D. राजस्थान में मीणा जनजाति सर्वाधिक जनसंख्या वाली तथा भील जनजाति दूसरी सबसे बड़ी जनजाति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अनुसूचित जनजाति (ST) 2011 की जनगणना के अनुसार 13.48% है। यह मुख्य रूप से दक्षिणी एवं पूर्वी राजस्थान में संकेंद्रित है। बांसवाड़ा (76.38%) और डूंगरपुर (70.82%) सर्वाधिक जनजातीय अनुपात वाले जिले हैं, जबकि पश्चिमी और उत्तरी जिलों (नागौर 0.31%, बीकानेर 0.33%, चूरू 0.55%, गंगानगर 0.68%) में इनकी संख्या नगण्य है। संख्या की दृष्टि से राज्य की सबसे बड़ी जनजाति मीणा (मुख्यतः जयपुर, दौसा, सवाई माधोपुर) है और दूसरी बड़ी जनजाति भील (उदयपुर, बांसवाड़ा)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जनगणना के अनुसार राजस्थान में 'न्यूनतम अनुसूचित जनजाति' (ST) जनसंख्या प्रतिशत वाले जिलों का सही समूह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नागौर, बीकानेर एवं चूरू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बांसवाड़ा, डूंगरपुर एवं प्रतापगढ़</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जयपुर, दौसा एवं अलवर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उदयपुर, सिरोही एवं बारां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नागौर, बीकानेर एवं चूरू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 डूंगरपुर एवं प्रतापगढ़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दौसा एवं अलवर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सिरोही एवं बारां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मरुस्थलीय एवं उत्तरी जिलों में अनुसूचित जनजाति की आबादी अत्यंत सीमित है। राज्य में न्यूनतम ST जनसंख्या प्रतिशत वाले तीन जिले क्रमशः नागौर (0.31%), बीकानेर (0.33%) तथा चूरू (0.55%) हैं। इसके पश्चात श्रीगंगानगर (0.68%) और हनुमानगढ़ (0.81%) आते हैं। दूसरी ओर, बांसवाड़ा, डूंगरपुर, प्रतापगढ़ और उदयपुर सर्वाधिक ST जनसंख्या वाले जिले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2011 की जनगणना के अनुसार राजस्थान के साक्षरता संबंधी आंकड़ों एवं संबंधित अग्रणी/न्यूनतम जिलों को सही सुमेलित कीजिए: सूची-I (साक्षरता सूचकांक): सूची-I: A. सर्वाधिक पुरुष साक्षरता वाला जिला B. न्यूनतम पुरुष साक्षरता वाला जिला C. सर्वाधिक महिला साक्षरता वाला जिला D. न्यूनतम महिला साक्षरता वाला जिला सूची-II: 1. झुंझुनूं (86.9%) 2. प्रतापगढ़ एवं बांसवाड़ा (69.5%) 3. कोटा (65.9%) 4. जालौर (38.5%)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के अनुसार राजस्थान के साक्षरता आंकड़े इस प्रकार हैं: 'पुरुष साक्षरता' (राज्य औसत 79.19%) में शीर्ष जिला झुंझुनूं (86.9%) तथा न्यूनतम जिला प्रतापगढ़ व बांसवाड़ा (69.5%) है। 'महिला साक्षरता' (राज्य औसत 52.12%) में शीर्ष जिला कोटा (65.9%) तथा न्यूनतम जिला जालौर (38.5%) है। कुल साक्षरता में कोटा प्रथम तथा जालौर अंतिम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नगरीय जनसंख्या के ऐतिहासिक विकास रुझान (1901 से 2011) के संदर्भ में निम्नलिखित कथनों पर विचार कीजिए: A. राजस्थान में नगरीय जनसंख्या का प्रतिशत 1901 में 15.06% था, जो 1951 में 18.50%, 2001 में 23.39% तथा 2011 में बढ़कर 24.90% हो गया। B. राज्य में नगरों/कस्बों की कुल संख्या वर्ष 1901 में 104 से बढ़कर 2011 की जनगणना में 297 हो गई है। C. औद्योगिक एवं सेवा क्षेत्र के विस्तार तथा ग्रामीण-शहरी प्रवास के कारण नगरीकरण में निरंतर वृद्धि हुई है। D. वर्ष 2011 में राजस्थान की नगरीय जनसंख्या ग्रामीण जनसंख्या से अधिक हो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राजस्थान में नगरीकरण का प्रतिशत निरंतर बढ़ता रहा है: 1901 (15.06%) -&gt; 1951 (18.50%) -&gt; 2001 (23.39%) -&gt; 2011 (24.90%)। इसके साथ ही नगरों की संख्या 104 से बढ़कर 297 हुई। कथन D असत्य है क्योंकि राजस्थान में आज भी 75.1% विशाल आबादी ग्रामीण है और केवल 24.9% नगरीय है; नगरीय आबादी ग्रामीण आबादी से अधिक नहीं हुई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जनगणना 2011 के अनुसार राजस्थान में 'न्यूनतम दशकीय जनसंख्या वृद्धि दर' दर्ज करने वाले जिलों का सही समूह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श्रीगंगानगर (10.0%), झुंझुनूं (11.7%) एवं पाली (11.9%)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बाड़मेर (32.5%), जैसलमेर (31.8%) एवं जोधपुर (27.7%)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जयपुर, अलवर एवं दौसा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बूंदी एवं झालावाड़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श्रीगंगानगर (10.0%), झुंझुनूं (11.7%) एवं पाली (11.9%)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 (32.5%), जैसलमेर (31.8%) एवं जोधपुर (27.7%)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 अलवर एवं दौसा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बूंदी एवं 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2001-2011 के दशक में राजस्थान के जिन जिलों में सबसे कम जनसंख्या वृद्धि दर दर्ज की गई, वे हैं: (1) श्रीगंगानगर - मात्र 10.0% (राज्य में सबसे कम वृद्धि दर), (2) झुंझुनूं - 11.7%, (3) पाली - 11.9%, (4) बूंदी - 15.4%, तथा (5) चित्तौड़गढ़ - 16.1%। दूसरी ओर, बाड़मेर और जैसलमेर में 30% से अधिक वृद्धि दर रही।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वन्यजीव संरक्षण एवं आखेट निषेध कानूनों के संदर्भ में निम्नलिखित कथनों पर विचार कीजिए: A. राजस्थान में पर्यावरण एवं वन्यजीव संरक्षण की दिशा में पहला राज्य अधिनियम 'वन्यजीव एवं संरक्षण अधिनियम, 1951' पारित किया गया था। B. भारत सरकार द्वारा 'वन्यजीव संरक्षण अधिनियम, 1972' तथा 'पर्यावरण संरक्षण अधिनियम, 1986' लागू किए गए। C. राजस्थान का विश्नोई समुदाय सदियों से खेजड़ी वृक्ष और काले हिरण/चिंकारा जैसे वन्यजीवों के संरक्षण हेतु धार्मिक रूप से समर्पित रहा है। D. राजस्थान में आखेट निषिद्ध क्षेत्रों में किसी भी प्रकार के वन्यजीव का शिकार पूर्णतः प्रतिबंधित एवं दंडनीय अपराध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वन्यजीव संरक्षण की समृद्ध परंपरा रही है। राज्य ने 1951 में ही अपना वन्यजीव संरक्षण कानून बना लिया था। इसके बाद राष्ट्रीय वन्यजीव संरक्षण अधिनियम 1972 और पर्यावरण अधिनियम 1986 लागू हुए। अमृता देवी विश्नोई के 1730 के ऐतिहासिक खेजड़ली बलिदान (जोधपुर) से प्रेरित होकर विश्नोई समाज वन्यजीवों और खेजड़ी का सजग प्रहरी रहा है। राज्य के सभी 33 आखेट निषिद्ध क्षेत्रों में शिकार पर पूर्ण प्रतिबंध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कृषि फसलों को उनकी उच्च उपज वाली उन्नत किस्मों के साथ सही सुमेलित कीजिए: सूची-I (फसल): सूची-I: A. गेहूं B. बाजरा C. मक्का D. कपास सूची-II: 1. कल्याण सोना, सोनालिका, राज-3077 2. आर.एच.बी.-30, आर.सी.बी.-911, राज-171 3. माही कंचन, माही धवल, मोती कम्पोजिट 4. बीकानेरी नरमा, वरलक्ष्मी, गंगानगर अगेती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उत्पादन बढ़ाने हेतु प्रमुख फसलों की उन्नत किस्में इस प्रकार हैं: 'गेहूं' (रबी की प्रमुख खाद्यान्न फसल) की किस्में कल्याण सोना, सोनालिका, राज-3077 और मैक्सिकन हैं। 'बाजरा' (खरीफ की मुख्य मरुस्थलीय फसल) की किस्में RHB-30, RCB-911, राज-171 और MH-पूसा हैं। 'मक्का' (लाल-लोमी मृदा की फसल) की किस्में माही कंचन, माही धवल और मोती कम्पोजिट हैं (कृषि अनुसंधान केंद्र बांसवाड़ा द्वारा विकसित)। 'कपास' (प्रमुख नगदी रेशा फसल) की किस्में बीकानेरी नरमा, वरलक्ष्मी, शंकर-4 और गंगानगर अगेती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बाजरा की कृषि एवं उसके आर्थिक महत्व के संबंध में निम्नलिखित कथनों पर विचार कीजिए: A. बाजरा राजस्थान के शुष्क एवं अर्द्ध-शुष्क मरुस्थलीय प्रदेश की सबसे प्रमुख खरीफ खाद्यान्न फसल है। B. राजस्थान भारत में बाजरे का सबसे बड़ा उत्पादक राज्य है, जो देश के कुल उत्पादन का लगभग 1/5 से 1/3 भाग पैदा करता है। C. राजस्थान में बाजरे का सर्वाधिक उत्पादन अलवर जिले में तथा सर्वाधिक बोया गया क्षेत्रफल बाड़मेर जिले में पाया जाता है। D. बाजरे की फसल के लिए अत्यधिक जल भराव और 150 सेमी से अधिक वर्षा की आवश्यकता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बाजरा राजस्थान के रेतीले भू-भाग की मुख्य फसल है जो 20 से 35 सेमी की अल्प वर्षा तथा उच्च तापमान (25°C से 35°C) में अच्छी उपज देती है। राजस्थान भारत में बाजरा उत्पादन और क्षेत्रफल दोनों में प्रथम स्थान पर है। वर्तमान कृषि सांख्यिकी के अनुसार बाजरे का सर्वाधिक उत्पादन और उत्पादकता अलवर तथा जयपुर में दर्ज होती है, जबकि सबसे बड़ा बोया गया क्षेत्रफल बाड़मेर जिले में है। कथन D असत्य है क्योंकि बाजरा शुष्क प्रदेश की अल्प जल वाली फसल है; अत्यधिक जल भराव से इसकी फसल नष्ट हो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कपास (Cotton) एवं गन्ना (Sugarcane) की कृषि के संदर्भ में निम्नलिखित कथनों पर विचार कीजिए: A. कपास राजस्थान की एक प्रमुख खरीफ नगदी फसल है जिसके लिए 21°C से 28°C तापमान तथा 200 पाला रहित दिन आवश्यक होते हैं। B. राजस्थान में कपास का सर्वाधिक उत्पादन हनुमानगढ़ और श्रीगंगानगर जिलों में होता है। C. गन्ना एक दीर्घकालिक खरीफ फसल है जिसके लिए 125 से 150 सेमी वर्षा आवश्यक है और राज्य में इसका सर्वाधिक उत्पादन श्रीगंगानगर में होता है। D. राजस्थान में कपास और गन्ने दोनों को शीतकाल में रबी की मुख्य फसलों के रूप में बोया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कपास और गन्ना दोनों ही राजस्थान की महत्वपूर्ण व्यापारिक फसलें हैं। कपास खरीफ में बोई जाती है तथा हनुमानगढ़ व श्रीगंगानगर इसके शीर्ष उत्पादक हैं (कपास आधारित वस्त्र उद्योग के कारण भीलवाड़ा को 'टेक्सटाइल सिटी' कहा जाता है)। गन्ना भी खरीफ मौसम में (जून-जुलाई) बोया जाता है और पकने में 10-12 माह लेता है; श्रीगंगानगर इसका शीर्ष उत्पादक है जहाँ गन्ने से चीनी बनाई जाती है (CO-1007 प्रमुख किस्म है)। कथन D असत्य है क्योंकि ये रबी की नहीं, बल्कि खरीफ मौसम की फसलें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 अनुसंधान केंद्र बांसवाड़ा द्वारा विकसित प्रसिद्ध सुगंधित चावल की किस्म 'माही सुगंधा' तथा मक्का की उच्च उपज किस्म 'प्रभात' क्रमशः किन फसलों से संबंधित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चावल (धान) एवं मक्का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गेहूं एवं बाजरा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मक्का एवं सोयाबीन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 एवं गन्ना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चावल (धान) एवं मक्का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गेहूं एवं बाजरा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मक्का एवं सोयाबीन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कपास एवं गन्ना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 सुगंधा' राजस्थान के दक्षिणी भाग (बांसवाड़ा, डूंगरपुर, हाड़ौती) में उगाई जाने वाली बासमती श्रेणी की एक सुगंधित चावल (Paddy) की उन्नत किस्म है, जिसे कृषि अनुसंधान केंद्र बांसवाड़ा द्वारा विकसित किया गया है। 'प्रभात' मक्का (Corn/Maize) की एक उच्च उपज देने वाली और जल्दी पकने वाली लोकप्रिय संकर किस्म है। मक्का की अन्य प्रसिद्ध किस्में माही कंचन और माही धवल हैं, जबकि चावल की अन्य किस्में कावेरी और चम्बल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स्थित प्रमुख राष्ट्रीय एवं राज्य स्तरीय कृषि अनुसंधान संस्थानों को उनके मुख्यालयों के साथ सही सुमेलित कीजिए: सूची-I (अनुसंधान संस्थान): सूची-I: A. केंद्रीय शुष्क क्षेत्र अनुसंधान संस्थान (CAZRI - काजरी) B. शुष्क वन अनुसंधान संस्थान (AFRI - आफरी) C. राष्ट्रीय सरसों अनुसंधान निदेशालय (DRMR) D. राष्ट्रीय बीजीय मसाला अनुसंधान केंद्र (NRCSS) सूची-II: 1. जोधपुर (स्थापना 1959) 2. जोधपुर (स्थापना 1988) 3. सेवर, भरतपुर (स्थापना 1993) 4. तबीजी, अजमेर (स्थापना 2000)</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स्थित प्रमुख केंद्रीय कृषि संस्थानों की स्थिति इस प्रकार है: 'काजरी' (CAZRI) 1959 में जोधपुर में स्थापित हुआ जो शुष्क भूमि अनुसंधान का शीर्ष केंद्र है। 'आफरी' (AFRI) 1988 में जोधपुर में वानिकी अनुसंधान हेतु स्थापित हुआ। 'राष्ट्रीय सरसों अनुसंधान निदेशालय' 1993 में सेवर (भरतपुर) में स्थापित हुआ। 'राष्ट्रीय बीजीय मसाला अनुसंधान केंद्र' 2000 में तबीजी (अजमेर) में जीरा, धनिया, सौंफ, मेथी के अनुसंधान हेतु स्थापित हुआ। इसके अतिरिक्त 'केंद्रीय शुष्क बागवानी संस्थान' (CIAH) बीछवाल (बीकानेर) में 1993 में स्थापित हुआ।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आर्थिक समीक्षा / अग्रिम अनुमान (2025-26) के अनुसार कृषि एवं सम्बद्ध क्षेत्र के प्रचलित मूल्यों पर क्षेत्रवार योगदान (GVA Share) पर विचार कीजिए: A. कृषि एवं सम्बद्ध क्षेत्र में सर्वाधिक योगदान 'पशुधन' (Livestock) उप-क्षेत्र का 49.35% है। B. द्वितीय सबसे बड़ा योगदान 'फसल' (Crops) उप-क्षेत्र का 42.61% है। C. 'वानिकी एवं लॉगिंग' (Forestry) का योगदान 7.49% तथा 'मत्स्य पालन' (Fisheries) का योगदान 0.54% है। D. प्रचलित मूल्यों पर कृषि एवं सम्बद्ध क्षेत्र का कुल सकल राज्य मूल्यवर्धन (GSVA) लगभग ₹4.41 लाख करोड़ अनुमानित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अर्थव्यवस्था में कृषि एवं सम्बद्ध क्षेत्र की संरचना अत्यधिक विशिष्ट है जहाँ फसलों से अधिक योगदान पशुधन का रहता है। 2025-26 के आधिकारिक अग्रिम अनुमानों के अनुसार ₹4.41 लाख करोड़ के कुल कृषि GVA में: पशुधन का हिस्सा 49.35% (प्रथम स्थान), फसलों का हिस्सा 42.61% (द्वितीय स्थान), वानिकी एवं लकड़ी कटाई 7.49% (तृतीय स्थान), तथा मत्स्य पालन 0.54% (चतुर्थ स्थान) है। यह आँकड़ा स्पष्ट करता है कि राज्य के ग्रामीण सकल घरेलू उत्पाद में दुग्ध, ऊन, मांस आदि पशु उत्पादों का योगदान फसलों से भी अधिक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में 'कृषि जनगणना 2015-16' के अनुसार राजस्थान में प्रचालित भूमि जोतों का 'औसत आकार' (Average Land Holding) कितना दर्ज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3.07 हेक्टेयर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2.73 हेक्टेयर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 हेक्टेयर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4.25 हेक्टेयर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2.73 हेक्टेयर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3.07 हेक्टेयर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 हेक्टेयर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4.25 हेक्टेयर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जनगणना 2015-16 के अनुसार राजस्थान में प्रचालित भूमि जोतों का औसत आकार 2.73 हेक्टेयर दर्ज किया गया, जो वर्ष 2010-11 के 3.07 हेक्टेयर की तुलना में 11.07% की कमी दर्शाता है (भूमि के पारिवारिक विभाजन के कारण सीमांत व लघु जोतों में वृद्धि हुई है)। इसी जनगणना में राज्य में महिला प्रचालित भूमि जोतों की कुल संख्या 7.75 लाख दर्ज हुई (2010-11 के 5.46 लाख से 41.94% की उल्लेखनीय वृद्धि)।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किसानों को मृदा परीक्षण, उन्नत बीज, फसल प्रबंधन तथा कीट/रोग उपचार संबंधी विशेषज्ञ परामर्श सेवाएं उपलब्ध कराने हेतु राज्य सरकार द्वारा किस संस्थान का गठन/स्थापना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क्लीनिक (Krishi Clinics)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 कॉल सेंटर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ग्राम सेवा सहकारी समिति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विज्ञान केंद्र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कृषि क्लीनिक (Krishi Clinics)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 कॉल सेंटर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सेवा सहकारी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विज्ञान केंद्र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द्वारा राज्य के किसानों को एक ही छत के नीचे आधुनिक वैज्ञानिक कृषि सेवाएं, डिजिटल मृदा परीक्षण, फसल रोग निदान और विशेषज्ञ उपचार उपलब्ध करवाने के लिए सभी जिला मुख्यालयों पर 'कृषि क्लीनिक' (Krishi Clinics) स्थापित किए जा रहे हैं। वर्ष 2024-25 में 20 जिला मुख्यालयों पर कृषि क्लीनिक स्थापित किए जा चुके हैं तथा वर्ष 2025-26 में शेष 13 जिला मुख्यालयों पर नए क्लीनिकों की स्थापना का कार्य प्रगति पर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सीसा-जस्ता (Lead-Zinc) एवं चांदी के खनन व शोधन के संबंध में निम्नलिखित कथनों पर विचार कीजिए: A. सीसा और जस्ता प्रकृति में सदैव मिश्रित रूप से गैलेना (Galena) अयस्क के रूप में मिलते हैं, इसलिए इन्हें 'जुड़वा खनिज' (Twin Minerals) कहा जाता है। B. सीसा-जस्ता के शोधन के दौरान उप-उत्पाद के रूप में बहुमूल्य चांदी (Silver) तथा कैडमियम व सुपर फास्फेट प्राप्त होते हैं। C. भीलवाड़ा जिले में स्थित 'रामपुरा-आगूचा' खान वर्तमान में विश्व की सबसे बड़ी और समृद्ध जस्ता उत्पादक खानों में से एक है। D. राजस्थान में सीसा-जस्ता का शत-प्रतिशत खनन कार्य केवल विदेशी निजी कंपनियों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सीसा-जस्ता उत्पादन में राजस्थान का भारत में लगभग एकाधिकार (Monopoly) है। यह अरावली की प्री-कैम्ब्रियन अवसादी चट्टानों में गैलेना के रूप में मिलता है। सीसा-जस्ता के प्रमुख क्षेत्र जावर (उदयपुर), राजपुरा-दरीबा व सिंदेसर खुर्द (राजसमंद), रामपुरा-आगूचा (भीलवाड़ा) तथा चौथ का बरवाड़ा (सवाई माधोपुर) हैं। चंदेरिया (चित्तौड़गढ़) में एशिया का सबसे बड़ा सुपर जिंक स्मेल्टर संयंत्र स्थित है। कथन D असत्य है क्योंकि इसका मुख्य खनन और शोधन हिंदुस्तान जिंक लिमिटेड (HZL - वेदांता समूह व भारत सरकार की भागीदारी) द्वारा किया जाता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धात्विक खनिजों को उनके सबसे प्रसिद्ध खनन क्षेत्रों के साथ सही सुमेलित कीजिए: सूची-I (खनिज): सूची-I: A. ताँबा B. टंगस्टन C. मैंगनीज D. सीसा-जस्ता सूची-II: 1. खेतड़ी-सिंघाना (झुंझुनूं) एवं खो-दरीबा (अलवर) 2. डेगाना-भाकरी (नागौर) एवं बालदा (सिरोही) 3. लीलवानी, कालाखूंटा एवं घाटिया (बांसवाड़ा) 4. जावर (उदयपुर) एवं राजपुरा-दरीबा (राजसमंद)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धात्विक खनिज क्षेत्रों का मिलान इस प्रकार है: 'ताँबा' झुंझुनूं के खेतड़ी-कोलिहान-चांदमारी (HCL कॉम्प्लेक्स) तथा अलवर के खो-दरीबा में निकाला जाता है। 'टंगस्टन' (वुल्फ्रेमाइट अयस्क) देश की सबसे बड़ी खान डेगाना (नागौर) तथा सिरोही के बालदा में मिलता है। 'मैंगनीज' बांसवाड़ा जिले की 22 किमी लम्बी पेटी (लीलवानी, कालाखूंटा, घाटिया, तलवाड़ा) में पाया जाता है। 'सीसा-जस्ता' उदयपुर के जावर तथा राजसमंद के राजपुरा-दरीबा में प्रचुरता से मिलता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भारत के कुल 'फेल्सपार' (Felspar) उत्पादन का लगभग 60% उत्पादित करता है; राज्य में फेल्सपार का सर्वाधिक खनन किस जिले से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अजमेर (मकरेड़ा एवं दांदड़ा)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डूंगरपुर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बाड़मेर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अजमेर (मकरेड़ा एवं दांदड़ा)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फेल्सपार एक महत्वपूर्ण अधात्विक खनिज है जिसका व्यापक उपयोग कांच (Glass), चीनी मिट्टी के बर्तन, सिरेमिक टाइल्स और इंसुलेटर उद्योग में सिलिका के साथ गालक (Flux) के रूप में किया जाता है। राजस्थान देश का 60% फेल्सपार उत्पादित करके शीर्ष पर है। राज्य का 90% से अधिक फेल्सपार अजमेर और नवगठित ब्यावर जिले (मकरेड़ा, दांदड़ा, तारागढ़, जवाजा) से निकाला जाता है। इसके अतिरिक्त पाली, भीलवाड़ा, सीकर और टोंक में भी फेल्सपार के छोटे भंडार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अरावली क्षेत्र के प्रमुख अधात्विक खनिजों के संदर्भ में निम्नलिखित कथनों पर विचार कीजिए: A. उदयपुर का 'झामर-कोटड़ा' क्षेत्र भारत में रॉक फॉस्फेट (Rock Phosphate) का सबसे बड़ा और समृद्ध उत्पादक क्षेत्र है। B. रॉक फॉस्फेट का उपयोग मुख्य रूप से रासायनिक सुपर फास्फेट उर्वरक (Fertilizer) उद्योग तथा अम्लीय मृदा के उपचार में होता है। C. एस्बेस्टस (Asbestos - मिनरल सिल्क) एक रेशेदार खनिज है जो उदयपुर के ऋषभदेव तथा चित्तौड़गढ़ के अर्जुनपुरा-पिपरदा में पाया जाता है। D. राजस्थान में रॉक फॉस्फेट और एस्बेस्टस का कोई औद्योगिक उपयोग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 फॉस्फेट राजस्थान का एक अत्यंत महत्वपूर्ण खनिज है जिसकी सबसे बड़ी खुली खदान झामर-कोटड़ा (उदयपुर) में राजस्थान स्टेट माइन्स एंड मिनरल्स लिमिटेड (RSMM) द्वारा संचालित है। इसका उपयोग डीएपी व सुपर फास्फेट उर्वरक बनाने में होता है। एस्बेस्टस (जिसमें आग नहीं लगती और चादरें बनती हैं) उदयपुर के ऋषभदेव व खेरवाड़ा तथा चित्तौड़गढ़ में मिलता है (राजस्थान देश का 90% उत्पादित करता है)। कथन D असत्य है क्योंकि दोनों का भारी औद्योगिक महत्व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विशिष्ट अधात्विक खनिजों को उनके प्रमुख उत्पादक जिलों के साथ सही सुमेलित कीजिए: सूची-I (खनिज): सूची-I: A. फेल्सपार B. फ्लोराइट (फ्लोरस्पार) C. कैल्साइट D. वोलेस्टोनाइट सूची-II: 1. अजमेर 2. मांडो की पाल (डूंगरपुर) एवं जालौर 3. सीकर एवं उदयपुर 4. सिरोही (खिला/बेलका) एवं पाली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विशिष्ट खनिजों की खानें इस प्रकार हैं: 'फेल्सपार' का मुख्य उत्पादक अजमेर है। 'फ्लोराइट' का प्रसिद्ध भंडार मांडो की पाल (डूंगरपुर) तथा जालौर में है। 'कैल्साइट' सीकर (मावंडा) और उदयपुर में पाया जाता है। 'वोलेस्टोनाइट' (Wollastonite) एक चमकीला रेशेदार खनिज है जिसके उत्पादन में राजस्थान का देश में 100% एकाधिकार है, यह सिरोही (खिला, बेलका) और पाली जिलों में निकलता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'रक्त मणि' के नाम से प्रसिद्ध 'तामड़ा' (Garnet) के उत्पादन में राज्य का देश में एकाधिकार है; विश्व भर में इसके सबसे प्रसिद्ध उत्पादक क्षेत्र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राजमहल, जनकपुरा एवं कल्याणपुर (टोंक) तथा सरवाड़ (केकड़ी/अजमेर)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सलादीपुरा (सीकर)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जावर (उदयपुर)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जामसर (बीकानेर)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राजमहल, जनकपुरा एवं कल्याणपुर (टोंक) तथा सरवाड़ (केकड़ी/अजमेर)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सलादीपुरा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जावर (उदयपुर)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जामसर (बीकानेर)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तामड़ा (Garnet) को 'रक्त मणि' अथवा 'गार्नेट' कहा जाता है। यह लाल-कत्थई रंग का पारदर्शी कीमती रत्न है जिसका उपयोग आभूषण निर्माण, कटिंग-पॉलिशिंग तथा अपघर्षक (Abrasive) के रूप में होता है। तामड़ा उत्पादन में राजस्थान का 100% एकाधिकार है। इसके विश्व प्रसिद्ध भंडार टोंक जिले के राजमहल, जनकपुरा, कुशालपुरा, कल्याणपुर और देवखेड़ा में तथा केकड़ी/अजमेर के सरवाड़ क्षेत्र में स्थित हैं। सलादीपुरा (सीकर) पाइराइट्स हेतु तथा जामसर (बीकानेर) जिप्सम हेतु प्रसिद्ध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पाए जाने वाले लिग्नाइट कोयले (Lignite Coal) के संदर्भ में निम्नलिखित कथनों पर विचार कीजिए: A. राजस्थान में टर्शरी (Tertiary) काल का निम्न श्रेणी का 'लिग्नाइट कोयला' पाया जाता है, जिसे 'भूरा कोयला' भी कहा जाता है। B. इस कोयले में कार्बन की मात्रा 45% से 55% के बीच होती है और जलते समय धुआँ अधिक निकलता है। C. पलाना (बीकानेर) राजस्थान की सबसे पुरानी और सर्वश्रेष्ठ गुणवत्ता वाली लिग्नाइट खान है। D. राजस्थान भारत में सर्वोत्तम श्रेणी के एन्थ्रेसाइट कोयले का सबसे बड़ा निर्यातक राज्य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कोयला केवल लिग्नाइट प्रकार का पाया जाता है जो मेसोज़ोइक-टर्शरी युग की चट्टानों में संचित है। इसमें 45-55% कार्बन और उच्च नमी होती है। इसके मुख्य क्षेत्र बीकानेर (पलाना, बरसिंगसर, गुढ़ा, रानेरी, हाडला), बाड़मेर (कपूरडी, जालीपा, गिरल) तथा नागौर (मेड़तारोड, कासनऊ-इग्यार) हैं। गिरल (बाड़मेर) में जर्मनी के सहयोग से लिग्नाइट गैसीकरण तकनीक पर आधारित ताप विद्युत संयंत्र लगाया गया था। कथन D पूर्णतः असत्य है क्योंकि सर्वोत्तम एन्थ्रेसाइट कोयला केवल जम्मू-कश्मीर में मिलता है, राजस्थान में नहीं।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'प्रथम सुपर थर्मल पावर स्टेशन' (First Super Thermal Power Station) कौन-सा है और यह किस जिले में 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सूरतगढ़ सुपर थर्मल पावर स्टेशन - श्रीगंगानगर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कोटा सुपर थर्मल पावर स्टेशन - कोटा</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छबड़ा सुपर थर्मल पावर स्टेशन - बारां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कालीसिंध थर्मल पावर स्टेशन - झालावाड़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सूरतगढ़ सुपर थर्मल पावर स्टेशन -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सुपर थर्मल पावर स्टेशन - 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छबड़ा सुपर थर्मल पावर स्टेशन - बारां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कालीसिंध थर्मल पावर स्टेशन - 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सूरतगढ़ सुपर थर्मल पावर स्टेशन (SSTPS) श्रीगंगानगर जिले के ठुकराना गाँव में स्थित है। यह राजस्थान का पहला 'सुपर थर्मल पावर स्टेशन' है (सुपर थर्मल उन विद्युत गृहों को कहा जाता है जिनकी कुल क्षमता 1000 मेगावाट या अधिक होती है)। इसकी प्रारंभिक स्थापित क्षमता 1500 मेगावाट (250 MW की 6 इकाइयां) थी, जिसके बाद यहाँ 660-660 MW की 2 सुपर-क्रिटिकल इकाइयां जोड़कर कुल क्षमता 2820 मेगावाट कर दी गई है। इसे 'राजस्थान का आधुनिक विकास तीर्थ' भी कहा जाता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पारंपरिक एवं गैर-पारंपरिक ऊर्जा संयंत्रों को उनके संबंधित जिलों के साथ सही सुमेलित कीजिए: सूची-I (ऊर्जा संयंत्र): सूची-I: A. रावतभाटा परमाणु विद्युत स्टेशन (RAPS) B. भड़ला सौर ऊर्जा पार्क C. देवगढ़ पवन ऊर्जा संयंत्र D. अमरसागर प्रथम पवन ऊर्जा परियोजना सूची-II: 1. चित्तौड़गढ़ (रावतभाटा) 2. फलौदी / जोधपुर 3. प्रतापगढ़ 4. जैसलमेर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ऊर्जा संयंत्रों की स्थिति इस प्रकार है: 'रावतभाटा परमाणु विद्युत स्टेशन' (1973 - कनाडा के सहयोग से स्थापित भारत का दूसरा और भारी पानी आधारित पहला परमाणु रिएक्टर) चित्तौड़गढ़ में स्थित है। 'भड़ला सौर पार्क' (2245 MW - विश्व के सबसे बड़े सोलर पार्कों में से एक) फलौदी/जोधपुर में स्थित है। 'देवगढ़ पवन ऊर्जा संयंत्र' (2004) प्रतापगढ़ में स्थित है। 'अमरसागर' (14 अगस्त 1999 - राज्य का पहला पवन ऊर्जा संयंत्र) जैसलमेर में स्थित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पेट्रोलियम एवं प्राकृतिक गैस भंडारों के संदर्भ में निम्नलिखित कथनों पर विचार कीजिए: A. राजस्थान में 4 प्रमुख हाइड्रोकार्बन पेट्रोलियम बेसिन (बाड़मेर-सांचोर, जैसलमेर, बीकानेर-नागौर और विन्ध्यन बेसिन) 14 जिलों में फैले हैं। B. बाड़मेर-सांचोर बेसिन में स्थित 'मंगला' तेल क्षेत्र में 29 अगस्त 2009 को भारत के सबसे बड़े ऑनशोर व्यावसायिक कच्चे तेल का उत्पादन प्रारंभ हुआ था। C. मंगला के अतिरिक्त भाग्यम, ऐश्वर्या, सरस्वती, कामेश्वरी और रागेश्वरी बाड़मेर बेसिन के प्रमुख तेल व गैस क्षेत्र हैं। D. राजस्थान भारत का पहला राज्य था जहाँ स्वतंत्रता से पूर्व 1889 में कच्चे तेल की खोज हुई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भारत में घरेलू अपतटीय (Onshore) कच्चे तेल का सबसे बड़ा उत्पादक राज्य है जो देश के कुल उत्पादन का लगभग 20% से अधिक योगदान देता है। मंगला (नागाणा, बाड़मेर) में 2009 में केयर्न इंडिया (वेदांता) द्वारा तेल उत्पादन शुरू किया गया था। भाग्यम (2012) और ऐश्वर्या (2013) बाद में शुरू हुए। कथन D असत्य है क्योंकि भारत में पहली तेल खोज असम के डिगबोई (1889) और गुजरात में हुई थी, राजस्थान में 21वीं सदी में व्यावसायिक उत्पादन शुरू हुआ।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पचपदरा (बालोतरा) में स्थापित की जा रही 'एचपीसीएल राजस्थान रिफाइनरी लिमिटेड' (HRRL) परियोजना में हिंदुस्तान पेट्रोलियम कॉर्पोरेशन लिमिटेड (HPCL) और राजस्थान सरकार की इक्विटी हिस्सेदारी क्रमशः कितनी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74% एवं 26%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एवं 50%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51% एवं 49%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एवं 74%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74% एवं 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एवं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51% एवं 49%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 एवं 74%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HPCL राजस्थान रिफाइनरी लिमिटेड (HRRL) हिंदुस्तान पेट्रोलियम कॉर्पोरेशन लिमिटेड (HPCL) और राजस्थान सरकार (GoR) का एक संयुक्त उद्यम (JV) है, जिसमें इक्विटी भागीदारी क्रमशः 74% (HPCL) तथा 26% (राजस्थान सरकार) है। यह 9 MMTPA (मिलियन मीट्रिक टन प्रति वर्ष) क्षमता वाली देश की पहली बीएस-VI मानक रिफाइनरी-सह-पेट्रोकेमिकल कॉम्प्लेक्स परियोजना है जो पचपदरा (बालोतरा जिला) में स्थापित की जा रही है। इसकी अनुमानित संशोधित लागत ₹72,937 करोड़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प्राकृतिक गैस (Natural Gas) के उत्पादन एवं संबंधित उत्पादक क्षेत्रों के संदर्भ में निम्नलिखित कथनों पर विचार कीजिए: A. राजस्थान में प्राकृतिक गैस का सर्वाधिक भंडारण और उत्पादन जैसलमेर बेसिन में होता है। B. शाहगढ़, तनोट, मनिहारी टिब्बा, डांडेवाला, चिमनेवाला और घोटारू जैसलमेर जिले के प्रमुख गैस उत्पादक क्षेत्र हैं। C. रागेश्वरी (गुढ़ामालानी, बाड़मेर) में प्राकृतिक गैस के साथ-साथ पेट्रोलियम का भी उत्पादन किया जाता है। D. राजस्थान में प्राकृतिक गैस का उत्पादन निजी क्षेत्र की फोकस एनर्जी तथा ओएनजीसी/ऑयल इंडिया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प्राकृतिक गैस के विशाल भंडार मुख्य रूप से जैसलमेर बेसिन और बाड़मेर-सांचोर बेसिन में पाए जाते हैं। घोटारू (जहाँ पहली बार हीलियम गैस के भंडार भी मिले), तनोट, मनिहारी टिब्बा, शाहगढ़ और डांडेवाला जैसलमेर के प्रमुख गैस क्षेत्र हैं जिनसे रामगढ़ गैस तापीय विद्युत गृह को गैस आपूर्ति होती है। बाड़मेर के रागेश्वरी डीप गैस फील्ड से व्यावसायिक गैस निकाली जाती है जिसे गैस ग्रिड से जोड़ा गया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सरकार के प्रमुख राजकीय औद्योगिक उपक्रमों एवं विकास निगमों को उनके स्थापना वर्ष के साथ सही सुमेलित कीजिए: सूची-I (राजकीय उपक्रम): सूची-I: A. राजस्थान राज्य वित्त निगम (RFC) B. राजस्थान राज्य भण्डारण निगम (RSWC) C. राजस्थान राज्य पथ परिवहन निगम (RSRTC) D. राजस्थान आवासन मंडल (RHB) सूची-II: 1. 1955 ई. 2. 1957 ई. 3. 1964 ई. 4. 1970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राज्य निगमों की स्थापना इस प्रकार हुई: 'राजस्थान राज्य वित्त निगम' (RFC) उद्योगों को दीर्घकालिक ऋण देने हेतु 1955 में स्थापित हुआ। 'राजस्थान राज्य भण्डारण निगम' (RSWC) कृषि उपज व आदानों के सुरक्षित भंडारण हेतु 1957 में गठित हुआ। 'राजस्थान राज्य पथ परिवहन निगम' (RSRTC) नागरिकों को सुगम बस सेवाएं देने हेतु 1964 में बना। 'राजस्थान आवासन मंडल' (RHB) आवास योजनाओं हेतु 1970 में गठित हुआ। 'राजस्थान राज्य कृषि विपणन बोर्ड' (RSANB) 1974 में तथा 'रीको' (RIICO) 1980 में स्थापित हुआ।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आधुनिक संगठित उद्योग के रूप में प्रथम सूती वस्त्र मिल 'द कृष्णा मिल्स लिमिटेड' वर्ष 1889 में निजी क्षेत्र में कहाँ स्थापित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ब्यावर (सेठ दामोदर दास राठी द्वारा)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भीलवाड़ा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 (महाराजा उम्मेद सिंह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किशनगढ़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ब्यावर (सेठ दामोदर दास राठी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 (महाराजा उम्मेद सिंह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किशनगढ़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वस्त्र उद्योग राजस्थान का सबसे प्राचीन, संगठित और सर्वाधिक रोजगार देने वाला पारंपरिक कृषि आधारित उद्योग है। राज्य की पहली सूती वस्त्र मिल 'द कृष्णा मिल्स लिमिटेड' की स्थापना 1889 ई. में ब्यावर शहर (अजमेर/ब्यावर) में स्वतंत्रता सेनानी सेठ दामोदर दास राठी और कर्नल डिक्सन द्वारा निजी क्षेत्र में की गई थी। इसके पश्चात ब्यावर में ही 1906 में एडवर्ड मिल्स तथा 1925 में श्री महालक्ष्मी मिल्स स्थापित हुईं। 1942 में पाली में 'महाराजा उम्मेद मिल्स' बनी जो राज्य की सबसे बड़ी सूती वस्त्र मिल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सीमेंट उद्योग के विकास एवं स्थानीयकरण के संदर्भ में निम्नलिखित कथनों पर विचार कीजिए: A. सीमेंट उद्योग एक आधारभूत भारी उद्योग है जिसका स्थानीयकरण कच्चे माल (चूना पत्थर व जिप्सम) के स्रोतों के निकट होता है। B. राजस्थान में प्रथम सीमेंट कारखाने की शुरुआत वर्ष 1915 में एसीसी (ACC) कंपनी द्वारा लाखेरी (बूंदी) में की गई थी। C. चित्तौड़गढ़ जिला उच्च कोटि के चूना पत्थर के प्रचुर भंडारों के कारण राजस्थान में सीमेंट उत्पादन का सबसे बड़ा केंद्र है। D. राजस्थान में गोटन (नागौर) और खरिया खंगार (जोधपुर) सफेद सीमेंट (White Cement) के उत्पादन हेतु प्रसिद्ध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सीमेंट उत्पादन में आंध्र प्रदेश के बाद भारत में दूसरे स्थान पर है तथा देश के कुल उत्पादन का लगभग 16% योगदान देता है। 1915 में लाखेरी (बूंदी) में पहला कारखाना स्थापित हुआ। चित्तौड़गढ़ (बिरला सीमेंट, जेके सीमेंट निम्बाहेड़ा) सबसे बड़ा क्लस्टर है। गोटन (1984 - जेके व्हाइट सीमेंट) राज्य का पहला सफेद सीमेंट कारखाना था तथा खरिया खंगार (1988 - बिड़ला व्हाइट) देश का सबसे बड़ा सफेद सीमेंट संयंत्र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चुकंदर (Beetroot) से चीनी बनाने का भारत का पहला और अनूठा संयंत्र किस चीनी मिल में स्थापित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मेवाड़ शुगर मिल्स लिमिटेड, भोपालसागर (चित्तौड़गढ़)</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गंगानगर शुगर मिल्स लिमिटेड, श्रीगंगानगर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 केशोरायपाटन सहकारी शुगर मिल्स, बूंदी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उदयपुर शुगर मिल्स,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 गंगानगर शुगर मिल्स लिमिटेड, श्रीगंगानगर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 मेवाड़ शुगर मिल्स लिमिटेड, भोपालसागर (चित्तौड़गढ़)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केशोरायपाटन सहकारी शुगर मिल्स, बूंदी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शुगर मिल्स, 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गंगानगर शुगर मिल्स लिमिटेड' की स्थापना मूलतः 1937 में निजी क्षेत्र में हुई थी जिसे 1956 में राज्य सरकार ने सार्वजनिक उपक्रम (Public Sector) के रूप में अधिग्रहीत कर लिया। वर्ष 1968 में इस मिल में एशिया का पहला चुकंदर से चीनी बनाने का प्रायोगिक संयंत्र स्थापित किया गया। यह मिल चीनी के साथ-साथ देशी शराब (Royal Heritage Liqueur) निर्माण तथा धौलपुर में स्थित हाई-टेक ग्लास फैक्ट्री के संचालन हेतु भी प्रसिद्ध है। मेवाड़ शुगर मिल (1932) राज्य की पहली निजी मिल थी तथा केशोरायपाटन (1965) पहली सहकारी चीनी मिल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सीमेंट कारखानों को उनके संबंधित स्थानों के साथ सही सुमेलित कीजिए: सूची-I (सीमेंट कारखाना): सूची-I: A. बिरला सीमेंट वर्क्स B. जे.के. सीमेंट वर्क्स C. मंगलम सीमेंट लिमिटेड D. श्री सीमेंट लिमिटेड सूची-II: 1. चित्तौड़गढ़ 2. निम्बाहेड़ा (चित्तौड़गढ़) 3. मोड़क (कोटा) 4. ब्यावर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सीमेंट कारखानों का स्थानवार मिलान इस प्रकार है: 'बिरला सीमेंट वर्क्स' चित्तौड़गढ़ शहर में स्थित है। 'जे.के. सीमेंट वर्क्स' निम्बाहेड़ा (चित्तौड़गढ़) में स्थित है। 'मंगलम सीमेंट' मोड़क (कोटा) में स्थापित है। 'श्री सीमेंट लिमिटेड' ब्यावर में स्थित है। इसके अतिरिक्त 'जेके व्हाइट सीमेंट' गोटन (नागौर) में तथा 'बिड़ला व्हाइट सीमेंट' खरिया खंगार (जोधपुर) में स्थित 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सूती वस्त्र एवं परिधान उद्योग में कपड़ों की रंगाई-छपाई की प्रक्रिया में रंगों को पक्का एवं टिकाऊ बनाने के लिए किस रसायन का मुख्य रूप से उपयोग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सोडियम सल्फेट / सोडा ऐश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पोटेशियम नाइट्रेट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कॉपर सल्फेट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कैल्शियम कार्बोनेट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सोडियम सल्फेट / सोडा ऐश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पोटेशियम नाइट्रेट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कॉपर सल्फेट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कैल्शियम कार्बोनेट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सूती वस्त्र उद्योग (विशेष रूप से भीलवाड़ा, पाली, बालोतरा, जोधपुर, सांगानेर) में कपड़ों की ब्लीचिंग, रंगाई (Dyeing) और छपाई की प्रक्रिया में 'सोडियम सल्फेट' (Sodium Sulphate) एवं सोडा ऐश का बड़े पैमाने पर उपयोग किया जाता है। यह रसायन रंगों के बंध को सूती रेशों के साथ मजबूत और टिकाऊ बनाता है। राजस्थान में डीडवाना (डीडवाना-कुचामन) में राज्य सरकार का प्रसिद्ध 'राजस्थान स्टेट केमिकल वर्क्स' स्थापित है जहाँ सोडियम सल्फेट और सोडियम सल्फाइड का उत्पादन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विशेष आर्थिक क्षेत्र (SEZ) के विकास एवं निर्यात प्रोत्साहन के संदर्भ में निम्नलिखित कथनों पर विचार कीजिए: A. राजस्थान में रत्न एवं आभूषण (Gems and Jewellery) के निर्यात को बढ़ावा देने हेतु राज्य का प्रथम SEZ सीतापुरा (जयपुर) में 2003 में स्थापित किया गया। B. महिंद्रा वर्ल्ड सिटी (जयपुर) बहु-उत्पाद सेज के रूप में RIICO और महिंद्रा समूह के संयुक्त प्रयास से विकसित किया गया है। C. राजस्थान सेज विधेयक राज्य विधानसभा द्वारा पारित किया गया था ताकि निर्यात आधारित उद्योगों को एकल खिड़की मंजूरी व कर छूट दी जा सके। D. राजस्थान में वर्तमान में एक भी SEZ संचालित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निर्यात आधारित औद्योगिक विकास को गति देने हेतु विशेष आर्थिक क्षेत्र (SEZ) स्थापित किए गए हैं। राज्य का पहला सेज सीतापुरा (जयपुर) में जेम्स एंड ज्वेलरी के लिए केंद्र सरकार द्वारा 2003 में स्वीकृत किया गया था। इसके बाद सीतापुरा में दूसरा जेम्स एंड ज्वेलरी सेज तथा महिंद्रा वर्ल्ड सिटी (जयपुर) में आईटी, ऑटोमोबाइल और हैंडीक्राफ्ट्स का विशाल मल्टी-प्रोडक्ट सेज विकसित हुआ। कथन D पूर्णतः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खादी एवं ग्रामोद्योग को बढ़ावा देने, उच्च गुणवत्ता के खादी वस्त्रों के उत्पादन तथा बुनकरों/कारीगरों को डिजाइन व विपणन सहायता देने हेतु कौन-सी विशिष्ट योजना संचालित की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फैशन फॉर डेवलपमेंट योजना (Fashion for Development)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मुख्यमंत्री युवा स्वरोजगार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बुनकर कल्याण 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रीको खादी संवर्धन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फैशन फॉर डेवलपमेंट योजना (Fashion for Development)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 युवा स्वरोजगार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बुनकर कल्याण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 खादी संवर्धन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पारंपरिक खादी एवं ग्रामोद्योग को आधुनिक फैशन बाजार से जोड़ने तथा ग्रामीण कारीगरों के उत्पादों को राष्ट्रीय व अंतरराष्ट्रीय मंच पर लोकप्रिय बनाने के उद्देश्य से 'फैशन फॉर डेवलपमेंट योजना' (Fashion for Development Scheme) चलाई जा रही है। इसके तहत प्रसिद्ध फैशन डिजाइनरों के सहयोग से खादी के आकर्षक परिधान तैयार करवाए जाते हैं जिससे खादी बिक्री में भारी वृद्धि हुई है और हथकरघा बुनकरों को लाभकारी मजदूरी मिल रही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राष्ट्रीय एवं अंतरराष्ट्रीय फिल्म निर्माताओं को आकर्षित करने तथा पर्यटन को गति देने हेतु राज्य सरकार द्वारा 'राजस्थान फिल्म पर्यटन प्रोत्साहन नीति-2022' के तहत कौन-सा प्रमुख प्रावधान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आवेदन के 15 दिनों के भीतर डिजिटल सिंगल विंडो से सभी अनापत्तियां/मंजूरी प्रदान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RTDC एवं RSHC की होटल संपत्तियों में आवास पर 50% की विशेष छूट 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निर्धारित मानदंडों को पूरा करने वाली राजस्थानी/अन्य फिल्मों को ₹2 करोड़ तक की वित्तीय सब्सिडी (अनुदान)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प्रावधान नीति में सम्मिलित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उपर्युक्त सभी प्रावधान नीति में सम्मिलित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आवेदन के 15 दिनों के भीतर डिजिटल सिंगल विंडो से सभी अनापत्तियां/मंजूरी प्रदान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RTDC एवं RSHC की होटल संपत्तियों में आवास पर 50% की विशेष छूट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निर्धारित मानदंडों को पूरा करने वाली राजस्थानी/अन्य फिल्मों को ₹2 करोड़ तक की वित्तीय सब्सिडी (अनुदान)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सरकार ने 18 अप्रैल 2022 को 'राजस्थान फिल्म पर्यटन प्रोत्साहन नीति-2022' (Rajasthan Film Tourism Promotion Policy) लागू की है। इसके मुख्य प्रावधानों में: (1) फिल्म शूटिंग की सभी प्रशासनिक अनुमतियां ऑनलाइन पोर्टल के जरिए 15 दिन में ई-सिंगल विंडो से जारी करना; (2) राजस्थान पर्यटन विकास निगम (RTDC) और स्टेट होटल निगम की होटलों में ठहरने पर 50% छूट; (3) राजस्थानी फिल्मों को ₹25 लाख से ₹2 करोड़ तक की वित्तीय सब्सिडी; तथा (4) राज्य में FTII पुणे की शाखा खोलने हेतु केंद्र से समन्वय शामिल है।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भारी इंजीनियरिंग, खनिज एवं रासायनिक उपक्रमों को उनके स्थापना स्थलों के साथ सही सुमेलित कीजिए: सूची-I (उद्योग / कारखाना): सूची-I: A. सिमको वैगन फैक्ट्री (CIMCO) B. नेशनल इंजीनियरिंग इंडस्ट्रीज (NBC - बॉल बेयरिंग) C. इंस्ट्रूमेंटेशन लिमिटेड D. हिंदुस्तान जिंक लिमिटेड (स्मेल्टर संयंत्र) सूची-II: 1. भरतपुर (स्थापना 1957) 2. जयपुर 3. कोटा 4. देबारी (उदयपुर - स्थापना 1966)</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प्रमुख विनिर्माण उद्योगों की स्थिति इस प्रकार है: 'सिमको वैगन फैक्ट्री' (Central India Machinery Co.) भरतपुर में 1957 में स्थापित हुई जहाँ रेलवे मालगाड़ी के वैगन (डिब्बे) बनाए जाते हैं। 'नेशनल इंजीनियरिंग इंडस्ट्रीज' (NBC) जयपुर में स्थित एशिया की सबसे बड़ी बॉल और रोलर बेयरिंग निर्माता कंपनी है। 'इंस्ट्रूमेंटेशन लिमिटेड' कोटा में स्थित केंद्र सरकार का उपक्रम रहा है जो औद्योगिक नियंत्रण उपकरणों का निर्माण करता था। 'हिंदुस्तान जिंक लिमिटेड' का प्रमुख स्मेल्टर संयंत्र देबारी (उदयपुर) में 1966 में स्थापित हुआ था।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