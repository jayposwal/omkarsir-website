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द्वारा शुरू की गई 'सुयोग (SUYOG) योजना' के संदर्भ में निम्नलिखित कथनों पर विचार कीजिए: A. इस योजना का औपचारिक शुभारंभ 10 जुलाई, 2026 से किया गया है। B. यह योजना राज्य के उच्च शिक्षा एवं तकनीकी विभाग द्वारा संचालित की जा रही है। C. इसके तहत केवल एथलेटिक्स और बैडमिंटन जैसे व्यक्तिगत खेलों को ही शामिल किया गया है। D. इस योजना में क्रिकेट, फुटबॉल, वॉलीबॉल और कबड्डी जैसे प्रमुख खेलों के विकास को प्राथमिकता दी गई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सुयोग (SUYOG) योजना का शुभारंभ 10 जुलाई, 2026 को राजस्थान में किया गया है, जिसका मुख्य उद्देश्य राज्य में खेल प्रतिभाओं को जमीनी स्तर से तराशना और उन्हें राष्ट्रीय व अंतरराष्ट्रीय मंच के लिए तैयार करना है। यह योजना युवा मामले एवं खेल विभाग द्वारा संचालित की जा रही है, न कि उच्च शिक्षा विभाग द्वारा, इसलिए कथन B गलत है। इस योजना के अंतर्गत केवल व्यक्तिगत खेल ही नहीं, बल्कि क्रिकेट, फुटबॉल, वॉलीबॉल और कबड्डी जैसे लोकप्रिय टीम खेलों को भी प्रमुखता से शामिल किया गया है, जिससे ग्रामीण व शहरी युवाओं को खेल का बेहतर माहौल मिल सके। अतः कथन C गलत है जबकि कथन A और D पूर्णतः सही हैं, जिससे विकल्प B सही उत्तर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IIT जोधपुर के शोधकर्ताओं द्वारा समाचारों में रहे 'प्रिडिक्टिव बायोमार्कर्स' (Predictive Biomarkers) संबंधी शोध का प्राथमिक उद्देश्य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कैंसर रोगियों में कीमोथेरेपी शुरू करने से पूर्व ही उपचार के प्रति प्रतिरोधक क्षमता का पता लगाना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कैंसर के उपचार हेतु स्वदेशी एवं अत्यंत सस्ती कीमोथेरेपी दवाओं का व्यावसायिक निर्माण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बिना किसी एलोपैथिक दवा के केवल पादप अर्क से कैंसर की कोशिकाओं को नष्ट करना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वायरल संक्रमणों के विरुद्ध सार्वभौमिक टीकों का त्वरित बड़े पैमाने पर उत्पादन सुनिश्चित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कैंसर रोगियों में कीमोथेरेपी शुरू करने से पूर्व ही उपचार के प्रति प्रतिरोधक क्षमता का पता लगाना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कैंसर के उपचार हेतु स्वदेशी एवं अत्यंत सस्ती कीमोथेरेपी दवाओं का व्यावसायिक निर्माण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बिना किसी एलोपैथिक दवा के केवल पादप अर्क से कैंसर की कोशिकाओं को नष्ट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वायरल संक्रमणों के विरुद्ध सार्वभौमिक टीकों का त्वरित बड़े पैमाने पर उत्पादन सुनिश्चित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IIT जोधपुर के वैज्ञानिकों ने कैंसर उपचार के क्षेत्र में एक महत्वपूर्ण शोध करते हुए प्रिडिक्टिव बायोमार्कर्स तकनीक विकसित की है, जिसका प्राथमिक उद्देश्य कीमोथेरेपी प्रारंभ करने से पहले ही यह पहचानना है कि मरीज का शरीर उस उपचार के प्रति प्रतिरोध (Resistance) विकसित करेगा या नहीं। कई कैंसर रोगियों में कीमोथेरेपी निष्प्रभावी साबित होती है क्योंकि ट्यूमर कोशिकाएं दवाओं का प्रतिरोध करती हैं। इस बायोमार्कर्स प्रणाली से चिकित्सक मरीज के लिए व्यक्तिगत और सटीक उपचार योजना (Personalized Therapy) बना सकेंगे। इससे मरीजों को अनुपयुक्त व दर्दनाक उपचारों के दुष्प्रभावों से बचाया जा सकेगा तथा उपचार की सफलता दर में उल्लेखनीय सुधार होगा। अन्य विकल्प इस शोध के वास्तविक उद्देश्य से मेल नहीं 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हाल ही में प्रदान किए गए राज्य एवं राष्ट्रीय पुरस्कारों तथा संबंधित व्यक्तियों के संदर्भ में निम्नलिखित का मिलान कीजिए: सूची-I (व्यक्ति): सूची-I: A. कृष्ण शर्मा B. डॉ. हेमंत गोयल C. नितेश दत्त माथुर D. नीलम 'सपना' शर्मा सूची-II: 1. उर्मिला चतुर्वेदी स्मृति राष्ट्रीय साहित्य पुरस्कार (भोपाल) 2. राज्य स्तरीय पी.सी. महालनोबिस पुरस्कार 2026 3. स्नेहबिलिटी राष्ट्रीय पुरस्कार-2026 (नागदा, म.प्र.) 4. भामाशाह प्रेरक पुरस्कार 2026</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राष्ट्रीय सांख्यिकी दिवस के अवसर पर उपमुख्यमंत्री प्रेमचंद बैरवा द्वारा कृष्ण शर्मा को सांख्यिकी क्षेत्र में उत्कृष्ट योगदान हेतु राज्य स्तरीय पी.सी. महालनोबिस पुरस्कार 2026 से सम्मानित किया गया, अतः A का मिलान 2 से है। डॉ. हेमंत गोयल को शिक्षा व सामाजिक विकास में योगदान के लिए भामाशाह प्रेरक पुरस्कार प्रदान किया गया (B-4)। नागदा (मध्यप्रदेश) में संस्था 'स्नेह' के 18वें स्थापना दिवस पर नितेश दत्त माथुर को स्नेहबिलिटी राष्ट्रीय पुरस्कार-2026 से नवाजा गया (C-3)। इसके अतिरिक्त जयपुर की साहित्यकार नीलम 'सपना' शर्मा को भोपाल में आयोजित समारोह में उर्मिला चतुर्वेदी स्मृति राष्ट्रीय साहित्य पुरस्कार से सम्मानित किया गया (D-1)। अतः सही कूट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प्रशासनिक सुगमता एवं प्रभावी वानिकी प्रबंधन हेतु गठित किए जा रहे नए वन मंडलों के संदर्भ में निम्नलिखित कथनों पर विचार कीजिए: A. राज्य सरकार द्वारा प्रदेश में कुल 8 नए वन मंडल बनाने का निर्णय लिया गया है। B. इन नए वन मंडलों में खैरथल-तिजारा, कोटपूतली-बहरोड़ और डीडवाना-कुचामन जिले शामिल हैं। C. नवगठित वन मंडलों में सलूंबर, फलोदी, ब्यावर, बालोतरा और डीग को भी शामिल किया गया है। D. इन नए वन मंडलों के गठन के बाद राज्य के सभी 50 जिलों में स्वतंत्र वन संरक्षक कार्यालय स्थापित हो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प्रशासनिक विकेंद्रीकरण, वन संरक्षण और वानिकी प्रबंधन को सुदृढ़ करने के उद्देश्य से पूरे प्रदेश में आठ नए वन मंडल बनाने की ऐतिहासिक स्वीकृति दी है। इन 8 नए वन मंडलों में खैरथल-तिजारा, कोटपूतली-बहरोड़, डीडवाना-कुचामन, सलूंबर, फलोदी, ब्यावर, बालोतरा तथा डीग जिले शामिल किए गए हैं। इससे इन जिलों में वन संपदा की सुरक्षा, अवैध खनन व कटाई पर रोक और वनीकरण अभियानों की सघन निगरानी सुनिश्चित होगी। कथन D असत्य है क्योंकि अभी केवल 8 विशिष्ट प्रशासनिक इकाइयों में नए मंडल स्वीकृत किए गए हैं, न कि सभी जिलों में स्वतंत्र वन संरक्षक कैडर का पुनर्गठन हुआ है। अतः केवल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शिक्षा मंत्रालय द्वारा जारी 'UDISE+ रिपोर्ट 2025-26' के अनुसार राजस्थान राज्य की स्कूली शिक्षा स्थिति के संबंध में निम्नलिखित कथनों पर विचार कीजिए: A. राजस्थान में मूलभूत, प्रारंभिक, मध्य और माध्यमिक सभी स्तरों पर विद्यार्थी-शिक्षक अनुपात (PTR) 30:1 के राष्ट्रीय मानक से अनुकूल बना हुआ है। B. राज्य में प्राथमिक स्तर पर विद्यार्थी-शिक्षक अनुपात 25.4 तथा मध्य स्तर पर 25.6 दर्ज किया गया है। C. रिपोर्ट के अनुसार राजस्थान में कुल स्कूलों की संख्या 1,06,445 तथा कुल नामांकन लगभग 1.59 करोड़ है। D. रिपोर्ट में राजस्थान के कुल 140 ऐसे स्कूलों की पहचान की गई है जहाँ विद्यार्थियों का नामांकन शून्य दर्ज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शिक्षा मंत्रालय द्वारा जारी यूनिफाइड डिस्ट्रिक्ट इंफॉर्मेशन सिस्टम फॉर एजुकेशन प्लस (UDISE+) रिपोर्ट 2025-26 में राजस्थान के स्कूली ढांचे का व्यापक विश्लेषण प्रस्तुत किया गया है। रिपोर्ट के अनुसार राज्य में कुल 1,06,445 स्कूल और 7,93,158 शिक्षक कार्यरत हैं, जिनमें कुल नामांकन 1,59,45,455 विद्यार्थी है। राज्य में विद्यार्थी-शिक्षक अनुपात (PTR) मूलभूत स्तर पर 21.1, प्राथमिक स्तर पर 25.4, मध्य स्तर पर 25.6 तथा माध्यमिक स्तर पर 27.8 दर्ज हुआ है, जो राष्ट्रीय शिक्षा नीति (NEP 2020) के 30:1 मानक से काफी बेहतर है। चिंताजनक पहलू के रूप में प्रदेश में 140 स्कूल ऐसे पाए गए जहाँ शून्य नामांकन दर्ज हुआ है। अतः चारों कथन A, B, C एवं D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टेक्सटाइल एवं अपैरल नीति-2025' तथा राज्य के वस्त्र निर्यात लक्ष्यों के संदर्भ में निम्नलिखित कथनों पर विचार कीजिए: A. नीति के प्रभावी क्रियान्वयन हेतु उद्योग एवं वाणिज्य विभाग के तहत एक 'डेडिकेटेड टेक्सटाइल सेल' का गठन किया गया है। B. राज्य में पहली बार 11 जिलों (7 चैंपियन जिले एवं 4 आकांक्षी जिले) के लिए जिला स्तरीय टेक्सटाइल एक्सपोर्ट एक्शन प्लान तैयार किया गया है। C. केंद्र सरकार द्वारा चयनित 7 चैंपियन जिलों में अजमेर, भीलवाड़ा, जयपुर, बांसवाड़ा, चित्तौड़गढ़, जोधपुर एवं कोटा शामिल हैं। D. वर्ष 2024-25 में राजस्थान के कुल निर्यात ₹97,171 करोड़ में टेक्सटाइल क्षेत्र का योगदान 30 प्रतिशत से अधिक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टेक्सटाइल एवं परिधान क्षेत्र को गति देने के लिए उद्योग एवं वाणिज्य विभाग के अधीन राज्य स्तरीय डेडिकेटेड टेक्सटाइल सेल का गठन किया है। इसके साथ ही 11 जिलों हेतु जिला स्तरीय टेक्सटाइल एक्सपोर्ट एक्शन प्लान तैयार किया गया है, जिसमें 7 चैंपियन जिले (अजमेर, भीलवाड़ा, जयपुर, बांसवाड़ा, चित्तौड़गढ़, जोधपुर, कोटा) तथा 4 आकांक्षी जिले (श्रीगंगानगर, हनुमानगढ़, नागौर, चुरू) शामिल हैं। वर्ष 2024-25 में प्रदेश से हुए कुल ₹97,171 करोड़ के निर्यात में टेक्सटाइल क्षेत्र का योगदान लगभग ₹13,500 करोड़ रहा, जो कुल निर्यात का लगभग 13% है (30% नहीं)। भारत सरकार के वर्ष 2030 तक $100 बिलियन वस्त्र निर्यात लक्ष्य के अनुरूप राजस्थान ने अपने निर्यात को 3-4 गुना बढ़ाने का लक्ष्य रखा है। अतः कथन D असत्य है और केवल A, B व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कुश्ती संघ द्वारा पहलवानों के सामाजिक व स्वास्थ्य सुरक्षा हेतु संचालित कल्याणकारी योजनाओं के संदर्भ में सही युग्म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 टू बाउट योजना' - चोटिल पहलवानों को ₹51,000 की आर्थिक सहायता तथा 'पहलवान पेंशन योजना' - पूर्व राजस्थान केसरी को ₹10,000 प्रति माह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 टू बाउट योजना' - ओलंपिक पदक विजेताओं को ₹10 लाख तथा 'पहलवान पेंशन योजना' - 60 वर्ष से अधिक के सभी पहलवानों को ₹5,000 प्रति माह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 टू बाउट योजना' - नए अखाड़ों की स्थापना हेतु ₹2 लाख तथा 'पहलवान पेंशन योजना' - राष्ट्रीय विजेताओं को सरकारी नौकरी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 टू बाउट योजना' - विदेशी प्रशिक्षण हेतु ₹50,000 तथा 'पहलवान पेंशन योजना' - राज्य स्तरीय विजेताओं को ₹2,000 प्रति माह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'बैक टू बाउट योजना' - चोटिल पहलवानों को ₹51,000 की आर्थिक सहायता तथा 'पहलवान पेंशन योजना' - पूर्व राजस्थान केसरी को ₹10,000 प्रति माह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 टू बाउट योजना' - ओलंपिक पदक विजेताओं को ₹10 लाख तथा 'पहलवान पेंशन योजना' - 60 वर्ष से अधिक के सभी पहलवानों को ₹5,000 प्रति माह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 टू बाउट योजना' - नए अखाड़ों की स्थापना हेतु ₹2 लाख तथा 'पहलवान पेंशन योजना' - राष्ट्रीय विजेताओं को सरकारी नौकरी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 टू बाउट योजना' - विदेशी प्रशिक्षण हेतु ₹50,000 तथा 'पहलवान पेंशन योजना' - राज्य स्तरीय विजेताओं को ₹2,000 प्रति माह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कुश्ती संघ ने पहलवानों के आर्थिक संबल और स्वास्थ्य सुरक्षा हेतु दो विशिष्ट पहलें लागू की हैं। पहली 'बैक टू बाउट योजना' है, जिसके अंतर्गत प्रशिक्षण शिविरों या आधिकारिक मुकाबलों के दौरान गंभीर रूप से चोटिल होने वाले पंजीकृत पहलवानों को समय पर उपचार हेतु ₹51,000 की त्वरित आर्थिक सहायता प्रदान की जाती है। दूसरी 'पहलवान पेंशन योजना' है, जिसके तहत आर्थिक रूप से कमजोर और राज्य का गौरव बढ़ाने वाले पूर्व 'राजस्थान केसरी' खिताब धारक वरिष्ठ पहलवानों को ₹10,000 प्रति माह की सम्मान पेंशन प्रदान करने का प्रावधान किया गया है। अन्य सभी विकल्पों में दी गई सहायता राशि व पात्रता शर्तें तथ्यपरक रूप से त्रुटिपूर्ण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लागू की गई 'नया सफर योजना' के संदर्भ में निम्नलिखित कथनों पर विचार कीजिए: A. यह योजना केंद्र सरकार द्वारा प्रायोजित है जिसका क्रियान्वयन राज्य परिवहन विभाग द्वारा किया जा रहा है। B. इसके तहत पुराने और प्रदूषणकारी वाहनों को स्क्रैप कर नए BS-VI, CNG या इलेक्ट्रिक वाहन खरीदने पर कर छूट दी जाती है। C. योजना के अंतर्गत पात्र वाहन स्वामियों को राज्य सरकार द्वारा एकमुश्त कर एवं मोटर वाहन कर में 50 से 100 प्रतिशत तक की छूट प्रदान की गई है। D. यह योजना केवल राजस्थान राज्य पथ परिवहन निगम (RSRTC) की सरकारी बसों के प्रतिस्थापन तक ही सीमित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 सफर योजना केंद्र सरकार की स्क्रैपेज नीति के तहत प्रवर्तित योजना है, जिसे राजस्थान सरकार ने प्रदूषण नियंत्रण और आधुनिक वाहन बेड़े को बढ़ावा देने के लिए राज्य में लागू किया है। इस योजना के अंतर्गत पुराने वाणिज्यिक व निजी वाहनों को स्क्रैप करने के उपरांत नए पर्यावरण-अनुकूल BS-VI, सीएनजी अथवा इलेक्ट्रिक (EV) वाहन खरीदने पर राज्य सरकार ने मोटर वाहन कर और एकमुश्त कर में 50% से लेकर 100% तक की भारी छूट की अधिसूचना जारी की है। यह योजना आम नागरिकों और निजी वाहन स्वामियों के लिए भी लागू है, केवल रोडवेज बसों तक सीमित नहीं है, अतः कथन D गलत है। सही विकल्प B है जिसमें A, B और C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महिलाओं और बच्चों के स्वास्थ्य संवर्धन हेतु हाल ही में संचालित 'रोशनी अभियान' का प्राथमिक संबंध किस जिले और उद्देश्य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डूंगरपुर जिले को कुपोषण मुक्त बनाना (स्वास्थ्य विभाग द्वारा)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सिरोही जिले को पूर्णतः एनीमिया-मुक्त बनाना (महिला एवं बाल विकास विभाग तथा जिला प्रशासन द्वारा)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बाड़मेर जिले में बाल विवाह रोकथाम हेतु जागरूकता फैलाना (गृह विभाग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प्रतापगढ़ जिले में शत-प्रतिशत संस्थागत प्रसव सुनिश्चित करना (राष्ट्रीय स्वास्थ्य मिशन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सिरोही जिले को पूर्णतः एनीमिया-मुक्त बनाना (महिला एवं बाल विकास विभाग तथा जिला प्रशासन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डूंगरपुर जिले को कुपोषण मुक्त बनाना (स्वास्थ्य विभाग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बाड़मेर जिले में बाल विवाह रोकथाम हेतु जागरूकता फैलाना (गृह विभाग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प्रतापगढ़ जिले में शत-प्रतिशत संस्थागत प्रसव सुनिश्चित करना (राष्ट्रीय स्वास्थ्य मिशन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सिरोही जिले में महिलाओं, किशोरियों और बच्चों में हीमोग्लोबिन के स्तर में सुधार करने तथा जिले को पूर्णतः एनीमिया-मुक्त बनाने के लिए 'रोशनी अभियान' की शुरुआत की गई है। यह अभियान महिला एवं बाल विकास विभाग तथा सिरोही जिला प्रशासन का एक संयुक्त और केंद्रित प्रयास है। इसके अंतर्गत आंगनबाड़ी केंद्रों, विद्यालयों और ग्रामीण बस्तियों में नियमित हीमोग्लोबिन जांच, आयरन-फॉलिक एसिड की गोलियों का वितरण और पोषण संबंधी परामर्श प्रदान किया जा रहा है। डूंगरपुर, बाड़मेर या प्रतापगढ़ से संबंधित विकल्प गलत हैं क्योंकि रोशनी अभियान का मूल केंद्र सिरोही जिला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सार्वजनिक एवं सरकारी परिवहन व्यवस्था के आधुनिकीकरण हेतु शुरू किए गए 'भारत टैक्सी प्लेटफॉर्म' के संदर्भ में निम्नलिखित कथनों पर विचार कीजिए: A. इस डिजिटल टैक्सी सेवा की औपचारिक शुरुआत जयपुर शहर से की गई है। B. सरकारी कार्यालयों व विभागों में यात्रा सेवाओं के विस्तार हेतु राजस्थान पुलिस और नगर निगम के साथ अनुबंध प्रस्तावित है। C. इस प्लेटफॉर्म को एयरपोर्ट अथॉरिटी, राजस्थान रोडवेज और रेलवे के साथ भी एकीकृत करने हेतु समझौता किया गया है। D. यह सेवा पूरी तरह निजी बहुराष्ट्रीय कैब एग्रीगेटर कंपनियों के अधीन संचालित होगी और इस पर राज्य का कोई नियंत्रण नहीं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टैक्सी प्लेटफॉर्म एक स्वदेशी व पारदर्शी डिजिटल मोबिलिटी समाधान है जिसकी शुरुआत राजस्थान की राजधानी जयपुर से की गई है। इसका मुख्य उद्देश्य यात्रियों और सरकारी कार्मिकों को किफायती, सुरक्षित व जवाबदेह कैब सेवाएं उपलब्ध कराना है। सरकारी कार्यालयों में आधिकारिक यात्राओं को सुगम बनाने के लिए राजस्थान पुलिस, नगर निगम, एयरपोर्ट अथॉरिटी, राजस्थान राज्य पथ परिवहन निगम (रोडवेज) तथा भारतीय रेलवे के साथ रणनीतिक अनुबंध (MOU) किए जा रहे हैं। यह एक विनियमित व सहयोगात्मक पहल है, न कि किसी विदेशी निजी कैब एग्रीगेटर का अनियंत्रित उपक्रम, अतः कथन D असत्य है। सही उत्तर विकल्प B (केवल A,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और हरियाणा के मध्य हस्ताक्षरित 'यमुना जल परियोजना' (मेमोरेंडम ऑफ एग्रीमेंट - MOA) के संदर्भ में निम्नलिखित कथनों पर विचार कीजिए: A. 29 जून, 2026 को नई दिल्ली में राजस्थान सरकार और हरियाणा सरकार के मध्य यमुना जल बंटवारे हेतु MOA पर हस्ताक्षर किए गए। B. इस परियोजना से राजस्थान के शेखावाटी क्षेत्र के तीन प्रमुख जिले-सीकर, चूरू और झुंझुनू लाभान्वित होंगे। C. यह जल राजस्थान के हंसियावास (चूरू) तक पहुँचाया जाएगा, जहाँ एक विशाल जलाशय का निर्माण प्रस्तावित है। D. हंसियावास में बनने वाले जलाशय से केवल राजस्थान को ही नहीं, बल्कि हरियाणा के 10 निर्धारित स्थानों को भी पेयजल उपलब्ध कराया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जल विवादों के समाधान की दिशा में 29 जून, 2026 को नई दिल्ली में राजस्थान और हरियाणा सरकार के मध्य ऐतिहासिक यमुना जल समझौते (MOA) पर हस्ताक्षर हुए। इस परियोजना के तहत ताजेवाला हेड से पाइपलाइन और नहर प्रणाली द्वारा जल राजस्थान के चूरू जिले के हंसियावास तक लाया जाएगा। यहाँ निर्मित होने वाले जलाशय से राजस्थान के तीन प्यासे जिलों सीकर, चूरू और झुंझुनू को प्रचुर पेयजल प्राप्त होगा। साथ ही, समझौते के तहत हंसियावास जलाशय से हरियाणा के भी 10 सीमावर्ती व चिह्नित क्षेत्रों को पेयजल आपूर्ति की जाएगी। अतः चारों कथन A, B, C और D पूर्णतः सत्य हैं, जिससे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2026 में स्वायत्त शासन विभाग द्वारा 76 नई नगर पालिकाओं की मंजूरी के पश्चात राजस्थान में स्थानीय शहरी निकायों (Urban Local Bodies) की कुल संख्या बढ़कर कितनी हो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375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385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385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375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स्वायत्त शासन विभाग (LSG) द्वारा 25 जून, 2026 को राज्य में तीव्र शहरीकरण और प्रशासनिक विकेंद्रीकरण को ध्यान में रखते हुए 76 नई ग्राम पंचायतों को नगर पालिकाओं में क्रमोन्नत करने की ऐतिहासिक मंजूरी दी गई। इस नए पुनर्गठन से पूर्व राज्य में कुल 309 स्थानीय शहरी निकाय कार्यरत थे, जो अब 76 नई पालिकाओं के जुड़ने के बाद बढ़कर 385 हो गए हैं। इन नई स्वीकृत नगर पालिकाओं में सबसे अधिक 7-7 निकाय अकेले जयपुर और झुंझुनू जिलों में स्थापित किए गए हैं। अतः सही उत्तर 385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IIT जोधपुर द्वारा विकसित की जा रही 'स्मार्ट बिल्डिंग डिज़ाइन एवं इंटेलिजेंट मैनेजमेंट सिस्टम' के संदर्भ में निम्नलिखित कथनों पर विचार कीजिए: A. शोधकर्ताओं द्वारा बिल्डिंग इन्फॉर्मेशन मॉडलिंग (BIM), डिजिटल ट्विन्स, IoT तथा GIS तकनीकों का एकीकृत उपयोग किया जा रहा है। B. शोध दल ने ऑटोमेटेड BIM-आधारित प्लेटफॉर्म विकसित किए हैं जो स्ट्रक्चरल डिज़ाइन और लाइफसाइकिल एसेट मैनेजमेंट को एकीकृत करते हैं। C. यह डिजिटल प्लेटफॉर्म कंस्ट्रक्शन क्वालिटी मैनेजमेंट और सस्टेनेबिलिटी असेसमेंट को एक ही सिंगल इंटरफेस पर संचालित करता है। D. यह तकनीक केवल बहुमंजिला सरकारी कार्यालयों के लिए अनिवार्य की गई है और आवासीय भवनों में इसका प्रयोग प्रतिबंधित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IIT जोधपुर के सिविल एवं इंफ्रास्ट्रक्चर इंजीनियरिंग शोधकर्ताओं ने भविष्य की फायर सेफ्टी और ऊर्जा दक्षता को ध्यान में रखते हुए इंटेलिजेंट बिल्डिंग मैनेजमेंट सॉल्यूशन्स विकसित किए हैं। इसमें बिल्डिंग इन्फॉर्मेशन मॉडलिंग (BIM), डिजिटल ट्विन्स, इंटरनेट ऑफ थिंग्स (IoT) तथा जियोग्राफिक इन्फॉर्मेशन सिस्टम (GIS) का उपयोग किया गया है। यह ऑटोमेटेड प्लेटफॉर्म स्ट्रक्चरल डिजाइन, सस्टेनेबिलिटी, निर्माण गुणवत्ता और एसेट लाइफसाइकिल को एक ही साझा डिजिटल प्लेटफॉर्म पर लाकर आर्किटेक्ट, इंजीनियर, ठेकेदार और विनियामकों के बीच समन्वय बनाता है। कथन D गलत है क्योंकि यह एक शोध-आधारित तकनीकी समाधान है जिसे आवासीय व व्यावसायिक दोनों प्रकार के भवनों में उपयोग हेतु डिज़ाइन किया गया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झुंझुनूं जिले की चर्चित जन प्रतिनिधि 'नीरू यादव' के संदर्भ में निम्नलिखित कथनों पर विचार कीजिए: A. नीरू यादव झुंझुनूं जिले की लांबी अहीर ग्राम पंचायत की निर्वाचित सरपंच हैं। B. ग्रामीण बालिकाओं को खेलों से जोड़ने और सशक्त बनाने के कारण उन्हें 'हॉकी वाली सरपंच' के नाम से जाना जाता है। C. हाल ही में उनका चयन 'ब्रिक्स वीमन मिनिस्ट्रियल मीटिंग-2026' में भारत की ओर से ग्रासरूट लीडर के रूप में किया गया है। D. उन्हें वर्ष 2026 में राजस्थान राज्य महिला आयोग का स्थायी अध्यक्ष नियुक्त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झुंझुनूं जिले की लांबी अहीर ग्राम पंचायत की सरपंच नीरू यादव ने ग्रामीण विकास, पर्यावरण संरक्षण (सच्ची सहेली और बर्तन बैंक) तथा महिला सशक्तिकरण के क्षेत्र में अद्वितीय कार्य किया है। उन्होंने अपनी पंचायत की बालिकाओं की हॉकी टीम तैयार कर उन्हें प्रशिक्षित किया, जिसके कारण वे पूरे देश में 'हॉकी वाली सरपंच' के नाम से विख्यात हुईं। उनके जमीनी नवाचारों और नेतृत्व को अंतरराष्ट्रीय स्तर पर मान्यता देते हुए ब्रिक्स वीमन मिनिस्ट्रियल मीटिंग-2026 में ग्रासरूट लीडर के रूप में आमंत्रित किया गया। कथन D गलत है क्योंकि वे वर्तमान में ग्राम पंचायत की सरपंच और सामाजिक उद्यमी के रूप में सक्रिय हैं, राज्य महिला आयोग की अध्यक्ष नहीं।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शुरू की गई '100 आइकॉन्स ऑफ राजस्थान' (100 Icons of Rajasthan) पहल के संदर्भ में निम्नलिखित कथनों पर विचार कीजिए: A. इस पहल का संचालन राज्य के उद्योग एवं वाणिज्य विभाग द्वारा किया जा रहा है। B. इसका उद्देश्य आर्थिक, औद्योगिक तथा सामाजिक विकास में उल्लेखनीय योगदान देने वाले प्रेरणादायी नागरिकों को सम्मानित करना है। C. इसके तहत 100 विशिष्ट व्यक्तियों में 55 वर्ष से कम आयु की 55 महिलाएं तथा 45 वर्ष से कम आयु के 45 पुरुष चयनित किए जाएंगे। D. चयनित सभी 100 प्रतिष्ठित व्यक्तित्वों के योगदान और जीवन यात्रा को 'द 100 आइकॉन्स कम्पेंडियम' में संकलित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उद्योग एवं वाणिज्य विभाग ने राज्य के समग्र विकास में उत्कृष्ट योगदान देने वाले अग्रणी अग्रदूतों को पहचान दिलाने हेतु '100 आइकॉन्स ऑफ राजस्थान' पहल की शुरुआत की है। इस योजना की सबसे अनूठी विशेषता इसका जनसांख्यिकीय संतुलन है, जिसमें 55 वर्ष से कम आयु की 55 असाधारण महिला उद्यमियों/नेताओं तथा 45 वर्ष से कम आयु के 45 पुरुष अचीवर्स का चयन किया जाएगा। इन चयनित हस्तियों की सफलता की कहानियों और योगदान को 'द 100 आइकॉन्स कम्पेंडियम' नामक आधिकारिक पुस्तक में प्रकाशित किया जाएगा, जो युवा पीढ़ी के लिए प्रेरणा का स्रोत बनेगी। अतः A, B, C और D चारों कथन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जुलाई 2026 में जयपुर में आयोजित 'ई-गवर्नेस पर 29वें राष्ट्रीय सम्मेलन' के संदर्भ में निम्नलिखित कथनों पर विचार कीजिए: A. इस दो दिवसीय सम्मेलन का आयोजन राजस्थान इंटरनेशनल सेंटर (RIC), जयपुर में संपन्न हुआ। B. इसका संयुक्त आयोजन केंद्रीय DARPG, इलेक्ट्रॉनिक्स एवं सूचना प्रौद्योगिकी मंत्रालय (MeitY) तथा राजस्थान सरकार द्वारा किया गया। C. सम्मेलन की आधिकारिक थीम 'विकसित भारत 2047: AI-सक्षम, डेटा-संचालित और सुरक्षित डिजिटल शासन' थी। D. सम्मेलन के दौरान राजस्थान राज्य को डिजिटल पहचान एवं आधार सत्यापन के क्षेत्र में उत्कृष्ट प्रदर्शन हेतु राष्ट्रीय स्तर पर पुरस्कृत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1-2 जुलाई, 2026 को जयपुर स्थित राजस्थान इंटरनेशनल सेंटर में 'ई-गवर्नेस पर 29वां राष्ट्रीय सम्मेलन' आयोजित किया गया, जिसका उद्घाटन मुख्यमंत्री भजनलाल शर्मा ने किया। सम्मेलन का आयोजन केंद्रीय प्रशासनिक सुधार एवं लोक शिकायत विभाग (DARPG), MeitY तथा राजस्थान सूचना प्रौद्योगिकी विभाग द्वारा संयुक्त रूप से किया गया। सम्मेलन का मुख्य विषय 'विकसित भारत 2047: AI-सक्षम, डेटा-संचालित और सुरक्षित डिजिटल शासन' रखा गया था। इस अवसर पर जन कल्याणकारी योजनाओं के पारदर्शी वितरण हेतु डिजिटल पहचान और आधार-सक्षम प्रमाणीकरण में अग्रणी नवाचारों के लिए राजस्थान को राष्ट्रीय पुरस्कार से सम्मानित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भाषा-प्रौद्योगिकी एवं आर्टिफिशियल इंटेलिजेंस के विस्तार के संदर्भ में निम्नलिखित कथनों पर विचार कीजिए: A. 'भाषिणी' द्वारा राजस्थान की क्षेत्रीय बोलियों के लिए उच्च गुणवत्ता वाले डेटासेट तैयार करने हेतु 'राजस्थानी भाषा मॉडल ट्रेनिंग हैकाथॉन' शुरू की गई। B. इस हैकाथॉन में मारवाड़ी, मेवाड़ी, ढूंढाड़ी, हाड़ौती, मेवाती और बागड़ी जैसी 6 प्रमुख क्षेत्रीय भाषाओं को शामिल किया गया है। C. सिंगापुर की प्रमुख वैश्विक कंपनी STT GDC ने जयपुर में अत्याधुनिक 'AI-रेडी डेटा सेंटर' स्थापित किया है। D. राज्य सरकार ने 65 आई-स्टार्ट लॉन्चपैड नेस्ट स्थापित कर 1.28 लाख से अधिक विद्यार्थियों को उद्यमिता से जोड़ा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इंडिया भाषिणी प्रभाग ने राजस्थान की समृद्ध भाषाई विरासत को एआई तकनीकों से जोड़ने के लिए राजस्थानी भाषा मॉडल ट्रेनिंग हैकाथॉन प्रारंभ की है। इसके तहत मारवाड़ी, मेवाड़ी, ढूंढाड़ी, हाड़ौती, मेवाती और बागड़ी बोलियों के व्यापक डेटासेट बनाकर बड़े भाषाई मॉडल्स (LLMs) को प्रशिक्षित किया जा रहा है। इसी क्रम में सिंगापुर स्थित एसटीटी जीडीसी (STT GDC) ने जयपुर में राजस्थान का पहला उच्च-क्षमता युक्त AI-रेडी डेटा सेंटर शुरू किया है। साथ ही राज्य में नवाचार को बढ़ावा देने हेतु 65 आई-स्टार्ट लॉन्चपैड नेस्ट के माध्यम से 1.28 लाख से अधिक छात्रों को स्टार्टअप इकोसिस्टम से जोड़ा गया है।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अंतरराष्ट्रीय MSME दिवस के अवसर पर घोषित 'राजस्थान निवेश प्रोत्साहन योजना' (RIPS) और स्टार्टअप वित्तीय सुधारों के संदर्भ में निम्नलिखित कथनों पर विचार कीजिए: A. RIPS के तहत MSME क्षेत्र के लिए कैपिटल सब्सिडी की अवधि को 10 वर्ष से घटाकर 7 वर्ष कर दिया गया है। B. इलेक्ट्रॉनिक्स एवं सेमीकंडक्टर विनिर्माण पैकेज हेतु न्यूनतम निवेश सीमा को घटाकर ₹15 करोड़ कर दिया गया है। C. इलेक्ट्रॉनिक्स विनिर्माण में महिला एवं दिव्यांग कार्मिकों का कौशल भत्ता ₹4,000/माह से बढ़ाकर ₹6,000/माह किया गया है। D. राजस्थान वेंचर कैपिटल फंड (RVCF) के माध्यम से इस वर्ष 500 नए स्टार्टअप्स को सीधे 100% इक्विटी फंडिंग दी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27 जून को अंतरराष्ट्रीय MSME दिवस पर राजस्थान सरकार ने RIPS-2024 में कई महत्वपूर्ण संवर्द्धन किए। MSME के लिए कैपिटल सब्सिडी अवधि 10 वर्ष से घटाकर 7 वर्ष की गई ताकि उद्यमियों को त्वरित वित्तीय लाभ मिल सके। इलेक्ट्रॉनिक्स व सेमीकंडक्टर क्षेत्र को आकर्षित करने के लिए न्यूनतम निवेश सीमा ₹15 करोड़ की गई तथा महिला व दिव्यांग कामगारों का मासिक कौशल प्रशिक्षण भत्ता बढ़ाकर ₹6,000 किया गया। कथन D गलत है क्योंकि राजस्थान वेंचर कैपिटल फंड (RVCF) के माध्यम से इस वित्तीय वर्ष में 25 नए होनहार स्टार्टअप्स को वित्तीय सहायता उपलब्ध कराने का लक्ष्य रखा गया है (500 स्टार्टअप्स को 100% इक्विटी नहीं)।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'ईज ऑफ डूइंग बिजनेस' और औद्योगिक प्रशासनिक सुधारों के संबंध में निम्नलिखित कथनों पर विचार कीजिए: A. राज्य में भूमि उपयोग परिवर्तन (Land Use Approval) की समय-सीमा को 60 दिनों से घटाकर 30 दिन कर दिया गया है। B. नवीन उद्योग स्थापित करने हेतु दी जाने वाली विभिन्न वैधानिक स्वीकृतियों की अवधि को 120 दिनों से घटाकर 30 दिन किया गया है। C. राज्य सरकार ने उद्योगों को भूमि आवंटन प्रक्रिया सुगम बनाने हेतु 'डायरेक्ट अलॉटमेंट पॉलिसी-2025' लागू की है। D. गैर-प्रदूषणकारी उद्योगों की 'व्हाइट कैटेगरी' (White Category) सूची को 104 से बढ़ाकर 877 उद्योगों तक विस्तृत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राज्य को देश का अग्रणी निवेश गंतव्य बनाने के लिए अभूतपूर्व प्रशासनिक सरलीकरण लागू किए हैं। इसके तहत लैंड यूज अप्रूवल की अधिकतम अवधि 60 दिन से घटाकर मात्र 30 दिन और उद्योग स्थापना की अनापत्ति/स्वीकृति अवधि 120 दिन से घटाकर 30 दिन कर दी गई है। औद्योगिक भूखंडों के पारदर्शी व त्वरित वितरण हेतु डायरेक्ट अलॉटमेंट पॉलिसी-2025 अधिसूचित की गई है। इसके अतिरिक्त राज्य प्रदूषण नियंत्रण मंडल द्वारा पर्यावरण अनुकूल और गैर-प्रदूषणकारी उद्योगों की व्हाइट कैटेगरी को 104 से बढ़ाकर 877 श्रेणियों तक विस्तारित किया गया है, जिससे उन्हें बिना जटिल प्रदूषण अनापत्तियों के सुगमता से शुरू किया जा सके।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राज्य में संचालित 'मोबाइल पशु चिकित्सा इकाई' (1962 MVU सेवा) की कार्यप्रणाली, प्रभावशीलता एवं सुदृढ़ीकरण के अध्ययन हेतु किस अंतरराष्ट्रीय संस्था को अधिकृत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एशियाई विकास बैंक (Asian Development Bank - ADB)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बैंक (World Bank)</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अंतर्राष्ट्रीय कृषि विकास कोष (IFAD)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 डेवलपमेंट बैंक (NDDB)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एशियाई विकास बैंक (Asian Development Bank - ADB)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बैंक (World Bank)</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अंतर्राष्ट्रीय कृषि विकास कोष (IFAD)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 डेवलपमेंट बैंक (NDDB)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पशुपालकों को घर-द्वार पर आपातकालीन व नियमित चिकित्सा सुविधाएं उपलब्ध कराने वाली 'मोबाइल पशु चिकित्सा इकाई' (टोल-फ्री नंबर 1962) के जमीनी प्रभाव और संचालन का व्यापक अध्ययन करने हेतु एशियाई विकास बैंक (ADB) को अधिकृत किया है। मुख्यमंत्री की अध्यक्षता में आयोजित उच्चस्तरीय बैठक में यह निर्णय लिया गया ताकि राज्य के दूरदराज रेगिस्तानी और जनजातीय क्षेत्रों में पशु रोग नियंत्रण तंत्र, दवा आपूर्ति श्रृंखला और टेली-वेटनरी सेवाओं को वैश्विक मानकों के अनुरूप उन्नत बनाया जा सके। विश्व बैंक, IFAD या NDB से संबंधित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में आयोजित 'इंटरनेशनल कांफ्रेंस ऑन इलेक्शन्स, media एंड वोटर एजुकेशन' के संदर्भ में निम्नलिखित कथनों पर विचार कीजिए: A. इस अंतरराष्ट्रीय सम्मेलन का मुख्य आयोजक मुख्य निर्वाचन अधिकारी (CEO) कार्यालय, राजस्थान था। B. इसमें भारत निर्वाचन आयोग के संस्थान IIIDEM तथा नेशनल लॉ यूनिवर्सिटी (NLU) जोधपुर ने सहभागिता की। C. इस सम्मेलन में भारत के अतिरिक्त जॉर्जिया, क्रोएशिया, नेपाल, उज्बेकिस्तान, फिलीपींस और गुयाना के चुनाव प्रतिनिधियों ने भाग लिया। D. इस सम्मेलन में इलेक्ट्रॉनिक वोटिंग मशीनों (EVM) के स्थान पर पुनः पूर्ण बैलेट पेपर प्रणाली अपनाने का सर्वसम्मत प्रस्ताव पारित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में निष्पक्ष चुनाव प्रणाली और मतदाता जागरूकता पर 'इंटरनेशनल कांफ्रेंस ऑन इलेक्शन्स, मीडिया एंड वोटर एजुकेशन' का सफल आयोजन मुख्य निर्वाचन अधिकारी कार्यालय राजस्थान द्वारा किया गया। इसमें चुनाव आयोग के प्रमुख थिंक-टैंक इंडिया इंटरनेशनल इंस्टीट्यूट ऑफ डेमोक्रेसी एंड इलेक्शन मैनेजमेंट (IIIDEM) और NLU जोधपुर सहयोगी भागीदार रहे। इस वैश्विक सम्मेलन में एशिया, यूरोप और दक्षिण अमेरिका के 7 लोकतांत्रिक देशों (भारत, जॉर्जिया, क्रोएशिया, नेपाल, उज्बेकिस्तान, फिलीपींस व गुयाना) के वरिष्ठ चुनाव अधिकारियों और शोधकर्ताओं ने लोकतांत्रिक सहभागिता पर विचार साझा किए। कथन D निराधार व असत्य है क्योंकि सम्मेलन का उद्देश्य आधुनिक तकनीक और मीडिया साक्षरता के जरिए चुनावी प्रक्रियाओं को सशक्त बनाना था।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संपन्न हुए हालिया सम्मेलनों, बैठकों एवं उनके संबंधित आयोजन स्थलों/संस्थानों का सही मिलान कीजिए: सूची-I (कार्यक्रम): सूची-I: A. 77वाँ राज्य स्तरीय वन महोत्सव 2026 B. नाबार्ड का 45वाँ स्थापना दिवस समारोह C. अंतर माध्यम प्रचार समन्वय समिति की बैठक D. REWARD कार्यक्रम के तहत उपग्रह/ड्रोन सर्वेक्षण कार्यशाला सूची-II: 1. पत्र सूचना कार्यालय (PIB), जयपुर 2. शुष्क वन अनुसंधान संस्थान (AFRI), जोधपुर 3. राष्ट्रीय वर्षा सिंचित क्षेत्र प्राधिकरण (NRAA), जयपुर 4. नाबार्ड क्षेत्रीय कार्यालय, जयपुर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77वें राज्य स्तरीय वन महोत्सव का आयोजन शुष्क वन अनुसंधान संस्थान (AFRI), जोधपुर में 7 जुलाई 2026 को संपन्न हुआ, अतः A का मिलान 2 से है। नाबार्ड के 45वें स्थापना दिवस पर नाबार्ड क्षेत्रीय कार्यालय, जयपुर में 'नाबार्ड इन राजस्थान 2025-26' पुस्तिका का विमोचन किया गया (B-4)। सूचना एवं प्रसारण मंत्रालय के पत्र सूचना कार्यालय (PIB) द्वारा अंतर माध्यम प्रचार समन्वय समिति की बैठक जयपुर में आयोजित की गई (C-1)। राष्ट्रीय वर्षा सिंचित क्षेत्र प्राधिकरण (NRAA) ने विश्व बैंक समर्थित रिवार्ड (REWARD) कार्यक्रम के अंतर्गत ड्रोन व उपग्रह सर्वेक्षण पर कार्यशाला जयपुर में आयोजित की (D-3)। अतः सही 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किसानों को पारदर्शी व सुलभ तरीके से उर्वरक उपलब्धता सुनिश्चित करने हेतु 'फर्टिलाइजर सेल्स एप्लिकेशन सिस्टम' (FSAS) का पायलट प्रोजेक्ट किन जिलों में प्रारंभ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राजसमंद और सिरोही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और बारां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श्रीगंगानगर और हनुमानगढ़</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और 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राजसमंद और सिरोही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और 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श्रीगंगानगर और हनुमानगढ़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और दौसा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कृषि विभाग द्वारा 26 जून, 2026 को कृषि विज्ञान केंद्र, राजसमंद से 'फर्टिलाइजर सेल्स एप्लिकेशन सिस्टम' (FSAS) का राज्यव्यापी पायलट प्रोजेक्ट विधिवत लॉन्च किया गया। इस व्यवस्था को प्रारंभिक चरण में राजसमंद तथा सिरोही जिलों में पायलट आधार पर लागू किया गया है। इस मोबाइल एप्लिकेशन के माध्यम से किसान घर बैठे खाद/उर्वरक की उपलब्धता देखकर बुकिंग कर सकते हैं। इससे कालाबाजारी और कतारों से मुक्ति मिलेगी तथा आधार आधारित पारदर्शी आपूर्ति सुनिश्चित होगी। पायलट की सफलता के बाद इसे पूरे प्रदेश में लागू किया जाएगा। अन्य जिलों के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राज्य सेवा कार्मिकों की पदोन्नति, उपादान (Gratuity) एवं पेंशन नियमों में किए गए हालिया सुधारों के संदर्भ में निम्नलिखित कथनों पर विचार कीजिए: A. कार्मिकों को पदोन्नति हेतु निर्धारित न्यूनतम अनुभव में लगातार तीन वित्तीय वर्षों (2024-25, 2025-26 व 2026-27) के लिए 2 वर्ष की छूट दी गई है। B. अनुभव छूट का लाभ केवल उन्हीं कार्मिकों को मिलेगा जिन्होंने पिछले 3 वर्षों में इस छूट का पूर्व में लाभ नहीं लिया हो। C. केंद्र सरकार के अनुरूप राज्य में भी सेवानिवृत्ति ग्रेच्युटी की अधिकतम सीमा को ₹20 लाख से बढ़ाकर ₹25 लाख कर दिया गया है। D. पेंशनर द्वारा 70 वर्ष की आयु पूर्ण करने पर 10 प्रतिशत अतिरिक्त पेंशन भत्ता तथा कर्मचारी की मृत्यु पर आजीवन दोगुनी पेंशन का प्रावधान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राजस्थान 2047' के सारथी माने जाने वाले राज्य कर्मचारियों के हित में सरकार ने महत्वपूर्ण निर्णय लिए हैं। पदोन्नति में 2 वर्ष की अनुभव छूट वित्तीय वर्ष 2024-25, 2025-26 और 2026-27 हेतु प्रभावी की गई है, बशर्ते कार्मिक ने विगत 3 वर्षों में इसका लाभ न लिया हो। राज्य में उपादान (Gratuity) की अधिकतम सीमा केंद्र के अनुरूप ₹20 लाख से बढ़ाकर ₹25 लाख की गई है। कथन D गलत है क्योंकि 70 वर्ष की आयु पूर्ण करने पर 5% अतिरिक्त पेंशन भत्ता (10% नहीं) तथा कर्मचारी की सेवाकाल में मृत्यु होने पर 10 वर्ष तक बढ़ी हुई पारिवारिक पेंशन देय है। अतः केवल कथन A, B और C सत्य हैं, जिससे विकल्प A सही उत्तर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राजमार्ग प्राधिकरण (NHAI) द्वारा राजस्थान में शुरू की गई 'मल्टी-लेन फ्री फ्लो' (MLFF) टोलिंग प्रणाली के संदर्भ में निम्नलिखित कथनों पर विचार कीजिए: A. NHAI द्वारा राजस्थान की पहली मल्टी-लेन फ्री फ्लो (MLFF) बैरियर-रहित टोलिंग प्रणाली NH-48 के दौलतपुरा टोल प्लाजा पर शुरू की गई। B. इस तकनीक के सफल परीक्षण के बाद NH-48 दिल्ली-जयपुर खंड स्थित मनोहरपुरा टोल प्लाजा पर भी MLFF प्रणाली लागू की गई है। C. MLFF प्रणाली में वाहनों को टोल प्लाजा पर बिना रुके स्वचालित RFID व ANPR कैमरों के जरिए टोल भुगतान की सुविधा मिलती है। D. यह प्रणाली केवल व्यावसायिक भारी वाहनों पर लागू होती है और निजी कारों के लिए मैन्युअल पर्ची अनिवार्य रखी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राजमार्ग प्राधिकरण (NHAI) ने दिल्ली-जयपुर राष्ट्रीय राजमार्ग (NH-48) पर ट्रैफिक जाम मुक्त और निर्बाध यात्रा हेतु अत्याधुनिक मल्टी-लेन फ्री फ्लो (MLFF) टोलिंग तकनीक लागू की है। 19 जून, 2026 को दौलतपुरा टोल प्लाजा पर राजस्थान की पहली MLFF प्रणाली शुरू करने के बाद इसका विस्तार मनोहरपुरा टोल प्लाजा पर भी किया गया। इसमें ऑटोमैटिक नंबर प्लेट रिकॉग्निशन (ANPR) और उच्च-गति फास्टैग रीडर्स लगे हैं, जिससे वाहन सामान्य गति से गुजरते हुए बिना बैरियर रुके टोल चुका देते हैं। यह व्यवस्था निजी व वाणिज्यिक सभी श्रेणी के फास्टैग-युक्त वाहनों पर समान रूप से लागू है, अतः कथन D असत्य है।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पर्यटन, स्थानीय संस्कृति और स्वरोजगार को बढ़ावा देने हेतु संशोधित 'राजस्थान होमस्टे योजना 2026' के संदर्भ में निम्नलिखित कथनों पर विचार कीजिए: A. योजना के तहत नए होमस्टे संचालकों के पंजीकरण तथा पुराने संचालकों के नवीनीकरण की पूरी प्रक्रिया को 100% ऑनलाइन कर दिया गया है। B. इस योजना के अंतर्गत संपूर्ण आवेदन, अनापत्ति प्रमाणन एवं सत्यापन कार्य सिंगल साइन-ऑन (SSO) पोर्टल के माध्यम से निष्पादित किया जा रहा है। C. होमस्टे पंजीकरण के लिए न्यूनतम 50 कमरों का वाणिज्यिक होटल परिसर होना अनिवार्य शर्त रखी गई है। D. यह योजना ग्रामीण एवं शहरी दोनों क्षेत्रों के स्थानीय निवासियों को अपनी आवासीय इकाइयों में पर्यटकों को ठहराने की अनुमति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पर्यटन विभाग ने पर्यटकों को राजस्थान के घरेलू परिवेश, खानपान और अतिथि सत्कार का प्रामाणिक अनुभव कराने हेतु 'राजस्थान होमस्टे योजना 2026' को सरल और डिजिटल बनाया है। अब नए आवेदकों का पंजीकरण और मौजूदा इकाइयों का नवीनीकरण SSO पोर्टल के जरिए पूरी तरह ऑनलाइन व पारदर्शी प्रक्रिया से किया जा रहा है। इसमें शहरी व ग्रामीण दोनों क्षेत्रों के गृहस्वामी अपने आवास के कुछ कमरों (अधिकतम 5-10 कमरे) को पर्यटकों के लिए पंजीकृत करा सकते हैं। कथन C गलत है क्योंकि होमस्टे का मूल उद्देश्य बड़े होटल नहीं बल्कि घरेलू आवासीय परिसर में लघु स्तरीय आतिथ्य प्रदान करना है। अतः विकल्प B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सबसे बड़ी विकेंद्रीकृत अन्न भंडारण योजना' के तहत राजस्थान राज्य की उपलब्धियों और लक्ष्यों के संबंध में निम्नलिखित कथनों पर विचार कीजिए: A. इस महत्वाकांक्षी योजना के अंतर्गत पिछले दो वर्षों में राजस्थान में कुल 200 आधुनिक अनाज गोदाम स्वीकृत किए गए हैं। B. स्वीकृत गोदामों में से 120 गोदामों का निर्माण कार्य सफलतापूर्वक पूर्ण कर लिया गया है। C. वित्तीय वर्ष 2026-27 के दौरान प्रदेश में प्राथमिक कृषि ऋण समितियों (PACS) के स्तर पर 50 नए गोदामों का निर्माण प्रस्तावित है। D. इस योजना के पूर्ण क्रियान्वयन से राजस्थान की अनाज भंडारण क्षमता में कुल 1.25 लाख मीट्रिक टन की अतिरिक्त वृद्धि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सहकारिता मंत्रालय की 'विश्व की सबसे बड़ी अन्न भंडारण योजना' के अंतर्गत राजस्थान ने पैक्स (PACS) स्तर पर विकेंद्रीकृत गोदाम निर्माण में उल्लेखनीय प्रगति की है। पिछले 2 वर्षों में राज्य में 200 गोदाम स्वीकृत हुए, जिनमें से 120 का निर्माण पूरा हो चुका है और 2026-27 में 50 नए गोदाम बनाए जा रहे हैं। इन पैक्स-स्तरीय गोदामों से स्थानीय किसानों को अपनी फसल का भंडारण खेत के समीप करने की सुविधा मिलेगी, जिससे संकटकालीन बिक्री (Distress Sale) रुकेगी। इससे प्रदेश में कुल भंडारण क्षमता में 1,25,000 मीट्रिक टन की ठोस वृद्धि दर्ज की जाएगी। अतः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सहकारिता आंदोलन के डिजिटलीकरण एवं प्राथमिक कृषि साख समितियों (PACS) के पुनर्गठन के संदर्भ में निम्नलिखित कथनों पर विचार कीजिए: A. प्रथम चरण में चिह्नित 6,781 पैक्स में से 5,646 समितियों को 'ई-पैक्स' (E-PACS) में परिवर्तित कर लगभग 83% लक्ष्य प्राप्त किया जा चुका है। B. राजस्थान के ई-पैक्स के माध्यम से 10 करोड़ से अधिक ऑनलाइन लेन-देन संपन्न हुए हैं, जो देश के कुल ट्रांजेक्शन का लगभग एक-तिहाई है। C. हर पंचायत में बहुउद्देश्यीय सहकारी समिति गठन के तहत राज्य में अब तक 5,279 नई समितियां गठित की जा चुकी हैं। D. राज्य में 1,977 एम-पैक्स (M-PACS) का गठन कर राजस्थान पूरे देश में प्रथम स्थान पर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 सहकारिता के कंप्यूटरीकरण और ई-गवर्नेंस में पूरे देश में शीर्ष स्थान हासिल किया है। प्रदेश में पहले चरण के 6,781 पैक्स में से 5,646 को ई-पैक्स में बदलकर लगभग 83.2% डिजिटलीकरण पूर्ण किया गया। इन ई-पैक्स के जरिए 10 करोड़ से अधिक डिजिटल ट्रांजेक्शन दर्ज हुए, जो पूरे भारत के कुल पैक्स लेन-देन का एक-तिहाई से अधिक है। इसके अलावा राज्य ने ग्राम पंचायत स्तर पर 5,279 नई बहुउद्देश्यीय समितियों बनाई हैं तथा 1,977 एम-पैक्स (Multi-purpose PACS) गठित करके राष्ट्रीय स्तर पर पहला स्थान अर्जित किया है। अतः सभी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हाल ही में लोकार्पित/शिलान्यास की गई विकास पहलों तथा संबंधित स्थलों का सही मिलान कीजिए: सूची-I (स्थल): सूची-I: A. गोवतमपुर आंगनबाड़ी केंद्र (जयपुर) B. बिरधवाल रेलवे स्टेशन (बीकानेर मंडल) C. आबूरोड (सिरोही) D. केकड़ी जिला मुख्यालय सूची-II: 1. भगवान बुद्ध की भव्य प्रतिमा का अनावरण 2. ₹880 करोड़ के बहुआयामी विकास कार्यों का लोकार्पण 3. राज्य के पहले अनूठे 'खिलौना बैंक' का शुभारंभ 4. PM गतिशक्ति के तहत ₹150 करोड़ का अत्याधुनिक कार्गो टर्मिनल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गोवतमपुर आंगनबाड़ी केंद्र में शासन सचिव पूनम द्वारा बच्चों में सीखने की रुचि बढ़ाने हेतु राज्य के अनूठे 'खिलौना बैंक' का शुभारंभ किया गया, अतः A-3। बीकानेर मंडल के बिरधवाल स्टेशन पर पीएम गतिशक्ति योजना के अंतर्गत ₹150 करोड़ की लागत से अत्याधुनिक सीमेंट कार्गो टर्मिनल एवं 27 किमी रेल नेटवर्क का विकास स्वीकृत हुआ (B-4)। केंद्रीय राज्य मंत्री रामदास अठावले द्वारा आबूरोड (सिरोही) में तथागत बुद्ध की प्रतिमा का अनावरण किया गया (C-1)। मुख्यमंत्री भजनलाल शर्मा द्वारा नवगठित केकड़ी जिले में लगभग ₹880 करोड़ के बुनियादी विकास कार्यों का लोकार्पण-शिलान्यास किया गया (D-2)। अतः सही कूट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एवं अंतरराष्ट्रीय खेल प्रतियोगिताओं में राजस्थान के खिलाड़ियों की हालिया उपलब्धियों के संदर्भ में निम्नलिखित कथनों पर विचार कीजिए: A. बाड़मेर के गंगासरा निवासी प्रवीण सिंह धांधू ने पुणे में आयोजित अंडर-23 राष्ट्रीय रोइंग चैंपियनशिप में स्वर्ण पदक जीता। B. प्रवीण सिंह धांधू का चयन दिसंबर 2026 में होने वाली एशियन रोइंग चैंपियनशिप के लिए भारतीय टीम में हुआ है। C. जयपुर की ट्विशा शारदा ने देहरादून में आयोजित 21वीं राष्ट्रीय आइस स्केटिंग चैंपियनशिप में रजत पदक प्राप्त किया। D. नीलेश कुमार ने भूटान में आयोजित साउथ एशियन बॉडी बिल्डिंग चैम्पियनशिप (170 सेमी वर्ग) में कांस्य पदक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एथलीटों ने विविध राष्ट्रीय व अंतरराष्ट्रीय स्पर्धाओं में राज्य का परचम लहराया है। बाड़मेर के युवा नाविक प्रवीण सिंह धांधू ने पुणे में अंडर-23 नेशनल रोइंग में स्वर्ण पदक जीतकर अंतरराष्ट्रीय एशियन रोइंग चैंपियनशिप के लिए टिकट पक्का किया। शीतकालीन खेलों में जयपुर की प्रतिभावान आइस स्केटर ट्विशा शारदा ने 21वीं राष्ट्रीय आइस स्केटिंग में रजत पदक अपने नाम किया। वहीं अंतरराष्ट्रीय बॉडीबिल्डिंग मंच पर नीलेश कुमार ने भूटान में आयोजित साउथ एशियन बॉडी बिल्डिंग चैंपियनशिप के मेंस स्पोर्ट्स फिजिक वर्ग में भारत के लिए कांस्य पदक अर्जित किया।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रायपुर (छत्तीसगढ़) में आयोजित 'ईस्टर्न स्लैम स्क्वैश चैंपियनशिप' में राजस्थान के खिलाड़ियों के प्रदर्शन के संदर्भ में निम्नलिखित कथनों पर विचार कीजिए: A. इस राष्ट्रीय चैंपियनशिप में राजस्थान के स्क्वैश खिलाड़ियों ने कुल 6 पदक (1 स्वर्ण, 3 रजत और 2 कांस्य) जीते। B. धैर्य गोगिया ने बॉयज अंडर-13 वर्ग में शानदार प्रदर्शन करते हुए स्वर्ण पदक हासिल किया। C. सुभाष चौधरी (बॉयज U-19), गौरवी अजमेरा (गर्ल्स U-1 A. ने रजत पदक जीते। D. राजस्थान के कुल पदकों में रजत पदकों की संख्या C. के बराबर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रायपुर (छत्तीसगढ़) में संपन्न हुई प्रतिष्ठित ईस्टर्न स्लैम राष्ट्रीय स्क्वैश चैंपियनशिप में राजस्थान के युवा खिलाड़ियों ने दबदबा बनाते हुए कुल 6 पदक जीते। इनमें धैर्य गोगिया ने बॉयज अंडर-13 वर्ग में स्वर्ण पदक जीतकर राज्य को गौरवान्वित किया। इसके अतिरिक्त तीन रजत पदक सुभाष चौधरी (बॉयज U-19), गौरवी अजमेरा (गर्ल्स U-11) तथा युवान वर्मा (बॉयज U-11) ने जीते। दिव्यांशी जैन (गर्ल्स U-15) और फरीद अन्द्रावी (बॉयज U-16) ने कांस्य पदक प्राप्त किए। इस प्रकार 3 रजत पदक, 1 स्वर्ण और 2 कांस्य के योग के ठीक बराबर रहे।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में आयोजित '24वीं राजस्थान स्टेट शूटिंग चैम्पियनशिप 2026' के संदर्भ में निम्नलिखित कथनों पर विचार कीजिए: A. जयपुर की केसर पारीक ने 10 मीटर स्टैंडिंग एयर राइफल तथा 50 मीटर प्रोन राइफल दोनों स्पर्धाओं में स्वर्ण पदक जीते। B. केसर पारीक ने 10 मीटर प्रोन एयर राइफल स्पर्धा में रजत पदक जीतकर कुल तीन पदक अपने नाम किए। C. अंजलि प्रजापत ने 50 मीटर राइफल प्रोन (जूनियर वर्ग) में स्वर्ण तथा सीनियर महिला वर्ग में कांस्य पदक जीता। D. अंजलि प्रजापत ने 50 मीटर राइफल 3 पोजीशन स्पर्धा में भी कांस्य पदक हासिल कर कुल 3 पदक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24वीं राजस्थान स्टेट शूटिंग चैंपियनशिप का आयोजन जगतपुरा शूटिंग रेंज, जयपुर में संपन्न हुआ, जिसमें महिला निशानेबाजों ने उत्कृष्ट प्रदर्शन किया। जयपुर की केसर पारीक ने कुल तीन पदक (दो स्वर्ण और एक रजत) जीते, जिसमें 10 मीटर स्टैंडिंग और 50 मीटर प्रोन में स्वर्ण तथा 10 मीटर प्रोन में रजत पदक शामिल है। वहीं अंजलि प्रजापत ने 50 मीटर प्रोन जूनियर वर्ग में स्वर्ण, 50 मीटर प्रोन सीनियर वर्ग में कांस्य तथा 50 मीटर 3 पोजीशन जूनियर में कांस्य पदक जीतकर कुल तीन पदक हासिल किए। अतः प्रतियोगिता से संबंधित सभी चारों विवरण (A, B, C और D)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चीन के हुबेई में आयोजित 'SCO अंतरराष्ट्रीय वूशू चैम्पियनशिप' में रजत पदक जीतने वाली राजस्थान की पहली वूशू खिलाड़ी कौन हैं, जिनका चयन एशियाई खेल 2026 हेतु भी हुआ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दिव्यांशी (कोटा)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अपूर्वी चंदेला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 बाला (चूरू)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अवनी लेखरा (जयपुर)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दिव्यांशी (कोटा)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अपूर्वी चंदेला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मंजू बाला (चूरू)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अवनी लेखरा (जयपुर)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कोटा जिले की उभरती हुई वूशू मार्शल आर्ट्स खिलाड़ी दिव्यांशी ने चीन के हुबेई प्रांत में आयोजित शंघाई सहयोग संगठन (SCO) अंतरराष्ट्रीय वूशू चैंपियनशिप में उत्कृष्ट प्रदर्शन करते हुए भारत के लिए रजत पदक जीता। वे आगामी एशियाई खेल 2026 में भारत का प्रतिनिधित्व करने वाली राजस्थान की पहली महिला वूशू खिलाड़ी बन गई हैं। अन्य विकल्पों में अपूर्वी चंदेला निशानेबाजी, मंजू बाला हैमर थ्रो और अवनी लेखरा पैरा-शूटिंग से संबंधित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रोहतक (हरियाणा) में आयोजित 'अंडर-23 नेशनल रेसलिंग चैम्पियनशिप' में राजस्थान महिला टीम के प्रदर्शन के संबंध में निम्नलिखित युग्मों पर विचार कीजिए: A. अश्विनी विश्नोई (68 किग्रा भार वर्ग) - स्वर्ण पदक B. कोमल वर्मा (50 किग्रा भार वर्ग) - रजत पदक C. निशा सैनी (57 किग्रा भार वर्ग) - कांस्य पदक D. माया माली (72 किग्रा भार वर्ग) - कांस्य पदक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रोहतक (हरियाणा) में आयोजित अंडर-23 राष्ट्रीय कुश्ती चैंपियनशिप में राजस्थान की महिला पहलवानों ने इतिहास रचते हुए पहली बार राष्ट्रीय स्तर पर टीम रैंकिंग में तीसरा स्थान हासिल किया। इस प्रतियोगिता में राजस्थान ने कुल 4 पदक जीते। अश्विनी विश्नोई ने 68 किग्रा भार वर्ग में स्वर्ण पदक जीतकर राज्य को गौरवान्वित किया। कोमल वर्मा ने 50 किग्रा में रजत पदक, निशा सैनी ने 57 किग्रा में कांस्य पदक तथा माया माली ने 72 किग्रा में कांस्य पदक प्राप्त किया। अतः चारों युग्म A, B, C एवं D पूरी तरह सही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विकास प्राधिकरण (JDA) द्वारा ₹5.36 करोड़ की लागत से शुरू की गई 'प्रवेश मार्ग विकास परियोजना' के तहत प्रस्तावित वेलकम गेट्स एवं उनकी थीम का सही मिलान कीजिए: सूची-I (प्रवेश द्वार/मार्ग): सूची-I: A. दिल्ली द्वार (कुंडा मोड़ से आमेर मार्ग) B. घाट की गुणी टोल प्लाजा मार्ग C. गंगा मार्ग (न्यू जयपुर के सामने) D. अजमेर रोड प्रवेश मार्ग सूची-II: 1. पारंपरिक लहरिया डिज़ाइन 2. कलात्मक आकृतियों सहित 'पधारो म्हारे देश' की भावना 3. राजस्थानी संस्कृति की 'खम्मा घणी' भावना 4. हेरिटेज स्थापत्य कला एवं छतरियां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विकास प्राधिकरण (JDA) द्वारा जयपुर शहर के प्रमुख प्रवेश मार्गों को 'बेस्ट ऑफ आर्ट' थीम पर विकसित किया जा रहा है। इसके तहत कुंडा मोड़ से आमेर जाने वाले दिल्ली द्वार पर राजस्थानी अभिवादन की 'खम्मा घणी' थीम बनाई जा रही है (A-3)। घाट की गुणी टोल प्लाजा पर प्रसिद्ध 'लहरिया डिज़ाइन' का वेलकम गेट बनाया जा रहा है (B-1)। न्यू जयपुर के सामने गंगा मार्ग पर महिला-पुरुष की आकृतियों के माध्यम से 'पधारो म्हारे देश' का आतिथ्य स्वरूप दर्शाया गया है (C-2)। अजमेर रोड पर पारंपरिक हेरिटेज छतरियों का स्थापत्य शामिल है (D-4)। अतः सही कूट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भाषा एवं समकालीन साहित्य के क्षेत्र में हालिया कृतियों के संदर्भ में निम्नलिखित कथनों पर विचार कीजिए: A. 'चोटी रै गांठ' राजस्थानी भाषा का पहला ऐसा उपन्यास है जो महान कूटनीतिज्ञ आचार्य चाणक्य के जीवन पर आधारित है। B. 'चोटी रै गांठ' उपन्यास के रचयिता सत्यदीप हैं, जिसका लोकार्पण मरुभूमि शोध संस्थान, श्रीडूंगरगढ़ (बीकानेर) द्वारा किया गया। C. 'सारंगी' नामक राजस्थानी कहानी-संग्रह के लेखक राजेन्द्र जोशी हैं, जिसे पोकरमल राजरानी गोयल चैरिटेबल ट्रस्ट द्वारा लोकार्पित किया गया। D. इन दोनों कृतियों को केंद्रीय साहित्य अकादमी द्वारा वर्ष 2026 का मुख्य राजस्थानी भाषा पुरस्कार प्रदान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भाषा के प्रसिद्ध लेखक सत्यदीप द्वारा रचित उपन्यास 'चोटी रै गांठ' आचार्य चाणक्य के संपूर्ण जीवन दर्शन, संघर्ष और राजनीतिक सिद्धांतों पर लिखा गया राजस्थानी भाषा का पहला ऐतिहासिक उपन्यास है। इसका भव्य विमोचन मरुभूमि शोध संस्थान, श्रीडूंगरगढ़ (बीकानेर) द्वारा आयोजित समारोह में किया गया। इसी प्रकार बीकानेर में साहित्यकार राजेन्द्र जोशी के राजस्थानी कहानी-संग्रह 'सारंगी' का विमोचन पोकरमल राजरानी गोयल चैरिटेबल ट्रस्ट द्वारा किया गया। कथन D असत्य है क्योंकि यह इन कृतियों का वर्तमान विमोचन संदर्भ है, मुख्य साहित्य अकादमी पुरस्कार अलग प्रक्रिया से दिए जाते हैं। अतः केवल कथन A, B और C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4 जुलाई को प्रधानमंत्री द्वारा राजस्थान में ₹1.05 लाख करोड़ से अधिक की विकास परियोजनाओं के लोकार्पण/शिलान्यास के संदर्भ में निम्नलिखित कथनों पर विचार कीजिए: A. बालोतरा (पचपदरा) में देश की पहली ग्रीनफील्ड पेट्रोलियम रिफाइनरी-सह-पेट्रोकेमिकल कॉम्प्लेक्स का उद्घाटन किया गया। B. इस रिफाइनरी का नेल्सन कॉम्प्लेक्स इंडेक्स (NCI) 17.0 है, जो इसे प्रौद्योगिकी दक्षता में विश्व की शीर्ष 25% रिफाइनरियों में स्थान दिलाता है। C. जयपुर मेट्रो रेल परियोजना फेज-2 (41 किमी उत्तर-दक्षिण कॉरिडोर, प्रह्लादपुरा से टोंडी मोड़) की कुल लागत ₹13,037 करोड़ है। D. जयपुर मेट्रो फेज-2 केंद्र सरकार और राजस्थान सरकार की 50:50 संयुक्त इक्विटी भागीदारी के साथ क्रियान्वित की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 जुलाई को प्रधानमंत्री नरेंद्र मोदी ने राजस्थान को ₹1.05 लाख करोड़ से अधिक की ऐतिहासिक विकास सौगातें दीं। बालोतरा के पचपदरा में अत्याधुनिक रिफाइनरी-सह-पेट्रोकेमिकल कॉम्प्लेक्स राष्ट्र को समर्पित किया गया, जिसका नेल्सन कॉम्प्लेक्स इंडेक्स 17.0 है और पेट्रोकेमिकल यील्ड 26% से अधिक है। इसके साथ ही जयपुर मेट्रो फेज-2 का वर्चुअल शिलान्यास हुआ, जो प्रह्लादपुरा से टोंडी मोड़ तक 41 किमी लंबा कॉरिडोर होगा। इसकी लागत ₹13,037 करोड़ है और यह भारत सरकार (50%) तथा राजस्थान सरकार (50%) के 50:50 संयुक्त उपक्रम के रूप में निर्मित किया जा रहा है।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भारत-यूके व्यापक आर्थिक व्यापार समझौते (CETA) के अंतर्गत जयपुर से ब्रिटेन (UK) को प्रथम आभूषण निर्यात खेप के संदर्भ में निम्नलिखित कथनों पर विचार कीजिए: A. यह प्रथम निर्यात खेप सांगानेर अंतरराष्ट्रीय हवाई अड्डा (जयपुर) स्थित एयर कार्गो कॉम्प्लेक्स से विधिवत रवाना की गई। B. इस समारोह का आयोजन रत्न एवं आभूषण निर्यात संवर्धन परिषद (GJEPC) द्वारा संयुक्त महानिदेशक विदेश व्यापार (Joint DGFT) के सहयोग से हुआ। C. GJEPC भारत सरकार के वाणिज्य एवं उद्योग मंत्रालय द्वारा 1966 में स्थापित संस्था है जिसका मुख्यालय मुंबई में स्थित है। D. यह आयोजन दिल्ली, मुंबई, सूरत, चेन्नई और कोलकाता के साथ देशव्यापी राष्ट्रव्यापी निर्यात पहल का एक अभिन्न हिस्सा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भारत-यूके कॉम्प्रिहेंसिव इकोनॉमिक ट्रेड एग्रीमेंट (CETA) के अंतर्गत जयपुर से यूनाइटेड किंगडम के लिए पहली ऐतिहासिक आभूषण निर्यात खेप सांगानेर एयरपोर्ट स्थित एयर कार्गो कॉम्प्लेक्स से रवाना की गई। इसका आयोजन GJEPC तथा संयुक्त महानिदेशक विदेश व्यापार (Joint DGFT) कार्यालय जयपुर द्वारा संयुक्त रूप से किया गया। यह समारोह देशभर के प्रमुख जेम्स एंड ज्वेलरी केंद्रों (मुंबई, सूरत, कोलकाता, चेन्नई) में आयोजित राष्ट्रव्यापी उत्सव का हिस्सा था। GJEPC की स्थापना 1966 में हुई थी और इसका केंद्रीय मुख्यालय मुंबई में है। अतः सभी चारों कथन (A, B, C और D)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शास्त्रीय एवं लोक संगीत परंपरा में हाल ही में चर्चा में रहे दुर्लभ वाद्ययंत्र 'नलतरंग' (Naltarang) की मुख्य ऐतिहासिक एवं भौतिक विशेषता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मैहर (मध्यप्रदेश) की 108 वर्ष पुरानी संगीत परंपरा का वाद्ययंत्र है, जिसे पुरानी बंदूक की नलियों से निर्मित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जैसलमेर का लोक वाद्ययंत्र है, जो केवल रेगिस्तानी शीशम की लकड़ी और तांबे के तारों से बनता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बनारस घराने का एक सुषिर वाद्य है, जिसे 24 अलग-अलग आकार के धातु के शंखों से बजाया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केरल के मंदिरों में प्रयुक्त होने वाला ताल वाद्य है, जो पूरी तरह जल से भरे चीनी मिट्टी के बर्तनों से ध्वनि निकालता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मैहर (मध्यप्रदेश) की 108 वर्ष पुरानी संगीत परंपरा का वाद्ययंत्र है, जिसे पुरानी बंदूक की नलियों से निर्मित किया गया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जैसलमेर का लोक वाद्ययंत्र है, जो केवल रेगिस्तानी शीशम की लकड़ी और तांबे के तारों से बनता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बनारस घराने का एक सुषिर वाद्य है, जिसे 24 अलग-अलग आकार के धातु के शंखों से बजाया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केरल के मंदिरों में प्रयुक्त होने वाला ताल वाद्य है, जो पूरी तरह जल से भरे चीनी मिट्टी के बर्तनों से ध्वनि निकालता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नलतरंग मैहर (मध्य प्रदेश) की 108 वर्ष पुरानी मैहर वाद्यवृंद संगीत परंपरा का एक अत्यंत दुर्लभ और अनूठा वाद्ययंत्र है, जिसकी स्थापना उस्ताद अलाउद्दीन खां साहब ने की थी। इस वाद्ययंत्र की सबसे अनूठी भौतिक विशेषता यह है कि इसे पुरानी और बेकार हो चुकी बंदूक की लोहे की नलियों (Gun Barrels) को विभिन्न लंबाइयों में काटकर ट्यून करके बनाया गया है। जब इन नलियों पर छोटी हथौड़ियों से प्रहार किया जाता है, तो अत्यंत सुरीली और स्पष्ट स्वर लहरियां उत्पन्न होती हैं। अन्य राज्यों या सामग्रियों से संबंधित विकल्प ऐतिहासिक व तकनीकी रूप से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पर्यावरण, वन और जलवायु परिवर्तन मंत्रालय द्वारा 'जैविक विविधता अधिनियम, 2002' के तहत भारत के 21वें 'निर्दिष्ट भंडार' (Designated Repository) के रूप में किसे अधिसूचित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प्राकृतिक इतिहास संग्रहालय, मिजोरम विश्वविद्यालय (आइजोल)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प्राकृतिक इतिहास संग्रहालय (नई दिल्ली)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बॉटनिकल सर्वे ऑफ इंडिया संग्रहालय (कोलकाता)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शुष्क वन अनुसंधान संस्थान संग्रहालय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प्राकृतिक इतिहास संग्रहालय, मिजोरम विश्वविद्यालय (आइजोल)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प्राकृतिक इतिहास संग्रहालय (नई दिल्ली)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बॉटनिकल सर्वे ऑफ इंडिया संग्रहालय (कोलकाता)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शुष्क वन अनुसंधान संस्थान संग्रहालय (जोधपुर)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पर्यावरण, वन और जलवायु परिवर्तन मंत्रालय ने जैविक विविधता अधिनियम, 2002 की धारा 39 के अंतर्गत प्रदत्त शक्तियों का प्रयोग करते हुए मिजोरम विश्वविद्यालय, आइजोल में स्थित 'प्राकृतिक इतिहास संग्रहालय' (Natural History Museum) को भारत के 21वें निर्दिष्ट भंडार (Designated Repository) के रूप में अधिसूचित किया है। इसके तहत पूर्वोत्तर भारत की समृद्ध और दुर्लभ जैव-प्रजातियों, पादपों एवं जीवों के नमूनों को वैज्ञानिक अध्ययन, वर्गीकरण और सुरक्षित संरक्षण हेतु यहाँ आधिकारिक रूप से जमा और संरक्षित किया जाएगा। अन्य संग्रहालयों के विकल्प इस अधिसूचना के संदर्भ में सही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भारतीय आयुर्विज्ञान अनुसंधान परिषद (ICMR) के 'उच्च हिमालयी चिकित्सा एवं जन स्वास्थ्य अनुसंधान केंद्र' का शिलान्यास किस स्थान पर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केलांग, लाहौल एवं स्पीति (हिमाचल प्रदेश)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लेह (लद्दाख)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उत्तरकाशी (उत्तराखंड)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तवांग (अरुणाचल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केलांग, लाहौल एवं स्पीति (हिमाचल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लेह (लद्दाख)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उत्तरकाशी (उत्तराखंड)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तवांग (अरुणाचल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स्वास्थ्य एवं परिवार कल्याण मंत्री जे.पी. नड्डा द्वारा हिमाचल प्रदेश के सुदूर और जनजातीय जिले लाहौल एवं स्पीति के केलांग में ICMR के 'उच्च हिमालयी चिकित्सा एवं जन स्वास्थ्य अनुसंधान केंद्र' की आधारशिला रखी गई। यह केंद्र अत्यधिक ऊंचाई वाले क्षेत्रों (High Altitude), न्यून ऑक्सीजन, अत्यधिक ठंड और दुर्गम परिस्थितियों में रहने वाली आबादी तथा सुरक्षा बलों में होने वाली स्वास्थ्य समस्याओं, हाइपोक्सिया, उच्च-तुंगता फुफ्फुसीय शोथ (HAPE) और पारंपरिक औषधीय ज्ञान पर उन्नत वैज्ञानिक अनुसंधान को समर्पित होगा। अन्य पर्वतीय स्थलों के विकल्प इस शिलान्यास संदर्भ में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कृषि एवं किसान कल्याण मंत्रालय द्वारा शुरू किए गए 'प्रगति प्रोजेक्ट' (PRAGATI Project) के संदर्भ में निम्नलिखित कथनों पर विचार कीजिए: A. यह भारत में निजी क्षेत्र के नेतृत्व में संचालित होने वाला सबसे बड़ा कृषि-उद्यमिता और सतत फसल विकास कार्यक्रम है। B. इसका मुख्य लक्ष्य किसानों की आय में न्यूनतम 30% वृद्धि करना तथा धान, मक्का व आलू की उपज में 15-20% का सुधार करना है। C. यह परियोजना 8 प्रमुख कृषि राज्यों (मध्य प्रदेश, उत्तर प्रदेश, बिहार, महाराष्ट्र, राजस्थान, पश्चिम बंगाल, असम और झारखंड) में लागू की जा रही है। D. इस पहल के तहत 50,000 नए कृषि-उद्यमियों का राष्ट्रव्यापी इकोसिस्टम तैयार कर जलवायु-स्मार्ट कृषि को बढ़ावा दिया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एवं किसान कल्याण मंत्रालय ने जलवायु परिवर्तन की चुनौतियों के बीच किसानों की आय बढ़ाने हेतु 'प्रगति (PRAGATI) प्रोजेक्ट' की शुरुआत नई दिल्ली से की है। यह निजी क्षेत्र के नेतृत्व वाला भारत का सबसे बड़ा कृषि-उद्यमिता कार्यक्रम है, जो 8 राज्यों (राजस्थान, एमपी, यूपी, बिहार, महाराष्ट्र, पश्चिम बंगाल, असम, झारखंड) में लागू होगा। इसका स्पष्ट लक्ष्य किसानों की आय में न्यूनतम 30% वृद्धि तथा धान, मक्का और आलू जैसी मुख्य फसलों की पैदावार में 15-20% की बढ़ोतरी करना है। इसके साथ ही 50,000 स्थानीय कृषि-उद्यमियों को आधुनिक तकनीक, बीज व विपणन से जोड़कर टिकाऊ तंत्र बनाया जाएगा।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29 जून को अपना 16वां स्थापना दिवस मनाने वाले सीमा सड़क संगठन (BRO) के 'प्रोजेक्ट ब्रह्मांक' (Project Brahmank) का मुख्य कार्यक्षेत्र भारत के किस सामरिक क्षेत्र में केंद्रित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अरुणाचल प्रदेश और असम के सीमावर्ती जिले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लद्दाख और जम्मू-कश्मीर की नियंत्रण रेखा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उत्तराखंड और हिमाचल प्रदेश के भारत-चीन सीमावर्ती क्षेत्र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सिक्किम और उत्तरी बंगाल का सिलीगुड़ी कॉरिडोर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अरुणाचल प्रदेश और असम के सीमावर्ती जिले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लद्दाख और जम्मू-कश्मीर की नियंत्रण रेखा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उत्तराखंड और हिमाचल प्रदेश के भारत-चीन सीमावर्ती क्षेत्र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सिक्किम और उत्तरी बंगाल का सिलीगुड़ी कॉरिडोर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 सड़क संगठन (BRO) के सामरिक 'प्रोजेक्ट ब्रह्मांक' ने 29 जून, 2026 को अरुणाचल प्रदेश के पासीघाट/राणाघाट में अपना 16वां स्थापना दिवस मनाया। प्रोजेक्ट ब्रह्मांक का प्राथमिक कार्यक्षेत्र पूर्वोत्तर भारत में अरुणाचल प्रदेश और ऊपरी असम के अत्यंत दुर्गम, पहाड़ी और नदीय सीमावर्ती जिलों में रणनीतिक सड़कों, रणनीतिक पुलों और हर मौसम में खुली रहने वाली सुरंगों का निर्माण एवं संधारण करना है। यह परियोजना वास्तविक नियंत्रण रेखा (LAC) पर भारतीय सेना की त्वरित आवाजाही और स्थानीय जनजातीय क्षेत्रों के विकास हेतु जीवन रेखा मानी जाती है। लद्दाख या उत्तराखंड से संबंधित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वैश्विक वस्त्र महाकुंभ 'भारत टेक्स 2026' (Bharat Tex 2026) में राज्यों की आधिकारिक सहभागिता के संदर्भ में निम्नलिखित कथनों पर विचार कीजिए: A. इस आयोजन में कुल 8 राज्यों को आधिकारिक 'प्रायोजक राज्य' (Partner/Sponsor States) के रूप में नामित किया गया है। B. प्रायोजक राज्यों में मध्य प्रदेश, बिहार, उत्तर प्रदेश, पंजाब, महाराष्ट्र, गुजरात, कर्नाटक और तमिलनाडु शामिल हैं। C. राजस्थान को असम, ओडिशा, छत्तीसगढ़, झारखंड और पश्चिम बंगाल के साथ 'प्रदर्शक राज्य' (Exhibitor State) श्रेणी में शामिल किया गया है। D. इस आयोजन का मुख्य उद्देश्य भारत को वैश्विक स्तर पर 5F (Farm to Fibre to Factory to Fashion to Foreign) विजन के साथ स्थापित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टेक्स 2026 वैश्विक वस्त्र उद्योग का सबसे बड़ा एकीकृत प्रदर्शनी मंच है जो भारत सरकार के 5F (फार्म से फाइबर, फाइबर से फैक्ट्री, फैक्ट्री से फैशन, फैशन से फॉरेन) दृष्टिकोण पर आधारित है। इस आयोजन में 8 राज्यों (मध्य प्रदेश, बिहार, यूपी, पंजाब, महाराष्ट्र, गुजरात, कर्नाटक और तमिलनाडु) ने प्रायोजक राज्य के रूप में भाग लिया। वहीं 9 राज्यों (आंध्र प्रदेश, असम, छत्तीसगढ़, झारखंड, जम्मू-कश्मीर, ओडिशा, मणिपुर, राजस्थान और पश्चिम बंगाल) ने प्रदर्शक राज्य के रूप में अपने पारंपरिक वस्त्रों व निवेश संभावनाओं का प्रदर्शन किया। अतः सभी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जैव विविधता प्राधिकरण (NBA) द्वारा 'जैविक विविधता अधिनियम, 2002 की धारा 38' के अंतर्गत संकटग्रस्त प्रजातियों की वैज्ञानिक पहचान हेतु जारी मानक संचालन प्रक्रिया (SOP) के संदर्भ में निम्नलिखित कथनों पर विचार कीजिए: A. धारा 38 केंद्र सरकार को संबंधित राज्य सरकार से परामर्श कर विलुप्त होने की कगार पर खड़ी किसी प्रजाति को 'संकटग्रस्त प्रजाति' अधिसूचित करने की शक्ति देती है। B. यह SOP राज्य जैव विविधता बोर्डों (SBBs) और केंद्र शासित प्रदेश जैव विविधता परिषदों को संकटग्रस्त प्रजातियों की वैज्ञानिक पहचान में सहायता हेतु तैयार की गई है। C. इसके तहत अधिसूचित प्रजातियों के किसी भी व्यावसायिक दोहन, संग्रह या विनाश पर पूर्ण वैधानिक प्रतिबंध लगाया जा सकता है। D. इस SOP के तहत प्रजातियों को संकटग्रस्त घोषित करने का अंतिम और अनन्य अधिकार केवल निजी गैर-सरकारी संगठनों (NGOs) को सौंपा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जैव विविधता प्राधिकरण (NBA) ने जैविक विविधता अधिनियम, 2002 की धारा 38 के प्रभावी क्रियान्वयन हेतु एक व्यापक SOP जारी की है। धारा 38 के तहत केंद्र सरकार संबंधित राज्य सरकारों के परामर्श से ऐसी वन्यजीव या पादप प्रजातियों को संकटग्रस्त अधिसूचित करती है जो विलुप्ति के खतरे में हैं। यह SOP राज्य जैव विविधता बोर्डों को वैज्ञानिक डेटा, पर्यावास विश्लेषण और आईयूसीएन मानदंडों के अनुरूप मूल्यांकन करने का कानूनी ढांचा देती है, ताकि उनका संरक्षण सुनिश्चित हो सके और अवैध व्यापार रुक सके। कथन D पूर्णतः असत्य है क्योंकि अधिसूचना की कानूनी शक्ति केंद्र व राज्य सरकारों के पास है, किसी एनजीओ के पास नहीं। अतः विकल्प B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राजधानी क्षेत्र (NCR) में वायु प्रदूषण नियंत्रण हेतु शुरू की गई 'परिवर्तन' (PARIVARTAN) योजना के संदर्भ में निम्नलिखित कथनों पर विचार कीजिए: A. इस योजना का पूरा नाम 'वाहन परिसंपत्तियों का त्वरित नवीनीकरण एवं प्रोत्साहन कार्यक्रम' (PARIVARTAN) है। B. योजना का कुल बजटीय परिव्यय ₹9,585 करोड़ है, जिसमें ₹5,041 करोड़ की बजटीय सहायता केंद्र सरकार द्वारा प्रदान की जाएगी। C. इसका मुख्य उद्देश्य NCR में चल रहे पुराने व प्रदूषणकारी वाणिज्यिक ट्रकों एवं बसों को स्वच्छ BS-VI अथवा इलेक्ट्रिक वाहनों से बदलना है। D. इस योजना के दिशा-निर्देशों को आवासन एवं शहरी कार्य मंत्रालय द्वारा अनुमोदित किया गया है तथा वित्तीय सहायता NCRPB के माध्यम से दी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मंत्रिमंडल ने 3 जून, 2026 को राष्ट्रीय राजधानी क्षेत्र में प्रदूषण की रोकथाम के लिए 'परिवर्तन' योजना को मंजूरी दी। इसका उद्देश्य दिल्ली-एनसीआर में संचालित पुराने, अत्यधिक धुआं उगलने वाले वाणिज्यिक ट्रकों व बसों को चरणबद्ध रूप से हटाकर BS-VI मानकों वाले सीएनजी या इलेक्ट्रिक वाहनों से प्रतिस्थापित करना है। इस योजना का कुल बजट ₹9,585 करोड़ है जिसमें ₹5,041 करोड़ केंद्रीय अंशदान है। इसका क्रियान्वयन सड़क परिवहन एवं राजमार्ग मंत्रालय द्वारा आवासन एवं शहरी कार्य मंत्रालय के अनुमोदित दिशा-निर्देशों और राष्ट्रीय राजधानी क्षेत्र योजना बोर्ड (NCRPB) के वित्तीय सहयोग से किया जा रहा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पूसा परिसर, नई दिल्ली में आयोजित 'राष्ट्रीय ग्रामीण विकास सम्मेलन' के संदर्भ में निम्नलिखित कथनों पर विचार कीजिए: A. इस राष्ट्रीय सम्मेलन का आयोजन केंद्रीय ग्रामीण विकास मंत्रालय द्वारा 28-29 जून, 2026 को किया गया। B. यह इस सम्मेलन का पहला ऐतिहासिक संस्करण था, जिसका मुख्य विषय 'ग्रामोदय से राष्ट्रोदय' रखा गया था। C. इसका प्राथमिक उद्देश्य 'विकसित भारत गारंटी फॉर रोजगार और आजीविका मिशन (ग्रामीण) अधिनियम, 2025' का प्रभावी क्रियान्वयन सुनिश्चित करना था। D. सम्मेलन में देश के सभी राज्यों की ग्राम पंचायतों को पूर्णतः समाप्त कर केंद्रीकृत डिजिटल शासन स्थापित करने का प्रस्ताव पारित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ग्रामीण विकास मंत्रालय ने 28-29 जून, 2026 को पूसा परिसर (नई दिल्ली) में पहले राष्ट्रीय ग्रामीण विकास सम्मेलन का आयोजन किया। सम्मेलन की थीम 'ग्रामोदय से राष्ट्रोदय' थी। इसका मुख्य एजेंडा वीबी-जीरामजी (VB-GRAMJ) अधिनियम 2025 के तहत ग्रामीण रोजगार, आधुनिक टिकाऊ आजीविका, जल सुरक्षा और परिसंपत्ति निर्माण की रूपरेखा को राज्यों के सहयोग से जमीन पर उतारना था। कथन D हास्यास्पद और असत्य है क्योंकि सम्मेलन का उद्देश्य पंचायती राज संस्थाओं को सशक्त व डिजिटल बनाना था, न कि उन्हें समाप्त करना। अतः सही विकल्प B है जिसमें केवल कथन A, B और C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ग्रामीण विकास मंत्रालय के मुख्य लेखा नियंत्रक कार्यालय (CCA) द्वारा NIC के सहयोग से विकसित 'AI-सक्षम ग्रामीण आंतरिक लेखापरीक्षा पोर्टल' का पायलट क्रियान्वयन किस जिले से प्रारंभ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चंदौली जिला (उत्तर प्रदेश)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वाराणसी जिला (उत्तर प्रदेश)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जिला (राजस्थान)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रांची जिला (झारखंड)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चंदौली जिला (उत्तर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वाराणसी जिला (उत्तर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जिला (राजस्थान)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रांची जिला (झारखंड)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ग्रामीण विकास मंत्रालय ने ग्रामीण योजनाओं के वित्तीय प्रबंधन में शुचिता, पारदर्शिता और सटीक निगरानी सुनिश्चित करने के लिए देश का पहला AI-सक्षम 'ग्रामीण आंतरिक लेखापरीक्षा पोर्टल' लॉन्च किया है। यह पोर्टल जोखिम-आधारित आंतरिक ऑडिट और वैधानिक अनुपालन का स्वचालित विश्लेषण करता है। इस डिजिटल पोर्टल का पायलट कार्यान्वयन 1 अप्रैल 2025 को उत्तर प्रदेश के चंदौली जिले से सफलतापूर्वक प्रारंभ किया गया था, जिसके सकारात्मक परिणामों के बाद अब इसे राष्ट्रव्यापी स्तर पर लागू किया जा रहा है। अन्य जिलों के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ग्रामीण महिला स्वयं सहायता समूहों (SHGs) के आर्थिक सशक्तिकरण हेतु लॉन्च किए गए 'शी-लीप्स' (SHE-LEAPS) मोबाइल ऐप के संदर्भ में निम्नलिखित कथनों पर विचार कीजिए: A. इसका पूर्ण रूप 'Self-Help Entrepreneur-Livelihoods and Enterprise Application for Prosperity and Sustainability' है। B. यह डिजिटल प्लेटफॉर्म ग्रामीण क्षेत्रों में कृषि एवं गैर-कृषि दोनों प्रकार के महिला उद्यमों को सहायता व वित्तीय ट्रैकिंग प्रदान करता है। C. यह प्लेटफॉर्म केंद्र सरकार के महत्वाकांक्षी 'लखपति दीदी मिशन' (Lakhpati Didi Mission) को व्यापक गति प्रदान करेगा। D. इस एप्लिकेशन को देश के सभी 34 राज्यों एवं केंद्र शासित प्रदेशों में चरणबद्ध रूप से लागू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ग्रामीण विकास मंत्रालय द्वारा शुरू किया गया 'शी-लीप्स' (SHE-LEAPS) एक अभिनव मोबाइल एप्लीकेशन है जिसका उद्देश्य स्वयं सहायता समूहों की दीदियों को सफल उद्यमी बनाना है। यह ऐप प्रोफाइल निर्माण, व्यावसायिक योजना, इनपुट खरीद, उत्पादन लागत और बाजार बिक्री के हर चरण को ट्रैक करता है। यह कृषि आधारित डेयरी, पोल्ट्री के साथ-साथ गैर-कृषि आधारित सिलाई, हस्तशिल्प और फूड प्रोसेसिंग उद्यमों को भी कवर करता है, जिससे 'लखपति दीदी मिशन' का लक्ष्य तीव्रता से प्राप्त हो सके। इसे 34 राज्यों व UTs में लागू किया जा रहा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MyGov एवं MY Bharat के सहयोग से संचालित 'वीबी-जी राम जी यूथ डिजिटल कैंपेन' तथा रील प्रतियोगिता के संदर्भ में निम्नलिखित कथनों पर विचार कीजिए: A. इस अभियान की मुख्य थीम 'विकसित भारत-जी राम जी: युवा शक्ति, पंचायत की प्रगति' रखी गई थी। B. लोगो डिज़ाइन प्रतियोगिता में कर्नाटक के रामप्रसाद के. ने प्रथम स्थान प्राप्त कर ₹50,000 का नकद पुरस्कार जीता। C. '60 सेकंड्स फॉर माई विलेज' नेशनल रील चैलेंज में उत्तर प्रदेश के अभय गुप्ता व झील गौतम विजेताओं में शामिल रहे। D. रील चैलेंज के अन्य विजेताओं में पश्चिम बंगाल की नीलांजना सुत्रधार, असम के धृतिराज चामुआह और पुदुचेरी की बेनिशा सेरोफिन शामिल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युवाओं को ग्रामीण विकास और पंचायती राज सुधारों से जोड़ने के लिए MyGov तथा MY Bharat पोर्टल के सहयोग से 'वीबी-जी राम जी यूथ डिजिटल कैंपेन' का आयोजन किया गया। इस कैंपेन की थीम 'विकसित भारत-जी राम जी: युवा शक्ति, पंचायत की प्रगति' थी। इसमें लोगो डिजाइन प्रतियोगिता में कर्नाटक के रामप्रसाद के. ने ₹50,000 का प्रथम पुरस्कार जीता। इसके साथ ही '60 सेकंड्स फॉर माई विलेज' नेशनल रील प्रतियोगिता में उत्तर प्रदेश के अभय गुप्ता व झील गौतम, पश्चिम बंगाल की नीलांजना, असम के धृतिराज तथा पुदुचेरी की बेनिशा सेरोफिन ने शीर्ष स्थान प्राप्त किए।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व्यावसायिक कौशल उत्कृष्टता को बढ़ावा देने वाली 'इंडियास्किल्स 2026-27' (IndiaSkills) प्रतियोगिता के संदर्भ में निम्नलिखित कथनों पर विचार कीजिए: A. इस प्रतियोगिता का औपचारिक शुभारंभ 30 जून को केंद्रीय मंत्री जयंत चौधरी द्वारा नई दिल्ली से किया गया। B. इसका आयोजन कौशल विकास और उद्यमशीलता मंत्रालय (MSDE) तथा राष्ट्रीय कौशल विकास निगम (NSDC) के समन्वय से किया जा रहा है। C. यह प्रतियोगिता उद्योग जगत की मांग के अनुरूप कुल 63 आधुनिक कौशल श्रेणियों में आयोजित की जा रही है। D. राष्ट्रीय स्तर पर इंडियास्किल्स प्रतियोगिता की औपचारिक शुरुआत मूल रूप से वर्ष 2016 में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युवाओं को वैश्विक कौशल मानकों के अनुरूप प्रशिक्षित करने और 'वर्ल्डस्किल्स' प्रतियोगिता हेतु राष्ट्रीय टीम के चयन के लिए 'इंडियास्किल्स 2026-27' का शुभारंभ नई दिल्ली में किया गया। कौशल विकास एवं उद्यमशीलता मंत्रालय और NSDC द्वारा संचालित यह प्रतियोगिता रोबोटिक्स, 3D डिजिटल गेम आर्ट, साइबर सुरक्षा, क्लाउड कंप्यूटिंग, वेल्डिंग और फैशन टेक्नोलॉजी जैसी 63 कौशल विधाओं में आयोजित होती है। इंडियास्किल्स की शुरुआत वस्तुतः वर्ष 2016 में की गई थी, जिसने भारतीय युवाओं को अंतरराष्ट्रीय मंचों पर कई पदक दिलाए हैं। अतः A, B, C और D चारों कथन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समुद्री उत्पाद निर्यात विकास प्राधिकरण (MPEDA) द्वारा आयोजित 'राष्ट्रीय समुद्री खाद्य मूल्य संवर्धन कौशल ओलंपियाड' के संदर्भ में निम्नलिखित कथनों पर विचार कीजिए: A. इस ओलंपियाड का दूसरा संस्करण 'सीफूड एक्सपो भारत 2026' के दौरान कोच्चि (केरल) में 1 जुलाई को आयोजित किया गया। B. इसका मुख्य उद्देश्य समुद्री खाद्य प्रसंस्करण उद्योग में कार्यरत कामगारों के मूल्य संवर्धन और स्वच्छता कौशल को मान्यता देना है। C. इस प्रतियोगिता में शीर्ष (पहला) स्थान आंध्र प्रदेश के पी. सूर्य भास्कर (देवी फिशरीज लिमिटेड) ने प्राप्त किया और ₹1 लाख का पुरस्कार जीता। D. दूसरे स्थान पर मुथु कुमारन (तमिलनाडु) तथा तीसरे स्थान पर सागरिका सरदार (पश्चिम बंगाल)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कोच्चि (केरल) में 'सीफूड एक्सपो भारत 2026' के अंतर्गत वाणिज्य मंत्रालय के अधीन MPEDA द्वारा दूसरे 'राष्ट्रीय समुद्री खाद्य मूल्य संवर्धन कौशल ओलंपियाड' का आयोजन किया गया। इसका उद्देश्य सीफूड प्रोसेसिंग में मछली की कटिंग, फिलेटिंग, हाइजीन और पैकेजिंग में श्रमिकों की दक्षता को बढ़ावा देना है। इसमें आंध्र प्रदेश के पी. सूर्य भास्कर (देवी फिशरीज लि.) ने प्रथम स्थान प्राप्त कर ₹1 लाख का नकद पुरस्कार जीता। तमिलनाडु के मुथु कुमारन ने दूसरा (₹75,000) तथा पश्चिम बंगाल की सागरिका सरदार ने तीसरा (₹50,000) स्थान प्राप्त किया। अतः सभी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14 जुलाई को कोलकाता में 'दिव्य कला मेले' के साथ अपने शुभारंभ के 3 वर्ष पूरे करने वाली केंद्र सरकार की 'नमस्ते' (NAMASTE) योजना मुख्य रूप से किस वर्ग के कल्याण, सुरक्षा और मशीनीकरण हेतु समर्पित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सीवर, सेप्टिक टैंक और स्वच्छता कर्मचारियों के 100% मशीनीकृत सफाई व सामाजिक सुरक्षा हेतु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ग्रामीण क्षेत्रों के पारंपरिक हस्तशिल्पकारों और कुम्हारों के ब्याज-मुक्त ऋण हेतु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असंगठित क्षेत्र के शहरी रेहड़ी-पटरी विक्रेताओं के डिजिटल भुगतान प्रोत्साहन हेतु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तटीय आपदा प्रबंधन में तैनात गोताखोरों के जीवन बीमा कवरेज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सीवर, सेप्टिक टैंक और स्वच्छता कर्मचारियों के 100% मशीनीकृत सफाई व सामाजिक सुरक्षा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ग्रामीण क्षेत्रों के पारंपरिक हस्तशिल्पकारों और कुम्हारों के ब्याज-मुक्त ऋण हेतु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असंगठित क्षेत्र के शहरी रेहड़ी-पटरी विक्रेताओं के डिजिटल भुगतान प्रोत्साहन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तटीय आपदा प्रबंधन में तैनात गोताखोरों के जीवन बीमा कवरेज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सामाजिक न्याय और अधिकारिता मंत्रालय द्वारा संचालित राष्ट्रीय यंत्रीकृत स्वच्छता पारिस्थितिकी तंत्र (NAMASTE - National Action for Mechanised Sanitation Ecosystem) योजना के तीन वर्ष पूर्ण होने पर कोलकाता में विशेष समारोह आयोजित किया गया। नमस्ते योजना का केंद्रीय उद्देश्य सीवर और सेप्टिक टैंकों की खतरनाक मैन्युअल सफाई को पूरी तरह समाप्त कर 100% मशीनीकृत सफाई तंत्र स्थापित करना है। इसके तहत सफाईकर्मियों को PPE किट, सुरक्षा उपकरण, स्वास्थ्य बीमा, कौशल प्रशिक्षण और मशीनों की खरीद हेतु पूंजीगत सब्सिडी उपलब्ध कराई जाती है ताकि सीवर दुर्घटनाओं में होने वाली मौतों को शून्य किया जा सके। अन्य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इलेक्ट्रॉनिक्स और सूचना प्रौद्योगिकी मंत्रालय (MeitY) की 'स्वयान' (SwaYaan) राष्ट्रीय कौशल निर्माण पहल के संदर्भ में निम्नलिखित कथनों पर विचार कीजिए: A. यह मानवरहित विमान प्रणालियों (UAS/ड्रोन) और संबंधित तकनीकों में देशव्यापी क्षमता निर्माण हेतु शुरू की गई राष्ट्रीय परियोजना है। B. इसके तहत 5 वर्षों की अवधि में लगभग ₹89.87 करोड़ का वित्तीय परिव्यय निर्धारित किया गया है। C. यह परियोजना देश के 30 प्रमुख संस्थानों के हब-एंड-स्पोक मॉडल के जरिए पाँच वर्क थीम पर संचालित हो रही है। D. इसके निर्धारित पाँच वर्क थीम्स में एयरोमैकेनिक्स, ड्रोन इलेक्ट्रॉनिक्स, GNC एल्गोरिदम व सिमुलेशन, ड्रोन एप्लीकेशन और UAS तकनीक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MeitY द्वारा अनुमोदित 'स्वयान' (SwaYaan) परियोजना भारत को वैश्विक ड्रोन हब बनाने के दृष्टिकोण से शुरू की गई एक महत्वाकांक्षी मानव संसाधन विकास पहल है। ₹89.87 करोड़ के बजट वाली यह योजना 30 प्रमुख राष्ट्रीय शिक्षण व अनुसंधान संस्थानों (IITs, NITs, IIITs) के माध्यम से हब-एंड-स्पोक मॉडल पर लागू है। इसमें 5 तकनीकी वर्क थीम्स निर्धारित हैं: (1) एयरोमैकेनिक्स, (2) ड्रोन इलेक्ट्रॉनिक्स, (3) GNC (मार्गदर्शन, नेविगेशन और नियंत्रण) एल्गोरिदम एवं सिमुलेशन, (4) ड्रोन अनुप्रयोग, और (5) संबद्ध UAS तकनीक।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जलवायु परिवर्तन शमन हेतु संचालित 'कैपेसिटीज' (CapaCITIES) अंतरराष्ट्रीय सहयोग परियोजना के संदर्भ में निम्नलिखित कथनों पर विचार कीजिए: A. इसका पूरा नाम 'भारत में कम कार्बन और जलवायु-लचीले शहरी विकास पर क्षमता निर्माण परियोजना' है। B. यह परियोजना मूल रूप से वर्ष 2016 में भारत और भूटान में प्रारंभ की गई थी। C. इस पहल को स्विस विकास एवं सहयोग एजेंसी (स्विट्जरलैंड दूतावास) द्वारा वित्तीय सहायता प्राप्त है। D. राजस्थान के उदयपुर शहर को जलवायु-अनुकूल शहरी विकास और ग्रीन इंफ्रास्ट्रक्चर निर्माण हेतु इस परियोजना से सहायता प्राप्त हुई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कैपेसिटीज (CapaCITIES) परियोजना का उद्देश्य भारतीय शहरों में कार्बन उत्सर्जन कम करना और जलवायु-लचीला (Climate-Resilient) शहरी नियोजन विकसित करना है। वर्ष 2016 में शुरू हुई यह परियोजना स्विट्जरलैंड सरकार के सहयोग और वित्तपोषण से भारत और भूटान में क्रियान्वित की गई। इस परियोजना के ज्ञान साझेदारों में ICLEI साउथ एशिया, साउथ पोल और नेशनल इंस्टीट्यूट ऑफ अर्बन अफेयर्स (NIUA) शामिल हैं। राजस्थान के उदयपुर सहित देश के कई चयनित शहरों को सतत अपशिष्ट प्रबंधन, सौर ऊर्जा और हरित गतिशीलता में तकनीकी व वित्तीय सहायता दी गई है। अतः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खनन सप्ताह 2026' और देश में रणनीतिक खनिज ब्लॉकों की नीलामी के संदर्भ में निम्नलिखित कथनों पर विचार कीजिए: A. भारत खनन सप्ताह का आयोजन 15 से 17 नवंबर, 2026 के मध्य यशोभूमि कन्वेंशन सेंटर, नई दिल्ली में प्रस्तावित है। B. केंद्रीय खान मंत्रालय द्वारा कोयला एक्सचेंजों की स्थापना 'खान एवं खनिज (विकास और विनियमन) संशोधन अधिनियम, 2025' के तहत की गई है। C. क्रिटिकल और रणनीतिक खनिज ब्लॉकों की नीलामी के आठवें चरण में 9 राज्यों के 20 नए ब्लॉक शामिल किए गए हैं (कुल संख्या 88 हुई)। D. आठवें चरण की नीलामी में राजस्थान राज्य से कुल 2 क्रिटिकल खनिज ब्लॉक (पोटाश एवं हैलाइट, तथा टंगस्टन) शामिल किए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खनन सप्ताह 2026 की थीम 'मजबूत संसाधन, स्मार्ट खनन, सतत भविष्य' रखी गई है जिसका आयोजन यशोभूमि, नई दिल्ली में निर्धारित है। इस अवसर पर कोयला एक्सचेंजों के ऑनलाइन पंजीकरण पोर्टल का शुभारंभ खान एवं खनिज संशोधन अधिनियम, 2025 के तहत किया गया। इसके अतिरिक्त क्रिटिकल और रणनीतिक खनिजों के आठवें चरण में 20 नए ब्लॉक नीलाम किए जा रहे हैं जिससे कुल ब्लॉकों की संख्या 88 हो गई है। राजस्थान के लिए रणनीतिक रूप से महत्वपूर्ण पोटाश/हैलाइट तथा टंगस्टन के दो ब्लॉक इस नीलामी में शामिल हैं जो राज्य के औद्योगिक विकास को गति देंगे।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युवा कार्यक्रम और खेल मंत्रालय द्वारा MY Bharat के माध्यम से संचालित 'विकसित भारत युवा कनेक्ट कार्यक्रम' के संदर्भ में निम्नलिखित कथनों पर विचार कीजिए: A. यह राष्ट्रव्यापी जागरूकता कार्यक्रम 16 जुलाई से 15 अगस्त, 2026 के मध्य देश के 150 प्रमुख विश्वविद्यालयों और कॉलेजों में आयोजित किया गया। B. इस कार्यक्रम का मुख्य फोकस 15 से 25 वर्ष के आयु वर्ग के ग्रामीण, शहरी और जनजातीय युवाओं को जोड़ना है। C. कार्यक्रम की आधिकारिक थीम 'नशा मुक्त युवा, विकसित भारत' निर्धारित की गई है। D. इसका उद्देश्य युवाओं को विकसित भारत 2047 के विजन से जोड़ने के साथ नशीले पदार्थों के दुष्प्रभावों के प्रति जागरूक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युवा कार्यक्रम एवं खेल मंत्रालय ने 'मेरा युवा भारत' (MY Bharat) डिजिटल प्लेटफॉर्म के माध्यम से देश भर के उच्च शिक्षण संस्थानों में 'विकसित भारत युवा कनेक्ट कार्यक्रम' का सफल संचालन किया। यह 16 जुलाई से 15 अगस्त तक 150 विश्वविद्यालयों/कॉलेजों में चला, जिसमें 15-25 वर्ष आयु वर्ग के छात्र-छात्राओं को विशेष रूप से लक्षित किया गया। इसकी थीम 'नशा मुक्त युवा, विकसित भारत' रखी गई ताकि युवाओं को स्वस्थ जीवनशैली, राष्ट्र निर्माण में सक्रिय योगदान और व्यसन-मुक्त समाज के निर्माण हेतु प्रेरित किया जा सके।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नई दिल्ली एवं अन्य शहरों में संपन्न हुए प्रमुख राष्ट्रीय सम्मेलनों एवं उनके आयोजकों/प्रमुख बिंदुओं का सही मिलान कीजिए: सूची-I (सम्मेलन/बैठक): सूची-I: A. प्लास्टिक रीसाइक्लिंग और स्थिरता पर तीसरा ग्लोबल कॉन्क्लेव (GCPRS) B. राष्ट्रीय कौशल योग्यता समिति (NSQC) की 50वीं ऐतिहासिक बैठक C. 'क्षेत्रीय भाषाओं के एकीकरण से विधिक शिक्षा का सुदृढ़ीकरण' राष्ट्रीय सम्मेलन D. 'सौश्रुतम् 2026' अंतरराष्ट्रीय शल्य चिकित्सा सेमिनार सूची-II: 1. अखिल भारतीय आयुर्वेद संस्थान (AIIA), नई दिल्ली 2. विधि कार्य विभाग और बार काउंसिल ऑफ इंडिया 3. भारत मंडपम, नई दिल्ली (AIPMA और CPMA द्वारा) 4. देबाश्री मुखर्जी की अध्यक्षता में संपन्न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प्लास्टिक रीसाइक्लिंग पर तीसरा GCPRS कॉन्क्लेव भारत मंडपम में रसायन विभाग के सहयोग से AIPMA और CPMA द्वारा आयोजित हुआ, अतः A-3। राष्ट्रीय कौशल योग्यता समिति (NSQC) की 50वीं मील का पत्थर बैठक की अध्यक्षता देबाश्री मुखर्जी ने की (B-4)। क्षेत्रीय भाषाओं में कानून की पढ़ाई को सुदृढ़ करने पर राष्ट्रीय सम्मेलन विधि कार्य विभाग व बार काउंसिल ऑफ इंडिया (BCI) द्वारा नई दिल्ली में आयोजित हुआ (C-2)। प्राचीन भारतीय शल्य चिकित्सा पर अंतरराष्ट्रीय सेमिनार 'सौश्रुतम् 2026' का आयोजन अखिल भारतीय आयुर्वेद संस्थान (AIIA) नई दिल्ली द्वारा किया गया जिसका उद्घाटन राष्ट्रपति द्रौपदी मुर्मु ने किया (D-1)। अतः सही कूट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हाल ही में संपन्न हुए विभिन्न प्रशासनिक, ई-गवर्नेंस एवं नीतिगत सम्मेलनों तथा उनके आयोजन स्थलों का सही मिलान कीजिए: सूची-I (सम्मेलन/फोरम): सूची-I: A. AI डिजिटल शासन चैंपियन्स शिखर सम्मेलन B. केंद्रीय ग्रामीण विकास मंत्रालय का 'पंच सम्मेलन' C. ब्रिक्स एंटी-ड्रग एजेंसियों के प्रमुखों की बैठक 2026 D. 'नेक्स्ट-जेन एडमिनिस्ट्रेटिव एंड ई-गवर्नेस रिफॉर्म्स' पर राष्ट्रीय सम्मेलन सूची-II: 1. गुवाहाटी (असम) 2. शिलांग (मेघालय) 3. वाराणसी (उत्तर प्रदेश) 4. नई दिल्ली (ITDC, SCOPE और LBSNAA द्वारा)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AI डिजिटल शासन चैंपियन्स शिखर सम्मेलन का आयोजन नई दिल्ली में भारत पर्यटन विकास निगम (ITDC), स्कोप (SCOPE) तथा लाल बहादुर शास्त्री राष्ट्रीय प्रशासन अकादमी (LBSNAA) द्वारा किया गया, अतः A-4। ग्रामीण विकास मंत्रालय द्वारा ग्राम प्रधानों और पंचों का 'पंच सम्मेलन' वाराणसी में आयोजित हुआ (B-3)। ब्रिक्स देशों की मादक पदार्थ विरोधी एजेंसियों (Anti-Drug Agencies) के प्रमुखों की बैठक गुवाहाटी (असम) में आयोजित हुई (C-1)। प्रशासनिक सुधार और लोक शिकायत विभाग (DARPG) एवं मेघालय सरकार द्वारा 'नेक्स्ट-जेन एडमिनिस्ट्रेटिव एंड ई-गवर्नेस रिफॉर्म्स' सम्मेलन शिलांग में संपन्न हुआ (D-2)। अतः सही उत्तर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बहुराष्ट्रीय कंपनियों के अनुसंधान व नवाचार केंद्रों को बढ़ावा देने हेतु आयोजित 'ग्लोबल कैपेबिलिटी सेंटर (GCC) नवाचार सम्मेलन 2026' के संदर्भ में निम्नलिखित कथनों पर विचार कीजिए: A. इस दो दिवसीय राष्ट्रीय सम्मेलन का आयोजन बेंगलुरु (कर्नाटक) में किया गया। B. इसका आयोजन नीति आयोग के 'अटल इनोवेशन मिशन' (AIM) और 'सॉफ्टवेयर टेक्नोलॉजी पार्क्स ऑफ इंडिया' (STPI) द्वारा संयुक्त रूप से किया गया। C. इसका मुख्य उद्देश्य भारतीय स्टार्टअप्स को वैश्विक जीसीसी (GCCs) के साथ जोड़कर औद्योगिक नवाचार को गति देना था। D. सम्मेलन में भारत को 2030 तक विश्व की एकमात्र विनिर्माण-मुक्त सेवा अर्थव्यवस्था घोषित करने का प्रस्ताव पारित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बेंगलुरु में आयोजित 'ग्लोबल कैपेबिलिटी सेंटर (GCC) नवाचार सम्मेलन 2026' भारत में कार्यरत 1,600 से अधिक जीसीसी को स्थानीय डीप-टेक स्टार्टअप्स और अनुसंधान संस्थानों से जोड़ने का एक ऐतिहासिक मंच साबित हुआ। इसका संयुक्त आयोजन नीति आयोग के अटल इनोवेशन मिशन (AIM) और इलेक्ट्रॉनिक्स मंत्रालय के अधीन STPI द्वारा किया गया। सम्मेलन का उद्देश्य भारत को वैश्विक कंपनियों के लिए केवल बैक-ऑफिस नहीं बल्कि उच्च-स्तरीय R&amp;D, प्रोडक्ट डिजाइन और AI सेंटर ऑफ एक्सीलेंस के रूप में स्थापित करना था। कथन D बेबुनियाद व गलत है क्योंकि भारत का राष्ट्रीय लक्ष्य विनिर्माण और सेवा दोनों क्षेत्रों का संतुलित विकास करना है। अतः विकल्प B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आंध्र प्रदेश के कुरनूल जिले में प्रारंभ किए गए 'जोन्नागिरी गोल्ड प्रोजेक्ट' (Jonnagiri Gold Project) के संदर्भ में निम्नलिखित कथनों पर विचार कीजिए: A. यह स्वतंत्र भारत में निजी क्षेत्र द्वारा संचालित पहली बड़ी ओपनकास्ट गोल्ड माइन और देश की दूसरी सक्रिय सोने की खदान है। B. इस परियोजना का औपचारिक लोकार्पण आंध्र प्रदेश के मुख्यमंत्री चंद्रबाबू नायडू द्वारा किया गया। C. इसका संचालन जियोमाइसूर सर्विसेज, डेक्कन गोल्ड माइंस तथा त्रिवेणी अर्थमूवर्स की संयुक्त साझेदारी में किया जा रहा है। D. यह परियोजना 1500 एकड़ में फैली है जिसके पहले चरण में 600 एकड़ क्षेत्र में वाणिज्यिक उत्पादन प्रारंभ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आंध्र प्रदेश के कुरनूल जिले में स्थापित जोन्नागिरी गोल्ड प्रोजेक्ट भारतीय खनन क्षेत्र का एक ऐतिहासिक मील का पत्थर है। यह देश में कर्नाटक की हुत्ती गोल्ड माइंस के बाद दूसरी सक्रिय तथा निजी क्षेत्र के नेतृत्व वाली पहली बड़ी स्वर्ण खनन परियोजना बन गई है। मुख्यमंत्री चंद्रबाबू नायडू द्वारा लोकार्पित इस परियोजना को जियोमाइसूर सर्विसेज इंडिया, डेक्कन गोल्ड माइंस और त्रिवेणी अर्थमूवर्स के संयुक्त उद्यम द्वारा संचालित किया जा रहा है। 1,500 एकड़ में विस्तृत इस खदान के प्रथम चरण में 600 एकड़ में सालाना लगभग 400 किग्रा सोने का उत्पादन शुरू हुआ है।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जक्कुर (बेंगलुरु) स्थित क्षेत्रीय संदर्भ मानक प्रयोगशाला में 'भारतीय मानक समय (IST) वितरण प्रदर्शन नेटवर्क' का उद्घाटन किया गया। इसमें प्रयुक्त 'व्हाइट रैबिट टेक्नोलॉजी' (White Rabbit Technology) की मुख्य तकनीकी विशेषता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प्रिसिजन टाइम प्रोटोकॉल (PTP) पर आधारित तकनीक है, जो UTC(NPLI)-ट्रेसेबल भारतीय मानक समय के सुरक्षित और नैनोसेकंड-सटीक प्रसार को संभव बनाती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रक्षा उपग्रहों के लिए एन्क्रिप्टेड परमाणु घड़ी सिग्नल प्रसारित करने वाला एक विशेष उपग्रह ट्रांसपोंडर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विद्युत ग्रिड को साइबर हमलों से सुरक्षित रखने के लिए बनाया गया एक ओपन-सोर्स ब्लॉकचेन नेटवर्क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मोबाइल ऑपरेटरों द्वारा इंटरनेट स्पीड बढ़ाने के लिए इस्तेमाल किया जाने वाला एक नया 5G ऑप्टिकल स्पेक्ट्रम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प्रिसिजन टाइम प्रोटोकॉल (PTP) पर आधारित तकनीक है, जो UTC(NPLI)-ट्रेसेबल भारतीय मानक समय के सुरक्षित और नैनोसेकंड-सटीक प्रसार को संभव बनाती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रक्षा उपग्रहों के लिए एन्क्रिप्टेड परमाणु घड़ी सिग्नल प्रसारित करने वाला एक विशेष उपग्रह ट्रांसपोंडर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विद्युत ग्रिड को साइबर हमलों से सुरक्षित रखने के लिए बनाया गया एक ओपन-सोर्स ब्लॉकचेन नेटवर्क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मोबाइल ऑपरेटरों द्वारा इंटरनेट स्पीड बढ़ाने के लिए इस्तेमाल किया जाने वाला एक नया 5G ऑप्टिकल स्पेक्ट्रम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नवीन एवं नवीकरणीय ऊर्जा मंत्री प्रल्हाद जोशी द्वारा उपभोक्ता मामलों के विधिक माप विज्ञान प्रभाग के तहत जक्कुर (बेंगलुरु) में भारतीय मानक समय (IST) वितरण प्रदर्शन नेटवर्क का उद्घाटन किया गया। यह 'एक राष्ट्र, एक समय' विजन का हिस्सा है। इसमें प्रयुक्त व्हाइट रैबिट टेक्नोलॉजी (White Rabbit Technology) प्रिसिजन टाइम प्रोटोकॉल (PTP) पर आधारित एक उन्नत ईथरनेट-आधारित सिंक्रोनाइजेशन तकनीक है। यह राष्ट्रीय भौतिक प्रयोगशाला (NPLI) द्वारा उत्पन्न सटीक परमाणु समय को पूरे देश के दूरसंचार, पावर ग्रिड, वित्तीय शेयर बाजारों और रक्षा प्रणालियों में नैनोसेकंड सटीकता और बिना जीपीएस निर्भरता के सुरक्षित रूप से वितरित करती है। अन्य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डाक विभाग की नई पहलों एवं सांस्कृतिक संस्थानों के संदर्भ में निम्नलिखित कथनों पर विचार कीजिए: A. भारतीय डाक विभाग ने अपने नए आधिकारिक शुभंकर (Mascot) के डिज़ाइन एवं नामकरण हेतु 'इनोवेट इंडिया माईगॉव प्लेटफॉर्म' पर प्रतियोगिता शुरू की है। B. डाक शुभंकर डिज़ाइन के तीन सर्वश्रेष्ठ विजेताओं हेतु क्रमशः ₹75,000, ₹50,000 एवं ₹25,000 के नकद पुरस्कार घोषित किए गए हैं। C. केंद्रीय गृह एवं सहकारिता मंत्री अमित शाह द्वारा कोलकाता (पश्चिम बंगाल) में 'म्यूजियम ऑफ़ वर्ड' (Museum of Word) के प्रथम चरण का उद्घाटन किया गया। D. डाक विभाग ने अपने सभी पारंपरिक पोस्टमैन पदों को समाप्त कर 100% ड्रोन डिलीवरी अनिवार्य करने की घोषणा 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डाक विभाग ने अपनी आधुनिक पहचान और जनसंवाद को मजबूत करने हेतु इनोवेट इंडिया MyGov प्लेटफॉर्म पर इंडिया पोस्ट मैस्कॉट डिजाइन और नेमिंग प्रतियोगिता प्रारंभ की है, जिसमें शीर्ष 3 डिजाइन विजेताओं को ₹75,000, ₹50,000 व ₹25,000 तथा नामों हेतु ₹25,000, ₹15,000 व ₹10,000 के पुरस्कार दिए जाएंगे। इसी क्रम में कोलकाता में गृह मंत्री अमित शाह ने साहित्य और शब्दों की ऐतिहासिक विकास यात्रा को दर्शाने वाले 'म्यूजियम ऑफ वर्ड' के प्रथम चरण का उद्घाटन किया। कथन D पूरी तरह काल्पनिक और असत्य है क्योंकि डाकियों का मानवीय नेटवर्क डाक विभाग की रीढ़ है और इसे समाप्त नहीं किया जा रहा है। अतः विकल्प B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मंत्रालयों की हालिया विकास पहलों एवं वित्तीय सहायता वितरण के संदर्भ में निम्नलिखित कथनों पर विचार कीजिए: A. केंद्रीय मंत्री जीतन राम मांझी केंद्र शासित प्रदेश लद्दाख का आधिकारिक दौरा करने वाले MSME मंत्रालय के पहले केंद्रीय मंत्री बने हैं। B. केंद्रीय आवासन एवं शहरी कार्य मंत्रालय ने PM स्वनिधि योजना के अंतर्गत देश भर में 50 आधुनिक 'स्ट्रीट फूड हब' स्थापित करने का प्रस्ताव दिया है। C. PM स्वनिधि स्ट्रीट फूड हब परियोजना के तहत स्वीकृत प्रत्येक परियोजना को ₹4 करोड़ की वित्तीय सहायता तीन चरणों में प्रदान की जाएगी। D. इस परियोजना हेतु निर्धारित चरणबद्ध वित्तीय वितरण पहली किस्त 30%, दूसरी किस्त 50% तथा कार्य पूरा होने पर तीसरी किस्त 20% रखा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सूक्ष्म, लघु और मध्यम उद्यम (MSME) मंत्री जीतन राम मांझी ने लद्दाख का ऐतिहासिक दौरा कर स्थानीय पश्मीना, खुबानी और हस्तशिल्प उद्यमों को बढ़ावा देने की घोषणा की, जिससे वे लद्दाख जाने वाले पहले MSME कैबिनेट मंत्री बने। वहीं केंद्रीय आवासन एवं शहरी कार्य मंत्रालय ने शहरी रेहड़ी-पटरी विक्रेताओं के उत्पादों को हाइजीनिक और ब्रांडेड स्वरूप देने हेतु PM स्वनिधि योजना के तहत देश में 50 स्ट्रीट फूड हब स्वीकृत किए हैं। प्रत्येक परियोजना को ₹4 करोड़ का अनुदान 3 किस्तों (पहली किस्त 30%, दूसरी किस्त 50% तथा तीसरी किस्त 20%) में जारी किया जाएगा। अतः A, B, C और D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देश की न्यायपालिका एवं केंद्रीय प्रशासनिक नियुक्तियों के संदर्भ में निम्नलिखित कथनों पर विचार कीजिए: A. सुप्रीम कोर्ट के वरिष्ठ न्यायाधीश जस्टिस पी.एस. नरसिम्हा को सुप्रीम कोर्ट कॉलेजियम में सदस्य के रूप में शामिल किया गया है। B. जस्टिस पी.एस. नरसिम्हा 5वें वरिष्ठतम न्यायाधीश के रूप में 2 मई, 2028 तक सुप्रीम कोर्ट कॉलेजियम के सदस्य बने रहेंगे। C. प्रख्यात वैज्ञानिक डॉ. श्रीनिवास कुमार तुम्मला को केंद्रीय पृथ्वी विज्ञान मंत्रालय (MoES) का नया सचिव नियुक्त किया गया है। D. डॉ. तुम्मला यूनेस्को (UNESCO) अंतर-सरकारी समुद्र विज्ञान आयोग के तहत हिंद महासागर सुनामी चेतावनी एवं शमन प्रणाली सचिवालय (पर्थ) के प्रमुख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मुख्य न्यायाधीश के नेतृत्व वाले पांच-सदस्यीय सुप्रीम कोर्ट कॉलेजियम में जस्टिस पी.एस. नरसिम्हा को 5वें वरिष्ठतम जज के रूप में शामिल किया गया है, जो 2 मई 2028 तक इस शीर्ष चयन निकाय में रहेंगे। प्रशासनिक क्षेत्र में भारत सरकार ने अंतरराष्ट्रीय ख्याति प्राप्त समुद्र विज्ञानी डॉ. श्रीनिवास कुमार तुम्मला को पृथ्वी विज्ञान मंत्रालय का सचिव नियुक्त किया है। डॉ. तुम्मला पर्थ (ऑस्ट्रेलिया) में यूनेस्को-IOC के भारतीय महासागर सुनामी चेतावनी प्रणाली सचिवालय के प्रमुख रह चुके हैं तथा उन्हें राष्ट्रीय भू-विज्ञान पुरस्कार (2010) व भू-स्थानिक पुरस्कार (2008) से सम्मानित किया जा चुका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हाल ही में महत्वपूर्ण रक्षा, अंतरिक्ष एवं सुरक्षा संस्थानों में हुई शीर्ष नियुक्तियों का सही मिलान कीजिए: सूची-I (अधिकारी): सूची-I: A. एन. जयन B. लेफ्टिनेंट जनरल संदीप जैन C. IPS महेश दीक्षित D. अमित गर्ग सूची-II: 1. निदेशक, इंटेलिजेंस ब्यूरो (IB) 2. निदेशक, लिक्विड प्रोपल्शन सिस्टम सेंटर (ISRO - LPSC) 3. प्रमुख, राष्ट्रीय अपराध रिकॉर्ड ब्यूरो (NCRB) 4. उप थलसेना प्रमुख (Vice Chief of the Army Staff)</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अंतरिक्ष वैज्ञानिक एन. जयन को इसरो के प्रतिष्ठित लिक्विड प्रोपल्शन सिस्टम सेंटर (LPSC) का नया निदेशक नियुक्त किया गया है, अतः A-2। लेफ्टिनेंट जनरल संदीप जैन ने 1 जुलाई को भारतीय थल सेना के उप प्रमुख (Vice Chief of Army Staff) का कार्यभार ग्रहण किया (B-4)। वरिष्ठ आईपीएस अधिकारी महेश दीक्षित को देश की आंतरिक खुफिया एजेंसी इंटेलिजेंस ब्यूरो (IB) का निदेशक नियुक्त किया गया (C-1)। वरिष्ठ पुलिस अधिकारी अमित गर्ग को गृह मंत्रालय के अधीन राष्ट्रीय अपराध रिकॉर्ड ब्यूरो (NCRB) का महानिदेशक/प्रमुख नियुक्त किया गया (D-3)। अतः सही मिलान कूट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दिवंगत हुए पद्मश्री डॉ. गिरीश भारद्वाज, जिन्हें जनसाधारण द्वारा 'ब्रिज मैन ऑफ इंडिया' (Bridge Man of India) के नाम से जाना जाता था, का संबंध भारत के किस राज्य से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कर्नाटक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तमिलनाडु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आंध्र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कर्नाटक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तमिलनाडु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कर्नाटक के सुलिया निवासी पद्मश्री डॉ. गिरीश भारद्वाज को भारत के ग्रामीण और दुर्गम इलाकों में नदी पार करने हेतु सस्ते व टिकाऊ झूला पुल बनाने के अद्वितीय सामाजिक कार्य के लिए 'ब्रिज मैन ऑफ इंडिया' कहा जाता था। उन्होंने अपने जीवनकाल में बिना किसी सरकारी ठेकेदारी के स्थानीय ग्रामीणों के सहयोग से केरल, कर्नाटक, आंध्र प्रदेश और ओडिशा के सुदूर जंगलों व नदियों पर 140 से अधिक कम लागत वाले सस्पेंशन फुटब्रिज (झूला पुल) बनाए, जिससे हजारों स्कूली बच्चों और ग्रामीणों को बारहमासी सुरक्षित संपर्क मिला। भारत सरकार ने उन्हें 2017 में पद्मश्री से सम्मानित किया था। अतः सही उत्तर विकल्प A (कर्नाटक)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पहली हाइड्रोजन-चालित ट्रेन 'नमो ग्रीन रेल' के संदर्भ में निम्नलिखित कथनों पर विचार कीजिए: A. इस ट्रेन का उद्घाटन 17 जुलाई, 2026 को प्रधानमंत्री नरेंद्र मोदी द्वारा किया गया। B. यह ब्रॉड गेज पर संचालित होने वाली दुनिया की सबसे लंबी (10 कोच) और सबसे शक्तिशाली (2400 किलोवाट) हाइड्रोजन ट्रेन है। C. इसका प्राथमिक ऊर्जा स्रोत 'प्रोटॉन एक्सचेंज मेम्ब्रेन फ्यूल सेल' (PEMFC) है, जो उप-उत्पाद के रूप में केवल जल वाष्प व ऊष्मा उत्सर्जित करता है। D. यह ट्रेन उत्तर रेलवे के जींद-सोनीपत खंड (हरियाणा) पर संचालित की गई है जिसके तकनीकी विनिर्देश RDSO द्वारा तैयार किए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रेल के हरित ऊर्जा परिवर्तन की दिशा में 17 जुलाई, 2026 को प्रधानमंत्री द्वारा भारत की पहली हाइड्रोजन ट्रेन 'नमो ग्रीन रेल' राष्ट्र को समर्पित की गई। यह ब्रॉड गेज पर चलने वाली विश्व की सबसे लंबी (10 कोच) तथा सर्वाधिक 2,400 kW क्षमता वाली ट्रेन है। इसका परिचालन उत्तर रेलवे के जींद-सोनीपत रूट (हरियाणा) पर प्रारंभ हुआ है। ट्रेन में उच्च दक्षता वाले प्रोटॉन एक्सचेंज मेम्ब्रेन फ्यूल सेल (PEMFC) लगे हैं जो हाइड्रोजन और ऑक्सीजन के रासायनिक मेल से बिजली बनाते हैं और धुएं के स्थान पर सिर्फ शुद्ध जल वाष्प छोड़ते हैं। इसके सम्पूर्ण मानक RDSO द्वारा स्वदेशी रूप से विकसित किए गए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रक्षा अनुसंधान एवं विकास संगठन (DRDO) के सहयोग से स्वदेशी रूप से विकसित 'उग्रम बैटल राइफल' (Ugram Battle Rifle) के कैलिबर और प्रभावी मारक क्षमता का सही संयोजन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7.62×51 मिमी कैलिबर तथा 500 मीटर प्रभावी मारक क्षमता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5.56×45 मिमी कैलिबर तथा 300 मीटर प्रभावी मारक क्षमता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9×19 मिमी कैलिबर तथा 100 मीटर प्रभावी मारक क्षमता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12.7×99 मिमी कैलिबर तथा 1000 मीटर प्रभावी मारक क्षमता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7.62×51 मिमी कैलिबर तथा 500 मीटर प्रभावी मारक क्षमता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5.56×45 मिमी कैलिबर तथा 300 मीटर प्रभावी मारक क्षमता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9×19 मिमी कैलिबर तथा 100 मीटर प्रभावी मारक क्षमता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12.7×99 मिमी कैलिबर तथा 1000 मीटर प्रभावी मारक क्षमता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सेना और सुरक्षा बलों की घातक प्रहार क्षमता बढ़ाने के लिए स्वदेशी तकनीक से 'उग्रम' (Ugram) 7.62×51 मिमी असॉल्ट/बैटल राइफल को विकसित किया गया है। यह 7.62×51 मिमी नाटो मानक कारतूस का उपयोग करती है, जो 500 मीटर की दूरी तक अत्यधिक सटीकता और भीषण मारक क्षमता प्रदान करता है। इसका वजन 4 किलोग्राम से कम है और इसमें 20 राउंड की मैगजीन लगती है। यह इंसास (INSAS) राइफल के विकल्प के रूप में आतंकवाद रोधी अभियानों और अग्रिम मोर्चों के लिए पूरी तरह अनुकूल है। अन्य कैलिबर व रेंज के संयोजन तकनीकी रूप से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निजी अंतरिक्ष क्षेत्र के ऐतिहासिक रॉकेट 'विक्रम-1' (Vikram-1) के सफल प्रक्षेपण के संदर्भ में निम्नलिखित कथनों पर विचार कीजिए: A. 'विक्रम-1' को भारतीय निजी अंतरिक्ष स्टार्टअप 'स्काईरूट एयरोस्पेस' (Skyroot Aerospace) द्वारा पूर्णतः स्वदेशी तकनीक से विकसित किया गया है। B. इसे सतीश धवन अंतरिक्ष केंद्र, श्रीहरिकोटा से 'मिशन आगमन' के तहत 450 किमी की पृथ्वी की निचली कक्षा (LEO) में स्थापित किया गया। C. यह भारतीय भूमि से किसी निजी कंपनी द्वारा पहले ही प्रयास में सफलतापूर्वक किया गया भारत का पहला ऑर्बिटल रॉकेट लॉन्च है। D. इस प्रक्षेपण के साथ भारत, अमेरिका और चीन के बाद निजी कक्षीय प्रक्षेपण क्षमता प्रदर्शित करने वाला विश्व का तीसरा देश बन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स्काईरूट एयरोस्पेस द्वारा निर्मित 'विक्रम-1' रॉकेट ने श्रीहरिकोटा से उड़ान भरकर भारतीय अंतरिक्ष इतिहास में स्वर्णिम अध्याय जोड़ा है। 'मिशन आगमन' के तहत 450 किमी निचली कक्षा में कई ग्राहक उपग्रहों को सफलतापूर्वक स्थापित किया गया। यह किसी भारतीय निजी कंपनी द्वारा प्रथम प्रयास में ऑर्बिट में पहुंचने वाला पहला रॉकेट है। इस ऐतिहासिक सफलता के साथ ही भारत, संयुक्त राज्य अमेरिका और चीन के एलीट क्लब में शामिल होकर निजी रूप से विकसित कक्षीय प्रक्षेपण यान संचालित करने वाला दुनिया का तीसरा देश बन गया है।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डीआरडीओ (DRDO) द्वारा विकसित 'पिनाका लंबी दूरी के निर्देशित रॉकेट' (Pinaka LRGR) प्रणाली के संदर्भ में निम्नलिखित कथनों पर विचार कीजिए: A. DRDO ने 8 जुलाई, 2026 को चांदीपुर एकीकृत परीक्षण रेंज (ओडिशा) से पिनाका LRGR का सफल उड़ान परीक्षण किया। B. यह उन्नत रॉकेट प्रणाली उपयोगकर्ता द्वारा निर्धारित न्यूनतम 60 किलोमीटर की प्रभावी मारक क्षमता हेतु परीक्षित की गई है। C. एक सिंगल पिनाका लॉन्चर मात्र 44 सेकंड के भीतर 12 रॉकेट दागने में पूरी तरह सक्षम है। D. इसका डिजाइन व विकास DRDO के आयुध अनुसंधान और विकास प्रतिष्ठान (ARDE) ने उच्च ऊर्जा सामग्री अनुसंधान प्रयोगशाला (HEMRL) के साथ मिलकर 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पिनाका लंबी दूरी का निर्देशित रॉकेट (LRGR) भारतीय तोपखाने की रीढ़ है, जिसका सफल उड़ान परीक्षण चांदीपुर एकीकृत परीक्षण रेंज से किया गया। यह निर्देशित रॉकेट नेविगेशन, कंट्रोल और गाइडेंस किट से लैस है जो 60 किमी से अधिक दूरी पर स्थित दुश्मन के ठिकानों पर पिनपॉइंट सटीकता से वार करता है। एक पिनाका मल्टी-बैरल लॉन्चर महज 44 सेकंड के अल्प समय में 12 रॉकेट्स की घातक बौछार कर सकता है। इसे DRDO की दो प्रमुख पुणे स्थित प्रयोगशालाओं-ARDE और HEMRL द्वारा संयुक्त रूप से डिजाइन और विकसित किया गया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नौसेना के 'प्रोजेक्ट 17A' और नए कमीशन किए गए युद्धपोत 'महेंद्रगिरि' (INS Mahendragiri - F38) के संदर्भ में निम्नलिखित कथनों पर विचार कीजिए: A. युद्धपोत 'महेंद्रगिरि' को 11 जुलाई, 2026 को विशाखापत्तनम में रक्षा मंत्री की उपस्थिति में भारतीय नौसेना में औपचारिक रूप से कमीशन किया गया। B. यह प्रोजेक्ट 17A के तहत भारतीय नौसेना हेतु स्वदेशी रूप से निर्मित किया गया छठा एडवांस्ड स्टील्थ फ्रिगेट है। C. इस युद्धपोत के निर्माण में 75 प्रतिशत से अधिक स्वदेशी सामग्री (उपकरण व सेंसर) का प्रयोग किया गया है। D. युद्धपोत 'महेंद्रगिरि' का आधिकारिक आदर्श वाक्य 'शक्तिशाली, भव्य और बेजोड़' (Mighty-Majestic-Matchless) रखा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नौसेना के प्रोजेक्ट 17A स्टील्थ फ्रिगेट कार्यक्रम के छठे जहाज 'महेंद्रगिरि' (F38) को विशाखापत्तनम में कमीशन किया गया। इस श्रृंखला का पहला जहाज 'INS नीलगिरि' था। मझगांव डॉक शिपबिल्डर्स द्वारा निर्मित महेंद्रगिरि उन्नत स्टील्थ विशेषताओं, अत्याधुनिक रडार और सतह से हवा व सतह से सतह पर मार करने वाली मिसाइलों से सुसज्जित है। इसमें 75% से अधिक स्वदेशी घटक लगे हैं, जो 'आत्मनिर्भर भारत' का प्रमाण हैं। इसका संस्कृत व अंग्रेजी आदर्श वाक्य 'शक्तिशाली, भव्य और बेजोड़' (Mighty-Majestic-Matchless) इसके पराक्रम को दर्शाता है।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इसरो (ISRO) द्वारा क्रायोजेनिक इंजन CE-20 के हालिया 'फ्लाइट एक्सेप्टेंस हॉट टेस्ट' के संदर्भ में निम्नलिखित कथनों पर विचार कीजिए: A. यह परीक्षण तमिलनाडु के महेंद्रगिरि स्थित इसरो प्रणोदन परिसर (IPRC) में सफलतापूर्वक संपन्न हुआ। B. इस परीक्षण में पहली बार 'नोज़ल प्रोटेक्शन सिस्टम' (NPS) का उपयोग 22 टन थ्रस्ट स्तर पर किया गया। C. परीक्षण के दौरान इंजन को 19.5 टन थ्रस्ट पर 45 सेकंड तथा 22 टन थ्रस्ट पर 25 सेकंड तक संचालित किया गया। D. इसका उपयोग आगामी LVM 3-M-7 मिशन में भारी संचार उपग्रह GSAT N-3 (GSAT-32) को प्रक्षेपित करने के लिए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इसरो के सबसे शक्तिशाली क्रायोजेनिक ऊपरी चरण इंजन CE-20 का फ्लाइट एक्सेप्टेंस हॉट टेस्ट IPRC महेंद्रगिरि में पूरा हुआ। इस परीक्षण की सबसे बड़ी तकनीकी उपलब्धि नोज़ल प्रोटेक्शन सिस्टम (NPS) का सफल एकीकरण था, जिसने उच्च-तुंगता परीक्षणों की जटिलता को कम किया। इंजन को 22 टन के अधिकतम थ्रस्ट स्तर पर स्थिर प्रदर्शन के लिए परखा गया। इस उन्नत इंजन का उपयोग भारत के सबसे भारी रॉकेट LVM3-M7 मिशन में देश के अगली पीढ़ी के भारी संचार उपग्रह GSAT N-3 (GSAT-32) को भू-स्थिर स्थानांतरण कक्षा में स्थापित करने के लिए किया जाएगा।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कल्पक्कम (तमिलनाडु) में स्थापित विश्व की पहली परमाणु-समर्थित 'कॉपर-क्लोरीन (Cu-Cl) थर्मोकेमिकल हाइड्रोजन उत्पादन सुविधा' के संदर्भ में निम्नलिखित कथनों पर विचार कीजिए: A. इसका उद्घाटन परमाणु ऊर्जा विभाग के सचिव और परमाणु ऊर्जा आयोग के अध्यक्ष डॉ. अजीत कुमार मोहंती द्वारा किया गया। B. यह सुविधा इंदिरा गांधी परमाणु अनुसंधान केंद्र (IGCAR), कल्पक्कम में स्थित फास्ट ब्रीडर टेस्ट रिएक्टर (FBTR) की परमाणु ऊष्मा पर आधारित है। C. इसे भाभा परमाणु अनुसंधान केंद्र (BARC), मुंबई द्वारा स्वदेशी रूप से विकसित Cu-Cl ऊष्मारासायनिक चक्र के आधार पर बनाया गया है। D. यह प्रक्रिया अपेक्षाकृत कम परिचालन तापमान पर उच्च दक्षता से कार्य करती है और पारंपरिक जीवाश्म ईंधनों से होने वाले कार्बन उत्सर्जन को शून्य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ने स्वच्छ ऊर्जा के क्षेत्र में ऐतिहासिक छलांग लगाते हुए IGCAR कल्पक्कम में कॉपर-क्लोरीन (Cu-Cl) थर्मोकेमिकल चक्र पर आधारित विश्व की पहली परमाणु-समर्थित ग्रीन हाइड्रोजन उत्पादन सुविधा का उद्घाटन किया। BARC द्वारा विकसित यह स्वदेशी तकनीक फास्ट ब्रीडर टेस्ट रिएक्टर (FBTR) से प्राप्त प्रक्रियात्मक ऊष्मा का उपयोग कर पानी को हाइड्रोजन और ऑक्सीजन में विघटित करती है। अन्य थर्मोकेमिकल विधियों की तुलना में Cu-Cl चक्र अपेक्षाकृत कम तापमान (लगभग 500°C) पर अत्यधिक दक्षता से काम करता है और इसमें जीवाश्म ईंधन का तनिक भी उपयोग नहीं होता।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ICMR-नेशनल इंस्टीट्यूट फॉर रिसर्च ऑन वूमेन हेल्थ (मुंबई) और IIT बॉम्बे द्वारा संयुक्त रूप से विकसित 'प्लेसेंटा-ऑन-चिप' (Placenta-on-Chip) तकनीक का प्राथमिक चिकित्सीय अनुप्रयोग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प्रयोगशाला में निर्मित एक माइक्रो-सिस्टम है जो गर्भावस्था की जटिलताओं को समझने तथा दवाओं के भ्रूण पर प्रभाव का जानवरों के बिना परीक्षण करने हेतु प्लेसेंटा की तरह कार्य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नवजात शिशुओं में जन्मजात हृदय रोगों की पहचान हेतु एक नैनो-चिप आधारित त्वरित रक्त विश्लेषक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कृत्रिम गर्भाधान (IVF) की सफलता दर को 100% तक बढ़ाने के लिए गर्भाशय में प्रत्यारोपित की जाने वाली सिलिकॉन चिप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स्तन कैंसर के ट्यूमर मार्करों को 5 मिनट में ट्रैक करने वाली एक पोर्टेबल बायो-सेंसर डिवाइस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प्रयोगशाला में निर्मित एक माइक्रो-सिस्टम है जो गर्भावस्था की जटिलताओं को समझने तथा दवाओं के भ्रूण पर प्रभाव का जानवरों के बिना परीक्षण करने हेतु प्लेसेंटा की तरह कार्य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नवजात शिशुओं में जन्मजात हृदय रोगों की पहचान हेतु एक नैनो-चिप आधारित त्वरित रक्त विश्लेषक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कृत्रिम गर्भाधान (IVF) की सफलता दर को 100% तक बढ़ाने के लिए गर्भाशय में प्रत्यारोपित की जाने वाली सिलिकॉन चिप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स्तन कैंसर के ट्यूमर मार्करों को 5 मिनट में ट्रैक करने वाली एक पोर्टेबल बायो-सेंसर डिवाइस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ICMR-NIRRH (मुंबई) और IIT बॉम्बे के बायोमेडिकल इंजीनियरों ने मिलकर भारत की पहली 'प्लेसेंटा-ऑन-चिप' माइक्रो-फ्लूइडिक डिवाइस विकसित की है। यह माइक्रो-सिस्टम मानव शरीर के भीतर मां और गर्भस्थ शिशु के बीच पोषक तत्वों, ऑक्सीजन और रक्त के आदान-प्रदान वाले वास्तविक प्लेसेंटा (अपरा) की जैविक क्रियाओं की हूबहू नकल करता है। इसकी मदद से गर्भावस्था के दौरान प्री-एक्लेम्पसिया, गर्भकालीन मधुमेह और विभिन्न एलोपैथिक दवाओं का भ्रूण के विकास पर पड़ने वाले दुष्प्रभावों का सटीक परीक्षण बिना जानवरों या गर्भवती महिलाओं पर जोखिम लिए प्रयोगशाला में किया जा सकेगा। अन्य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 प्रदेश के विदिशा जिले में आयोजित 'पशुजन्य युद्ध अभ्यास' (Pashujanya Yuddha Abhyas - PYA) के संदर्भ में निम्नलिखित कथनों पर विचार कीजिए: A. यह 'नेशनल वन हेल्थ मिशन' के अंतर्गत पशु स्वास्थ्य आपात स्थितियों और जूनोटिक रोगों से निपटने हेतु आयोजित देश की पहली राष्ट्रीय मॉक ड्रिल थी। B. इसका आयोजन केंद्रीय मत्स्य पालन, पशुपालन एवं डेयरी मंत्रालय के पशुपालन विभाग द्वारा 29 जून से 3 जुलाई 2026 के मध्य संपन्न हुआ। C. इस अभ्यास का आयोजन विदिशा जिले के खारी गांव में किया गया जिसमें स्वास्थ्य, वन और आपदा प्रबंधन एजेंसियों ने समन्वय किया। D. इसमें जानवरों में इन्फ्लूएंजा ए (H1N1) वायरस के प्रसार और उसके इंसानों में जूनोटिक संक्रमण के खतरे से निपटने का यथार्थवादी सिमुलेशन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'नेशनल वन हेल्थ मिशन' (National One Health Mission) के तहत मानव और पशु स्वास्थ्य के अंतर्संबंधों को साधने हेतु मध्य प्रदेश के विदिशा जिले के खारी गांव में 'पशुजन्य युद्ध अभ्यास' (PYA) नामक राष्ट्रीय संयुक्त मॉक ड्रिल आयोजित की गई। पशुपालन एवं डेयरी विभाग के नेतृत्व में आयोजित इस ड्रिल में इन्फ्लूएंजा ए (H1N1) जैसे खतरनाक जूनोटिक वायरस के जानवरों से इंसानों और वन्यजीवों में फैलने की आपात स्थिति का लाइव सिमुलेशन किया गया। इसमें स्वास्थ्य मंत्रालय, पर्यावरण व वन मंत्रालय, NDMA और ICMR ने मिलकर त्वरित क्वारंटीन, सीरो-निगरानी और रिंग-वैक्सीनेशन का अभ्यास किया।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दूरसंचार क्षेत्र में अनुसंधान एवं आपातकालीन सेवाओं के संदर्भ में निम्नलिखित कथनों पर विचार कीजिए: A. 'डिजिटल भारत निधि' (पूर्व USOF) द्वारा कोलकाता स्थित सोसायटी फॉर अप्लाइड माइक्रोवेव इलेक्ट्रॉनिक्स इंजीनियरिंग एंड रिसर्च (समीर) में '6G टेराहर्ट्ज टेस्टबेड' परियोजना को मंजूरी दी गई है। B. इस 3-वर्षीय 6G टेस्टबेड परियोजना में समीर (SAMEER) के साथ IIT मद्रास, IIT गुवाहाटी और IIT पटना भागीदार संस्थान हैं। C. दूरसंचार विभाग ने प्राकृतिक आपदाओं व बाढ़ के दौरान उपयोगकर्ताओं की निर्बाध कनेक्टिविटी हेतु 'इंट्रा-सर्कल रोमिंग' (ICR) सेवा शुरू की है। D. हाल ही में ICR सेवा को भारी बारिश से प्रभावित नागालैंड, गुजरात तथा दादरा और नगर हवेली एवं दमन और दीव के जिलों में सक्रिय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6G विजन को साकार करने के लिए MeitY के स्वायत्त संस्थान समीर (SAMEER, कोलकाता) तथा IIT मद्रास, IIT गुवाहाटी व IIT पटना के सहयोग से 6G टेराहर्ट्ज (THz) टेस्टबेड स्थापित किया जा रहा है जिसे डिजिटल भारत निधि से वित्तीय मंजूरी मिली है। दूसरी ओर, दूरसंचार विभाग (DoT) ने आपातकालीन आपदा प्रबंधन के तहत इंट्रा-सर्कल रोमिंग (ICR) अनिवार्य की है। ICR के तहत किसी एक ऑपरेटर का टावर क्षतिग्रस्त होने पर उपभोक्ता बिना किसी अतिरिक्त शुल्क के उसी सर्किल में उपलब्ध अन्य ऑपरेटर के नेटवर्क से स्वतः जुड़ जाता है। यह सेवा हाल ही में बाढ़ प्रभावित गुजरात, नागालैंड और दमन-दीव में तुरंत लागू की गई।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कोयला मंत्रालय के अधीन कोल कंट्रोलर ऑर्गनाइजेशन द्वारा जारी भारत की पहली व्यापक 'आरोह (AAROH): वार्षिक खान बंदीकरण रिपोर्ट' के संदर्भ में कौन-सा तथ्य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देश में 42 वैज्ञानिक रूप से बंद की गई कोयला खानों के पर्यावरण पुनरुद्धार और पारिस्थितिक पुनर्वास का पहला आधिकारिक दस्तावेजीकरण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निजी क्षेत्र की 100 बंद खदानों में अवैध कोयला खनन रोकने हेतु जारी की गई एक पुलिस जांच रिपोर्ट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तहत बंद हो चुकी सभी खदानों में तत्काल परमाणु कचरा डंप करने की अनुमति दी गई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रिपोर्ट विदेशी कोयला आयातक कंपनियों पर कार्बन टैक्स लगाने की सिफारिश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देश में 42 वैज्ञानिक रूप से बंद की गई कोयला खानों के पर्यावरण पुनरुद्धार और पारिस्थितिक पुनर्वास का पहला आधिकारिक दस्तावेजीकरण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निजी क्षेत्र की 100 बंद खदानों में अवैध कोयला खनन रोकने हेतु जारी की गई एक पुलिस जांच रिपोर्ट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तहत बंद हो चुकी सभी खदानों में तत्काल परमाणु कचरा डंप करने की अनुमति दी गई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रिपोर्ट विदेशी कोयला आयातक कंपनियों पर कार्बन टैक्स लगाने की सिफारिश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जुलाई, 2026 को केंद्रीय कोयला मंत्रालय ने नई दिल्ली में 'आरोह (AAROH): वार्षिक खान बंदीकरण रिपोर्ट' जारी की, जिसे कोल कंट्रोलर ऑर्गनाइजेशन (CCO) द्वारा तैयार किया गया है। यह भारत में वैज्ञानिक माइन क्लोजर (Mine Closure) और भूमि पुनरुद्धार का पहला व्यापक आधिकारिक दस्तावेज है। इसमें देश भर की 42 ऐसी कोयला खदानों की परिवर्तनकारी यात्रा दर्ज की गई है जिन्हें खनन समाप्त होने के बाद वैज्ञानिक रूप से बंद कर वहां घने वन, इको-टूरिज्म पार्क, जल निकाय और सौर ऊर्जा संयंत्र स्थापित किए गए हैं। अन्य विकल्प तथ्यहीन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साउथ ईस्टर्न कोलफील्ड्स लिमिटेड (SECL) द्वारा संचालित 'सुश्रुत' (Sushrut) कॉर्पोरेट सामाजिक उत्तरदायित्व (CSR) पहल के संदर्भ में निम्नलिखित कथनों पर विचार कीजिए: A. यह साउथ ईस्टर्न कोलफील्ड्स लिमिटेड (कोल इंडिया की सहायक कंपनी, बिलासपुर छत्तीसगढ़) द्वारा संचालित एक प्रमुख CSR पहल है। B. यह पहल भारत के आधिकारिक राजपत्र (Gazette of India) में अधिसूचित होने वाली किसी भी कोयला सार्वजनिक उपक्रम की पहली और एकमात्र CSR योजना बन गई है। C. वर्ष 2023 में शुरू इस पहल के तहत SECL के परिचालन क्षेत्रों के मेधावी व वंचित छात्रों को निःशुल्क आवासीय राष्ट्रीय पात्रता सह प्रवेश परीक्षा (NEET) कोचिंग दी जाती है। D. इस योजना के तहत केवल इंजीनियरिंग IIT-JEE प्रवेश परीक्षाओं हेतु कोचिंग दी जाती है और मेडिकल कोचिंग वर्जित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 इंडिया की अग्रणी मिनीरत्न कंपनी साउथ ईस्टर्न कोलफील्ड्स लिमिटेड (SECL, मुख्यालय बिलासपुर) द्वारा कोयला खनन क्षेत्रों के गरीब और मेधावी ग्रामीण व जनजातीय विद्यार्थियों को डॉक्टर बनाने के सपने को साकार करने हेतु 'सुश्रुत' योजना चलाई जा रही है। इस योजना की विशिष्टता यह है कि यह भारत के राजपत्र में अधिसूचित होने वाली पहली सार्वजनिक उपक्रम CSR योजना है। इसके तहत छात्रों को देश के ख्यातिप्राप्त संस्थानों में रखकर भोजन, आवास और शीर्ष स्तर की निःशुल्क आवासीय NEET कोचिंग प्रदान की जाती है। कथन D असत्य है क्योंकि यह योजना विशेष रूप से मेडिकल (NEET) प्रवेश के लिए है, न कि इंजीनियरिंग के लिए। अतः विकल्प A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वस्त्र मंत्रालय के राष्ट्रीय जूट बोर्ड द्वारा विकसित 'जूट-विस्कोस मिश्रित परिधानों' (Jute-Viscose Blended Apparel) के संदर्भ में निम्नलिखित कथनों पर विचार कीजिए: A. इन्हें राष्ट्रीय जूट बोर्ड द्वारा ग्लोस्टर जूट मिल्स, कोलकाता के तकनीकी सहयोग से विकसित किया गया है। B. यह अभिनव परिधान पर्यावरण-अनुकूल और शत-प्रतिशत (100%) प्राकृतिक रूप से बायोडिग्रेडेबल हैं। C. इन्हें स्कॉटलैंड के ग्लासगो में आयोजित होने वाले राष्ट्रमंडल खेल 2026 में भाग लेने वाले 124 सदस्यीय भारतीय एथलीट दल द्वारा पहना जाएगा। D. यह इतिहास में पहला अवसर है जब किसी अंतरराष्ट्रीय बहु-खेल आयोजन में भारत द्वारा जूट-आधारित औपचारिक परिधानों का प्रदर्शन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पारंपरिक प्राकृतिक रेशों को वैश्विक मंच पर प्रमोट करने के लिए केंद्रीय वस्त्र मंत्रालय के राष्ट्रीय जूट बोर्ड ने कोलकाता की ग्लोस्टर जूट मिल्स के साथ मिलकर 100% बायोडिग्रेडेबल जूट-विस्कोस मिश्रित फैब्रिक तैयार किया है। यह पहला मौका है जब किसी अंतरराष्ट्रीय ओलंपिक/राष्ट्रमंडल स्तर के बहु-खेल आयोजन (ग्लासगो कॉमनवेल्थ गेम्स 2026) के उद्घाटन और औपचारिक कार्यक्रमों में 124-सदस्यीय भारतीय दल इन पर्यावरण-अनुकूल जूट परिधानों को पहनेगा। यह वैश्विक खेल मंच पर भारत की स्थिरता (Sustainability) और पारंपरिक जूट उद्योग की आधुनिक क्षमता का शानदार प्रदर्शन है। अतः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विभिन्न मंत्रालयों द्वारा शुरू किए गए डिजिटल ज्ञान एवं कानूनी पोर्टलों के संदर्भ में निम्नलिखित कथनों पर विचार कीजिए: A. 15 जुलाई, 2026 को नई दिल्ली में लॉन्च किए गए 'e-VSP पोर्टल' का संचालन विधि और न्याय मंत्रालय के ' विधि साहित्य प्रकाशन' द्वारा किया जा रहा है। B. e-VSP पोर्टल सुप्रीम कोर्ट और हाई कोर्ट के महत्वपूर्ण निर्णयों, कानूनी पत्रिकाओं और संदर्भ पुस्तकों को हिंदी भाषा में ऑनलाइन उपलब्ध कराता है। C. केंद्रीय जनजातीय कार्य मंत्रालय द्वारा 7 जुलाई को भुवनेश्वर (ओडिशा) में जनजातीय कला, संस्कृति व कौशल हेतु 'ट्राइबएक्स' (TribeX) प्लेटफॉर्म लॉन्च किया गया। D. ट्राइबएक्स प्लेटफॉर्म प्रारंभिक चरण में चित्रकला, हस्तशिल्प और पारंपरिक ज्ञान पर आधारित 20 निःशुल्क सर्टिफिकेट कोर्स उपलब्ध करा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भाषाओं में ज्ञान और न्याय की सुलभता बढ़ाने के लिए विधि राज्य मंत्री अर्जुन राम मेघवाल ने विधि साहित्य प्रकाशन के 'e-VSP पोर्टल' का लोकार्पण किया, जो उच्चतम व उच्च न्यायालयों के फैसलों, विधायी रिपोर्टों और लॉ जनरल्स का हिंदी में प्रामाणिक डिजिटल संग्रह है। दूसरी ओर, केंद्रीय जनजातीय कार्य मंत्रालय ने भुवनेश्वर से देश का पहला जनजातीय ई-लर्निंग प्लेटफॉर्म 'TribeX' शुरू किया है, जो जनजातीय कला, लोक चित्रकला, हस्तशिल्प और पारंपरिक औषधि ज्ञान पर 20 मुफ्त प्रमाण-पत्र पाठ्यक्रम प्रदान करता है जिसे आगे 100 कोर्स तक बढ़ाया जाएगा।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27 जून को अंतरराष्ट्रीय MSME दिवस के अवसर पर नई दिल्ली में आयोजित 'उद्यमी भारत कार्यक्रम' के संदर्भ में निम्नलिखित कथनों पर विचार कीजिए: A. इस कार्यक्रम की अध्यक्षता भारत के उपराष्ट्रपति द्वारा की गई। B. इस अवसर पर 'राष्ट्रीय लघु उद्योग निगम' (NSIC) को अनुसूची 'बी' से क्रमोन्नत कर 'अनुसूची ए' केंद्रीय सार्वजनिक क्षेत्र उद्यम (CPSE) का दर्जा दिया गया। C. कार्यक्रम के दौरान PMEGP 2.0, SAMADHAAN 2.0, PMS पोर्टल तथा MSME Global Mart 2.0 जैसे प्रमुख डिजिटल पोर्टल्स लॉन्च किए गए। D. इस दौरान प्रधानमंत्री विश्वकर्मा योजना के तीन वर्ष पूरे होने पर एक कॉफी टेबल बुक तथा आत्मनिर्भर भारत (SRI) कोष पर पुस्तक का विमोचन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27 जून 2026 को अंतरराष्ट्रीय MSME दिवस पर नई दिल्ली में आयोजित राष्ट्रीय 'उद्यमी भारत कार्यक्रम' में छोटे उद्योगों को सशक्त बनाने के लिए कई ऐतिहासिक कदम उठाए गए। उपराष्ट्रपति सी.पी. राधाकृष्णन की अध्यक्षता में संपन्न इस समारोह में राष्ट्रीय लघु उद्योग निगम (NSIC) को प्रतिष्ठित 'अनुसूची-ए' CPSE में अपग्रेड किया गया। इसके अतिरिक्त उद्यमियों की सुविधा हेतु PMEGP 2.0, समाधान 2.0, एमएसएमई ग्लोबल मार्ट 2.0 और टेस्टिंग पोर्टल प्रारंभ किए गए। पीएम विश्वकर्मा योजना के 3 वर्ष पूरे होने पर विशेष कॉफी टेबल बुक और ₹50,000 करोड़ के आत्मनिर्भर भारत (SRI) फंड की प्रगति पुस्तिका जारी की गई। अतः A, B, C और D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शिक्षा मंत्रालय के विद्यालय शिक्षा एवं साक्षरता विभाग द्वारा जारी 'प्रदर्शन ग्रेडिंग सूचकांक (PGI) 2.0' (2025-26) के संदर्भ में निम्नलिखित कथनों पर विचार कीजिए: A. प्रदर्शन ग्रेडिंग सूचकांक (PGI) की औपचारिक शुरुआत मूल रूप से वर्ष 2017 में शिक्षा मंत्रालय द्वारा की गई थी। B. राज्यों और केंद्र शासित प्रदेशों के लिए PGI-S (State) ढांचे में 70 संकेतकों के तहत कुल 1,000 अंकों का भारांश निर्धारित है। C. जिला स्तर के प्रदर्शन हेतु PGI-D (District) ढांचे में 6 श्रेणियों के तहत कुल 600 अंकों का भारांश तय किया गया है। D. PGI 2.0 का ढांचा UDISE+ तथा 'परख' (PARAKH) राष्ट्रीय सर्वेक्षण 2024 के आंकड़ों के साथ संरेखित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शिक्षा मंत्रालय द्वारा राज्यों/UTs और जिलों के स्कूली शिक्षा तंत्र के निष्पक्ष और साक्ष्य-आधारित मूल्यांकन हेतु PGI 2.0 रिपोर्ट 2025-26 जारी की गई है। PGI की शुरुआत 2017 में हुई थी। संशोधित PGI 2.0 में PGI-State (PGI-S) 70 संकेतकों पर आधारित 1,000 अंकों का मूल्यांकन करता है, जबकि जिला स्तरीय PGI-District (PGI-D) 6 श्रेणियों में 600 अंकों का पैमाना रखता है। यह UDISE+ और परख (PARAKH) राष्ट्रीय उपलब्धि सर्वेक्षण के वास्तविक लर्निंग आउटकम डेटा से जुड़ा है, जिससे राज्यों व जिलों के बीच शिक्षा सुधार की स्वस्थ प्रतिस्पर्धा बनती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द्वारा राज्यों में निवेश आकर्षण क्षमता का मूल्यांकन करने हेतु जारी 'निवेश अनुकूलता सूचकांक' (Investment Friendliness Index - IFI) के प्रमुख स्तंभों और उनके भारांश प्रतिशत का सही मिलान कीजिए: सूची-I (IFI स्तंभ): सूची-I: A. अवसंरचना (Infrastructure) B. कारोबारी वातावरण (Business Environment) C. संसाधन उपलब्धता (Resources) D. नियामकीय सुगमता (Regulatory Ease) सूची-II: 1. 25% (लॉजिस्टिक्स, ऊर्जा, डिजिटल ও औद्योगिक) 2. 20% (आर्थिक प्रदर्शन, नवाचार ও सुगमता) 3. 15% (प्राकृतिक एवं मानव संसाधन) 4. 12% (अनुपालन एवं विधिक व्यवस्था)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द्वारा राज्यों और संघ राज्य क्षेत्रों में घरेलू व विदेशी निवेश आकर्षित करने की क्षमताओं को मापने के लिए निवेश अनुकूलता सूचकांक (IFI) विकसित किया गया है जिसमें 8 स्तंभ और 84 संकेतक शामिल हैं। इसमें सबसे अधिक भारांश अवसंरचना (Infrastructure) को 25% दिया गया है (A-1)। कारोबारी वातावरण (Business Environment) को 20% भारांश (B-2), संसाधन उपलब्धता (प्राकृतिक व मानव संसाधन) को 15% भारांश (C-3) तथा नियामकीय सुगमता (अनुपालन व विधिक प्रक्रियाएं) को 12% भारांश दिया गया है (D-4)। इसके अलावा सरकारी नीति 10%, संस्थागत वातावरण 7%, वित्तीय सुदृढ़ता 6% व पर्यावरणीय लचीलापन 5% है। अतः सही मिलान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सांख्यिकी एवं कार्यक्रम कार्यान्वयन मंत्रालय (MoSPI) द्वारा विकसित किए जा रहे 'सेवा उत्पादन सूचकांक' (Index of Service Production - ISP) के संदर्भ में निम्नलिखित कथनों पर विचार कीजिए: A. इसके विकास हेतु गठित तकनीकी सलाहकार समिति की अध्यक्षता नीति आयोग की विशिष्ट फेलो देबजानी घोष द्वारा की गई। B. सेवा उत्पादन सूचकांक (ISP) का आधार वर्ष (Base Year) 2024-25 निर्धारित किया गया है। C. यह सूचकांक औद्योगिक उत्पादन सूचकांक (IIP) के पूरक के रूप में सेवा क्षेत्र के अल्पकालिक उतार-चढ़ाव का मासिक मापन प्रदान करेगा। D. समिति ने संदर्भ माह की समाप्ति के 60 दिनों के भीतर मासिक ISP डेटा जारी करने की सिफारिश 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अर्थव्यवस्था में 55% से अधिक योगदान देने वाले सेवा क्षेत्र के मासिक उत्पादन को मापने के लिए MoSPI ने देबजानी घोष समिति की सिफारिशों पर आधारित 'सेवा उत्पादन सूचकांक' (ISP) तैयार किया है। जिस प्रकार IIP विनिर्माण व खनन को मापता है, उसी प्रकार ISP परिवहन, संचार, आईटी, पर्यटन, वित्तीय सेवाओं और रियल एस्टेट के मासिक रुझान प्रदान करेगा। इसका आधार वर्ष 2024-25 रखा गया है और डेटा प्रत्येक संदर्भ माह के 60 दिनों के भीतर जारी किया जाएगा, जिससे जीडीपी गणना और मौद्रिक नीति निर्माण अधिक यथार्थवादी हो सकेगी।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पत्तन, पोत और जलमार्ग मंत्रालय की 'जहाज निर्माण विकास योजना' (SBDS) के तहत सैद्धांतिक मंजूरी प्राप्त दो प्रमुख समुद्री अवसंरचना परियोजनाओं के संदर्भ में निम्नलिखित कथनों पर विचार कीजिए: A. कुच्छड़ी, पोरबंदर (गुजरात) में 1.2 से 1.5 मिलियन ग्रॉस टन क्षमता वाले बड़े वाणिज्यिक जहाजों के निर्माण हेतु 'ग्रीनफील्ड जहाज निर्माण क्लस्टर' विकसित किया जाएगा। B. कुच्छड़ी क्लस्टर को पत्तन, पोत और जलमार्ग मंत्रालय तथा गुजरात समुद्री बोर्ड द्वारा संयुक्त एसपीवी (SPV) के माध्यम से विकसित किया जाएगा। C. वडीनार (गुजरात) में ₹1,570 करोड़ की लागत से 'ब्राउनफील्ड जहाज मरम्मत सुविधा' कोचीन शिपयार्ड लिमिटेड (CSL) और दीनदयाल पोर्ट अथॉरिटी द्वारा विकसित की जाएगी। D. इस योजना के तहत केंद्र सरकार द्वारा पूंजीगत अवसंरचना लागत पर 25 प्रतिशत तक की वित्तीय सहायता प्रदान की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वैश्विक जहाज निर्माण और मरम्मत का शीर्ष केंद्र बनाने हेतु पत्तन, पोत और जलमार्ग मंत्रालय ने SBDS योजना के तहत गुजरात में दो रणनीतिक परियोजनाओं को सैद्धांतिक मंजूरी दी है। पोरबंदर के कुच्छड़ी में अंतरराष्ट्रीय स्तर का विशाल ग्रीनफील्ड जहाज निर्माण क्लस्टर गुजरात मैरीटाइम बोर्ड के साथ बनेगा। वहीं वडीनार में ₹1,570 करोड़ की लागत से कोचीन शिपयार्ड और दीनदयाल पोर्ट अथॉरिटी (कांडला) मिलकर ब्राउनफील्ड जहाज मरम्मत यार्ड बनाएंगे। इस योजना में सरकार 25% पूंजीगत वित्तीय सहायता दे रही है।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संपन्न हुई ₹440 करोड़ की 'कैपिटल ड्रेजिंग चरण-VI' परियोजना के पश्चात, विशाखापत्तनम के बाद 18 मीटर की विशाल ड्राफ्ट क्षमता हासिल करने वाला भारत का दूसरा प्रमुख बंदरगाह कौन-सा बन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कामराजार बंदरगाह (एन्नोर, तमिलनाडु)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वी.ओ. चिदंबरनार बंदरगाह (तूतीकोरिन, तमिलनाडु)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श्यामा प्रसाद मुखर्जी बंदरगाह (कोलकाता, पश्चिम बंगाल)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जवाहरलाल नेहरू पोर्ट ट्रस्ट - JNPT (महाराष्ट्र)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कामराजार बंदरगाह (एन्नोर, तमिलनाडु)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वी.ओ. चिदंबरनार बंदरगाह (तूतीकोरिन, तमिलनाडु)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श्यामा प्रसाद मुखर्जी बंदरगाह (कोलकाता, पश्चिम बंगाल)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 पोर्ट ट्रस्ट - JNPT (महाराष्ट्र)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तमिलनाडु के एन्नोर स्थित कामराजार बंदरगाह (Kamarajar Port) ने ₹440 करोड़ की लागत वाली कैपिटल ड्रेजिंग चरण-VI परियोजना को सफलतापूर्वक पूरा कर लिया है। इसके साथ ही इस बंदरगाह के नौवहन चैनल की गहराई (ड्राफ्ट) बढ़कर 18 मीटर हो गई है। विशाखापत्तनम पोर्ट के बाद 18 मीटर ड्राफ्ट क्षमता प्राप्त करने वाला यह भारत का दूसरा प्रमुख केंद्रीय बंदरगाह बन गया है। इस गहरी ड्राफ्ट क्षमता के कारण अब कामराजार बंदरगाह 1,70,000 DWT (डेडवेट टन) क्षमता वाले विशाल 'केपसाइज़' (Capesize) मालवाहक जहाजों को आसानी से बर्थ करने में सक्षम हो गया है। अन्य बंदरगाहों के विकल्प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इस्पात मंत्रालय के अधीन 'मेटलर्जिकल एंड इंजीनियरिंग कंसल्टेंट्स (इंडिया) लिमिटेड' (मेकॉन - MECON) के संदर्भ में निम्नलिखित कथनों पर विचार कीजिए: A. मेकॉन भारत सरकार के इस्पात मंत्रालय के प्रशासनिक नियंत्रण के तहत अनुसूची 'ए' केंद्रीय सार्वजनिक क्षेत्र का उद्यम (CPSE) है। B. मेकॉन की स्थापना वर्ष 1959 में हुई थी तथा इसका केंद्रीय कॉर्पोरेट मुख्यालय रांची (झारखंड) में स्थित है। C. हाल ही में इस्पात मंत्रालय द्वारा मेकॉन को 'मिनीरत्न श्रेणी-I' (Miniratna Category-I) का प्रतिष्ठित दर्जा प्रदान किया गया है। D. मिनीरत्न श्रेणी-I हेतु कंपनी को पिछले 3 वर्षों से निरंतर लाभ अर्जित करने के साथ कम से कम एक वर्ष में ₹30 करोड़ या अधिक का कर-पूर्व लाभ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की अग्रणी इंजीनियरिंग और कंसल्टेंसी कंपनी मेकॉन लिमिटेड (MECON) को इस्पात मंत्रालय द्वारा 'मिनीरत्न श्रेणी-I' का दर्जा प्रदान किया गया है। 1959 में स्थापित मेकॉन का मुख्यालय रांची (झारखंड) में है और यह भारी उद्योग, धातु विज्ञान, रक्षा तथा इंफ्रास्ट्रक्चर परियोजनाओं की प्रमुख कंसल्टेंट है। मिनीरत्न श्रेणी-I के वैधानिक मानदंडों के अनुसार कंपनी लगातार 3 वर्षों से लाभ में रही है, किसी एक वर्ष में ₹30 करोड़ से अधिक का कर-पूर्व लाभ (PBT) कमाया है और इसकी नेटवर्थ सकारात्मक है। इस दर्जे से मेकॉन को ₹500 करोड़ तक के स्वायत्त निवेश और विदेशी संयुक्त उद्यमों के वित्तीय अधिकार प्राप्त होंगे।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सेमीकंडक्टर विनिर्माण मिशन एवं हालिया संयंत्रों के उद्घाटन के संदर्भ में निम्नलिखित कथनों पर विचार कीजिए: A. प्रधानमंत्री नरेंद्र मोदी ने साणंद (गुजरात) में 'CG सेमी आउटसोर्स्ड सेमीकंडक्टर असेंबली एंड टेस्ट' (OSAT) सुविधा का उद्घाटन किया। B. वाणिज्यिक उत्पादन प्रारंभ करने के मामले में CG सेमी OSAT देश का तीसरा चालू सेमीकंडक्टर संयंत्र बन गया है (माइक्रॉन ATMP व कायन्स सेमीकॉन के बाद)। C. केंद्रीय मंत्रिमंडल ने देश में संपूर्ण सेमीकंडक्टर इकोसिस्टम के विकास हेतु ₹1,27,500 करोड़ के बजट परिव्यय के साथ 'सेमीकॉन 2.0' को मंजूरी दी है। D. सेमीकॉन 2.0 मिशन छह रणनीतिक स्तंभों (चिप डिजाइन, फैब्रिकेशन, पैकेजिंग, सप्लाई चेन, उपकरण एवं कुशल कार्यबल) पर आधारित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वैश्विक सेमीकंडक्टर महाशक्ति बनाने की दिशा में साणंद (गुजरात) में CG Semi OSAT सुविधा का लोकार्पण प्रधानमंत्री द्वारा किया गया, जिसकी प्रारंभिक क्षमता 20 करोड़ और लक्ष्य 500 करोड़ चिप्स प्रतिवर्ष है। भारत में Micron ATMP (साणंद) और Kaynes Semicon (सानंद) के बाद वाणिज्यिक उत्पादन शुरू करने वाला यह तीसरा संयंत्र है। अनुमोदित 12 प्रोजेक्ट्स को गति देने के लिए सरकार ने ₹1,27,500 करोड़ के भारी बजट के साथ 'सेमीकॉन 2.0' स्वीकृत किया है जो चिप डिजाइन, फैब्रिकेशन, उन्नत पैकेजिंग, रसायन/गैस आपूर्ति और मानव संसाधन विकास के 6 स्तंभों पर केंद्रित है। अतः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स्वास्थ्य मंत्रालय द्वारा 'आयुष्मान भारत डिजिटल मिशन' (ABDM) के अंतर्गत हाल ही में शुरू की गई डिजिटल स्वास्थ्य पहलों का सही मिलान कीजिए: सूची-I (डिजिटल पहल): सूची-I: A. आरोग्य सेतु B. आयुष्मान सारथी (Ayushman Saarthi) C. ई-सुश्रुत क्लिनिक (e-Sushrut @Clinic) D. PM Family Care Tracker सूची-II: 2. 0 (Aarogya Setu 2.0) 1. जन्म-मृत्यु पंजीकरण डेटा से जुड़कर बच्चों को स्वतः योजनाओं हेतु यूनिक आईडी प्रदान करना 2. नागरिकों के लिए व्यक्तिगत स्वास्थ्य रिकॉर्ड (PHR) एवं एकीकृत डिजिटल स्वास्थ्य ऐप 3. व्हाट्सऐप के माध्यम से AB PM-JAY सेवाओं तक 24x7 सुरक्षित एवं आसान नागरिक पहुंच 4. छोटे बाह्य रोगी क्लीनिकों हेतु C-DAC द्वारा विकसित क्लाउड-आधारित अस्पताल सूचना प्रणाली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स्वास्थ्य मंत्री जे.पी. नड्डा द्वारा नागरिकों और डॉक्टरों की सुविधा हेतु डिजिटल स्वास्थ्य सेवाओं का नया सेट लॉन्च किया गया। आरोग्य सेतु ऐप को कोविड ट्रैकिंग से आगे बढ़ाकर देश के नागरिकों हेतु आधुनिक 'पर्सनल हेल्थ रिकॉर्ड' (PHR) ऐप के रूप में बदला गया है (A-2)। 'आयुष्मान सारथी' चैटबॉट नागरिकों को व्हाट्सऐप के जरिए आयुष्मान कार्ड, अस्पताल सूची और इलाज पात्रता की 24x7 जानकारी देता है (B-3)। C-DAC द्वारा विकसित 'ई-सुश्रुत क्लिनिक' छोटे डॉक्टरों व निजी क्लीनिकों हेतु किफायती क्लाउड-आधारित HMIS सॉफ्टवेयर है (C-4)। गांधीनगर से अमित शाह द्वारा शुरू 'PM Family Care Tracker' जन्म डेटा से जोड़कर नवजातों को स्वतः यूनिक आईडी देता है (D-1)। अतः सही कूट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नई दिल्ली में आयोजित 'केंद्रीय स्वास्थ्य एवं परिवार कल्याण परिषद' (CCHFW) के 16वें सम्मेलन एवं 'सुमन रोडमैप 2030' के संदर्भ में निम्नलिखित कथनों पर विचार कीजिए: A. केंद्रीय स्वास्थ्य एवं परिवार कल्याण परिषद (CCHFW) भारत के संविधान के अनुच्छेद 263 के तहत गठित एक शीर्ष संवैधानिक सलाहकार संस्था है। B. यह परिषद केंद्रीय स्वास्थ्य एवं परिवार कल्याण मंत्रालय के नीतिगत निर्णयों की सर्वोच्च सलाहकार संस्था के रूप में कार्य करती है। C. 'सुमन रोडमैप 2030' का मुख्य उद्देश्य देश भर में मातृ और नवजात शिशु स्वास्थ्य देखभाल में सुधार कर वर्ष 2030 तक सतत विकास लक्ष्यों (SDG) को प्राप्त करना है। D. इस सम्मेलन में देश के सभी सरकारी अस्पतालों को पूरी तरह समाप्त कर निजी बीमा कंपनियों को सौंपने की संस्तुति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263 (अंतर-राज्य परिषद प्रावधान) के अंतर्गत गठित केंद्रीय स्वास्थ्य एवं परिवार कल्याण परिषद (CCHFW) देश के स्वास्थ्य क्षेत्र की सर्वोच्च नीतिगत व सलाहकार संस्था है। नई दिल्ली में आयोजित इसके 16वें राष्ट्रीय सम्मेलन में सभी राज्यों के स्वास्थ्य मंत्रियों की उपस्थिति में 'सुमन (SUMAN) रोडमैप 2030' का अनावरण किया गया। इसका मूल लक्ष्य प्रसव पूर्व जांच, संस्थागत प्रसव और नवजात शिशु गहन चिकित्सा इकाइयों (SNCU) को सुदृढ़ करके 2030 तक मातृ मृत्यु दर (MMR) और शिशु मृत्यु दर (IMR) में भारी कमी लाकर SDG लक्ष्यों को प्राप्त करना है। कथन D पूरी तरह असत्य है। अतः सही उत्तर विकल्प B (केवल A,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सरकार द्वारा घोषित संशोधित ग्रामीण मजदूरी दरों तथा 'बायोमेडिकल रिसर्च करियर प्रोग्राम' (BRCP) के तीसरे चरण के संदर्भ में निम्नलिखित कथनों पर विचार कीजिए: A. 'वीबी-जी राम जी अधिनियम, 2025' के तहत संशोधित अंतरिम न्यूनतम मजदूरी दर (Base Wage Rate) ₹300 प्रति दिन तय की गई है। B. ग्रामीण कामगारों का राष्ट्रीय औसत अधिसूचित वेतन ₹298.8 से बढ़कर ₹327.4 प्रति दिन हो गया है (10% से अधिक की वृद्धि)। C. बायोमेडिकल रिसर्च करियर प्रोग्राम (BRCP) का तीसरा चरण ₹1,500 करोड़ के कुल वित्तीय परिव्यय के साथ प्रारंभ किया गया है। D. BRCP कार्यक्रम जैव प्रौद्योगिकी विभाग (DBT - ₹1,000 करोड़) तथा ब्रिटेन के वेलकम ट्रस्ट (₹500 करोड़) की संयुक्त साझेदारी से संचालित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भारत गारंटी फॉर रोजगार और आजीविका मिशन (ग्रामीण) अधिनियम 2025 के तहत सरकार ने 1 जुलाई 2026 से प्रभावी संशोधित मजदूरी दरों की घोषणा की। 21 राज्यों/UTs में अंतरिम बेस वेज ₹300/दिन तय हुई और राष्ट्रीय औसत मजदूरी ₹327.4/दिन हो गई। दूसरी ओर, विज्ञान एवं प्रौद्योगिकी मंत्रालय ने वैश्विक स्तर पर प्रतिस्पर्धी जैव-चिकित्सा शोधकर्ता तैयार करने हेतु BRCP के तीसरे चरण को ₹1,500 करोड़ के साथ हरी झंडी दी। वर्ष 2008 में शुरू हुए इस प्रतिष्ठित कार्यक्रम में भारत सरकार का DBT ₹1,000 करोड़ तथा ब्रिटेन का वेलकम ट्रस्ट ₹500 करोड़ का योगदान दे रहा है जिसका क्रियान्वयन 'DBT/वेलकम ट्रस्ट इंडिया एलायंस' द्वारा किया जा रहा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द्वारा जारी 'बायो-इकोनॉमी 2035 रोडमैप' तथा 'राष्ट्रीय यूरिया निवेश नीति (NIPU)-2026' के संदर्भ में निम्नलिखित कथनों पर विचार कीजिए: A. भारत की बायो-इकोनॉमी वर्ष 2014 के $10 बिलियन से बढ़कर 2025 में $195.3 बिलियन हो गई है, जो राष्ट्रीय GDP का लगभग 4.8% है। B. रोडमैप के अनुसार भारत की जैव अर्थव्यवस्था का आकार वर्ष 2030 तक $392 बिलियन तथा वर्ष 2035 तक $691 बिलियन तक पहुंचाने का लक्ष्य है। C. आर्थिक मामलों की कैबिनेट समिति (CCEA) ने देश में गैस-आधारित यूरिया इकाइयों को बढ़ावा देने हेतु 'NIPU-2026' को मंजूरी दी है जो NIP-2012 का स्थान लेगी। D. NIPU-2026 के तहत 12% फ्लोर और 16% सीलिंग के साथ वायबल Return on Equity (ROE) बैंड तय किया गया है जिससे प्रति प्लांट ₹250 करोड़ से अधिक की बचत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और बायोटेक्नोलॉजी विभाग द्वारा जारी रोडमैप के अनुसार भारत की बायो-इकोनॉमी 2025 में $195.3 बिलियन पहुंच चुकी है। इसे 2030 तक $392B, 2035 तक $691B और 2047 तक $2.6 ट्रिलियन पहुंचाने की रूपरेखा बनाई गई है। वहीं उर्वरक क्षेत्र में आत्मनिर्भरता हेतु केंद्रीय मंत्रिमंडल ने NIPU-2026 को स्वीकृति दी। यह नीति पूर्ववर्ती NIP-2012 के स्थान पर आई है, जिसमें फिक्स्ड व वेरिएबल लागत को अलग कर 12% से 16% का सुरक्षित ROE बैंड दिया गया है। 4 वर्ष बाद फिक्स्ड लागत को रुपये में बदलकर विदेशी मुद्रा जोखिम समाप्त किया गया है, जिससे प्रत्येक नए यूरिया प्लांट को ₹250 करोड़ से अधिक की शुद्ध बचत होगी।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'मोबाइल फोन विनिर्माण योजना' (MPMS) तथा 'राजस्थान औद्योगिक विकास नीति-2026' के संदर्भ में निम्नलिखित कथनों पर विचार कीजिए: A. केंद्रीय मंत्रिमंडल द्वारा स्वीकृत MPMS योजना की कार्यान्वयन अवधि वित्तीय वर्ष 2026-27 से 2030-31 तक 5 वर्षों के लिए निर्धारित की गई है। B. MPMS के तहत पात्र वृद्धिशील बिक्री पर 2.25% से 5% तक प्रोत्साहन तथा उत्पाद डिजाइन व R&amp;D हेतु 3% की अतिरिक्त प्रोत्साहन दर निर्धारित है। C. 'राजस्थान औद्योगिक विकास नीति-2026' चार रणनीतिक स्तंभों (G-4: ग्रीन, गवर्नेंस, ग्रोथ और ग्लोबलाइजेशन) पर आधारित है। D. राजस्थान नीति का मुख्य लक्ष्य राज्य की अर्थव्यवस्था को वर्ष 2028-29 तक $350 अरब तथा वर्ष 2047 तक $4.3 ट्रिलियन तक पहुंचाना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इलेक्ट्रॉनिक्स विनिर्माण में भारत को वैश्विक लीडर बनाने हेतु प्रधानमंत्री की अध्यक्षता में 5-वर्षीय 'मोबाइल फोन विनिर्माण योजना' (MPMS: 2026-27 से 2030-31) को मंजूरी दी गई। इसमें 2.25% से 5% उत्पादन प्रोत्साहन, कंपोनेंट घरेलू सोर्सिंग पर 1.5% तथा भारतीय ब्रांड्स के R&amp;D पर 3% अतिरिक्त प्रोत्साहन देय है। राज्य स्तर पर राजस्थान सरकार ने 'राजस्थान इंडस्ट्रियल डेवलपमेंट पॉलिसी 2026' लागू की है। यह नीति G-4 (ग्रीन, गवर्नेंस, ग्रोथ, ग्लोबलाइजेशन) पर आधारित 5-वर्षीय खाका है जिसका लक्ष्य राज्य को 2028-29 तक $350 बिलियन और 'विकसित राजस्थान 2047' तक $4.3 ट्रिलियन की अर्थव्यवस्था बनाना है।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6 जुलाई को आयोजित 'सहकारिता मंत्रालय के 5वें स्थापना दिवस समारोह' में शुरू की गई प्रमुख पहलों के संदर्भ में निम्नलिखित कथनों पर विचार कीजिए: A. इस अवसर पर 'सहकार CBS' (Core Banking Solution) तथा कृत्रिम बुद्धिमत्ता आधारित 'सहकार सहयोगी' बैंकिंग प्लेटफॉर्म का शुभारंभ किया गया। B. राष्ट्रीय सहकारी डेटाबेस पोर्टल (NCD) 3.0 और पैक्स संपत्तियों की जीपीएस मैपिंग हेतु 'जियो-टैग मोबाइल ऐप' लॉन्च किया गया। C. National Dairy Development Board (NDDB) के 'दुग्ध आपूर्ति समीक्षा डैशबोर्ड पोर्टल' का शुभारंभ किया गया। D. 'विश्व की सबसे बड़ी अन्न भंडारण योजना' के तहत 135 गोदामों का हस्तांतरण, 85 का लोकार्पण और 47 गोदामों का शिलान्यास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'सहकार से समृद्धि' के विजन के साथ 5 वर्ष पूर्ण करने पर केंद्रीय गृह एवं सहकारिता मंत्री अमित शाह की अध्यक्षता में भव्य स्थापना दिवस समारोह संपन्न हुआ। सहकारी बैंकों के आधुनिकीकरण हेतु क्लाउड-सक्षम 'सहकार सीबीएस' और AI-संचालित 'सहकार सहयोगी' प्लेटफॉर्म शुरू किए गए। सहकारी संस्थाओं की वास्तविक समय निगरानी के लिए NCD 3.0 पोर्टल, जियो-टैग ऐप और NDDB का राष्ट्रीय दुग्ध डैशबोर्ड राष्ट्र को समर्पित किया गया। इसके अतिरिक्त विकेंद्रीकृत अन्न भंडारण योजना के तहत पैक्स स्तर पर 135 पूर्ण गोदामों का किसानों को हस्तांतरण, 85 का लोकार्पण और 47 नए गोदामों का शिलान्यास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हालिया अंतरराष्ट्रीय द्विपक्षीय संबंधों एवं शीर्ष शिखर सम्मेलनों के संदर्भ में निम्नलिखित कथनों पर विचार कीजिए: A. प्रधानमंत्री नरेंद्र मोदी इंडोनेशिया की संसद को संबोधित करने वाले भारत के प्रथम प्रधानमंत्री बने तथा उन्हें सर्वोच्च नागरिक सम्मान 'बिंतांग आदिपूर्ण' प्रदान किया गया। B. भारत और इंडोनेशिया ने रवींद्रनाथ टैगोर की यात्रा के 100 वर्ष पूरे होने पर 2026-2027 को 'टैगोर-देवंतरा वर्ष' के रूप में मनाने की घोषणा की। C. जापान की पहली महिला प्रधानमंत्री सनाए ताकाइची की भारत यात्रा के दौरान 16वें भारत-जापान शिखर सम्मेलन में 1,000 बायोगैस संयंत्रों हेतु CBG पहल पर हस्ताक्षर हुए। D. वर्ष 2027 में भारत-जापान राजनयिक संबंधों की 75वीं वर्षगांठ को 'भारत-जापान साझा क्षितिज वर्ष' (Year of Shared Horizons) के रूप में मनाया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विदेश नीति के रणनीतिक विस्तार में प्रधानमंत्री मोदी की जकार्ता यात्रा ऐतिहासिक रही जहाँ उन्होंने इंडोनेशियाई संसद को संबोधित किया और उन्हें 35वां अंतरराष्ट्रीय सम्मान 'बिंतांग आदिपूर्ण' मिला। दोनों देशों ने सांस्कृतिक राजनय हेतु 'टैगोर-देवंतरा वर्ष' (2026-27) घोषित किया। वहीं नई दिल्ली में 16वें भारत-जापान वार्षिक शिखर सम्मेलन में जापान की पहली महिला पीएम सनाए ताकाइची के साथ आर्थिक सुरक्षा सहयोग पर संयुक्त घोषणा हुई तथा 1,000 बायोगैस व बायो-उर्वरक संयंत्र लगाने हेतु भारत-जापान CBG समझौता हुआ। दोनों देशों ने 2027 में 75वीं वर्षगांठ को 'साझा क्षितिज वर्ष' मनाने का संकल्प लिया। अतः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विभिन्न देशों के साथ हालिया शैक्षिक, सांस्कृतिक एवं समुद्री सहयोग से संबंधित निम्नलिखित युग्मों का सही मिलान कीजिए: सूची-I (अंतरराष्ट्रीय सहयोग/विषय): सूची-I: A. ऑस्ट्रेलिया के फ्लिंडर्स विश्वविद्यालय का प्रस्तावित भारतीय परिसर B. ऑस्ट्रेलिया के विक्टोरिया विश्वविद्यालय का प्रस्तावित भारतीय परिसर C. ऑस्ट्रेलिया से भारत वापस लाई गई 3 दुर्लभ प्राचीन कलाकृतियां (11वीं-12वीं सदी) D. भारत के साथ 'कीवी फल कार्य योजना' के तहत 2 उत्कृष्टता केंद्रों की स्थापना सूची-II: 1. गुरुग्राम (हरियाणा) 2. बेंगलुरु (कर्नाटक) 3. नागालैंड एवं उत्तराखंड 4. पवित्र बैल नंदी (ग्रेनाइट), भद्रकाली त्रिशूल (कांस्य) व छह सिर वाले स्कंद (तमिलनाडु)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विदेशी विश्वविद्यालयों के परिसर खोलने की नीति के तहत ऑस्ट्रेलिया के प्रतिष्ठित फ्लिंडर्स विश्वविद्यालय को बेंगलुरु (कर्नाटक) में तथा विक्टोरिया विश्वविद्यालय को गुरुग्राम (हरियाणा) में स्वतंत्र सब-कैंपस स्थापित करने की मंजूरी दी गई, अतः A-2 और B-1। सांस्कृतिक कूटनीति के तहत ऑस्ट्रेलिया द्वारा तमिलनाडु की 11वीं-12वीं सदी की 3 अनमोल धरोहरें (नंदी की ग्रेनाइट प्रतिमा, भद्रकाली त्रिशूल की कांस्य प्रतिमा और स्कंद की मूर्ति) भारत को सौंपी गईं (C-4)। न्यूजीलैंड के साथ द्विपक्षीय बागवानी व्यापार को बढ़ावा देने हेतु 'कीवी फल कार्य योजना' के अंतर्गत नागालैंड और उत्तराखंड में 2 उत्कृष्टता केंद्र (CoE) स्थापित किए जा रहे हैं (D-3)। अतः सही मिलान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जारी अंतरराष्ट्रीय सूचकांकों एवं आर्टिफिशियल इंटेलिजेंस (AI) मंचों के संदर्भ में निम्नलिखित कथनों पर विचार कीजिए: A. 'क्यूएस वर्ल्ड फ्यूचर स्किल्स इंडेक्स 2027' में भारत ने 'इकोनॉमिक कैपेसिटी' में 100/100 अंक तथा 'फ्यूचर ऑफ वर्क' श्रेणी में विश्व में 5वां स्थान प्राप्त किया। B. 'ग्लोबल एयर पावर रैंकिंग 2026' में 'टू वैल्यू रेटिंग' (TVR 69.4) के आधार पर भारतीय वायुसेना (IAF) को दुनिया की छठी सबसे शक्तिशाली वायुसेना आंका गया है। C. ITU और यूनेस्को द्वारा समर्थित 'AI फॉर गुड ग्लोबल कमीशन' के सह-अध्यक्ष रवांडा के राष्ट्रपति पॉल कगामे और सेल्सफोर्स CEO मार्क बेनिऑफ़ बने हैं। D. चीन द्वारा 29 विकासशील देशों (ग्लोबल साउथ) के साथ मिलकर 'वर्ल्ड आर्टिफिशियल इंटेलिजेंस कोऑपरेशन ऑर्गनाइजेशन' की स्थापना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रैंकिंग में भारत का तकनीकी व सामरिक दबदबा लगातार बढ़ा है। क्वाक्वेरेली साइमंड्स (QS) के फ्यूचर स्किल्स इंडेक्स में भारत ने शीर्ष प्रदर्शन करते हुए आर्थिक क्षमता में पूर्ण 100 अंक और भविष्य के रोजगार में 5वीं वैश्विक रैंक पाई। वर्ल्ड डायरेक्टरी ऑफ मॉडर्न मिलिट्री एयरक्राफ्ट की 2026 रैंकिंग में आधुनिक तकनीक, लॉजिस्टिक्स और मारक संतुलन के TVR फॉर्मूले से भारतीय वायुसेना विश्व में छठे स्थान पर रही। जिनेवा में संयुक्त राष्ट्र की 'AI फॉर गुड' पहल में 40 सदस्यीय आयोग का गठन हुआ जिसमें भारत से मुकेश अंबानी और सुनील मित्तल संस्थापक सदस्य बने। चीन ने 29 देशों के साथ वर्ल्ड AI कोऑपरेशन संगठन बनाया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वैश्विक स्तर पर संपन्न हुए प्रमुख राजनयिक कार्यक्रमों, सम्मेलनों एवं अंतरराष्ट्रीय घटनाओं का सही मिलान कीजिए: सूची-I (घटना/पहल): सूची-I: A. 36वाँ नाटो (NATO) शिखर सम्मेलन 2026 B. शंघाई सहयोग संगठन (SCO) विमेन्स फोरम 2026 C. ऑपरेशन अमिस्ताद (Operation Amistad) D. यूनेस्को (UNESCO) की 45वीं भारतीय विश्व धरोहर स्थल के रूप में शामिल सूची-II: 1. अंकारा (तुर्किये) - नाटो महासचिव मार्क रुट्टे की अध्यक्षता में 2. बिश्केक (किर्गिस्तान) - भारत का प्रतिनिधित्व अन्नपूर्णा देवी द्वारा 3. वेनेजुएला में भीषण भूकंप के उपरांत भारत द्वारा भेजी गई मानवीय आपदा राहत 4. सारनाथ के प्राचीन बौद्ध स्थल (उत्तर प्रदेश) - बुसान में 48वें सत्र में स्वीकृत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36वें नाटो शिखर सम्मेलन का आयोजन अंकारा (तुर्किये) में महासचिव मार्क रुट्टे की अध्यक्षता में संपन्न हुआ जिसमें 32 सदस्य देशों ने भाग लिया, अतः A-1। किर्गिस्तान के बिश्केक में आयोजित SCO विमेन्स फोरम में भारत का प्रतिनिधित्व केंद्रीय महिला एवं बाल विकास मंत्री अन्नपूर्णा देवी ने किया (B-2)। वेनेजुएला में आए विनाशकारी भूकंप के बाद भारत सरकार ने मित्रता की मिसाल पेश करते हुए त्वरित मानवीय राहत सामग्री 'ऑपरेशन अमिस्ताद' के तहत भेजी (C-3)। दक्षिण कोरिया के बुसान में आयोजित यूनेस्को विश्व धरोहर समिति के 48वें सत्र में भगवान बुद्ध की प्रथम उपदेश स्थली 'सारनाथ के प्राचीन बौद्ध स्थल' को भारत की 45वीं विश्व धरोहर संपत्ति घोषित किया गया (D-4)।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संपन्न हुए राष्ट्रीय/अंतरराष्ट्रीय पुरस्कारों, विज्ञान ओलंपियाडों तथा खेल प्रतियोगिताओं के संदर्भ में निम्नलिखित कथनों पर विचार कीजिए: A. 72वें राष्ट्रीय फिल्म पुरस्कारों में 'आर्टिकल 370' को सर्वश्रेष्ठ फीचर फिल्म, कार्तिक आर्यन व ममूटी को सर्वश्रेष्ठ अभिनेता तथा यामी गौतम को सर्वश्रेष्ठ अभिनेत्री का पुरस्कार मिला। B. 56वें अंतरराष्ट्रीय भौतिकी ओलंपियाड (IPhO - कोलंबिया) तथा 58वें अंतरराष्ट्रीय रसायन ओलंपियाड (ICHO - उज्बेकिस्तान) दोनों में भारत ने संयुक्त रूप से विश्व में प्रथम स्थान हासिल किया। C. 17वीं राष्ट्रीय युवा संसद प्रतियोगिता 2024-25 का सर्वोच्च पुरस्कार 'अटल बिहारी वाजपेयी रनिंग पार्लियामेंट्री शील्ड' कश्मीर विश्वविद्यालय को प्रदान किया गया। D. जस्टिस प्रतिभा एम. सिंह 'इंटरनेशनल आईपी हॉल ऑफ फेम' में शामिल होने वाली प्रथम भारतीय जज बनीं तथा सौरव गांगुली व अंजुम चोपड़ा को 'ICC हॉल ऑफ फेम' में शामिल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जुलाई 2026 के राष्ट्रीय व वैश्विक पुरस्कारों में भारत ने अभूतपूर्व उपलब्धियां दर्ज कीं। 72वें राष्ट्रीय फिल्म पुरस्कारों में आदित्य जंभाले निर्देशित 'आर्टिकल 370' को स्वर्ण कमल तथा कार्तिक आर्यन (चंदू चैंपियन) व ममूटी (ब्रह्मयुगम) को संयुक्त रूप से सर्वश्रेष्ठ अभिनेता का रजत कमल मिला। विज्ञान ओलंपियाड में कोलंबिया में आयोजित IPhO में भारतीय टीम के सभी 5 छात्रों ने स्वर्ण जीतकर विश्व में पहला स्थान पाया तथा ICHO में सभी 4 छात्रों ने स्वर्ण जीता। कश्मीर विश्वविद्यालय ने 17वीं राष्ट्रीय युवा संसद की शीर्ष शील्ड जीती। बौद्धिक संपदा कानून में योगदान हेतु दिल्ली हाई कोर्ट की जस्टिस प्रतिभा एम. सिंह को ग्लोबल IP हॉल ऑफ फेम में जगह मिली तथा सौरव गांगुली व अंजुम चोपड़ा ICC हॉल ऑफ फेम के 12वें भारतीय सदस्य बने। अतः A, B, C और D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