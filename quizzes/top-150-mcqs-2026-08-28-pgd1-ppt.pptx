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प्राचीन भारतीय वैदिक साहित्य से संबंधित निम्नलिखित कथनों पर विचार कीजिए: A. शतपथ ब्राह्मण को सभी ब्राह्मण ग्रंथों में सबसे बड़ा और व्यापक माना जाता है तथा यह शुक्ल यजुर्वेद से संबद्ध है। B. ऐतरेय और कौषीतकि ब्राह्मण ग्रंथ सामवेद से संबद्ध हैं। C. आयुर्वेद उपवेद ऋग्वेद से संबंधित है जबकि धनुर्वेद उपवेद यजुर्वेद से संबंधित है। D. गोपथ ब्राह्मण अथर्ववेद से संबद्ध ब्राह्मण ग्रंथ है। उपर्युक्त कथनों में से कौन सा/से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शतपथ ब्राह्मण शुक्ल यजुर्वेद से संबद्ध है और आकार व विषय-वस्तु दोनों में सबसे विस्तृत ब्राह्मण ग्रंथ माना जाता है, जो कर्मकांड और दर्शन दोनों पर प्रकाश डालता है, इसलिए कथन A सही है। कथन B गलत है क्योंकि ऐतरेय और कौषीतकि ब्राह्मण ऋग्वेद से संबद्ध हैं, सामवेद से नहीं - सामवेद से जैमिनीय और तांड्य ब्राह्मण जुड़े हैं। कथन C सही है क्योंकि वेदों से संबद्ध चार उपवेद क्रमशः आयुर्वेद-ऋग्वेद, धनुर्वेद-यजुर्वेद, गांधर्ववेद-सामवेद और शिल्पवेद-अथर्ववेद हैं। कथन D भी सही है क्योंकि गोपथ ब्राह्मण अथर्ववेद से संबद्ध एकमात्र ब्राह्मण ग्रंथ है। ब्राह्मण ग्रंथ मूलतः वेदों की ऋचाओं पर गद्य शैली में लिखी गई टीकाएँ हैं जो यज्ञों-अनुष्ठानों की विधि और उनके पीछे के पौराणिक आख्यान बताती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प्रसिद्ध पुरुषसूक्त, जो चार वर्णों की उत्पत्ति की व्याख्या करता है तथा जिसके आधार पर मुख्यतः इसे बाद में जोड़ा गया ग्रंथांश माना जाता है, ऋग्वेद के किस मंडल में निहित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पहला मंडल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आरण्यक खंड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दसवाँ मंडल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गोत्र/वंश मंडल (दूसरा से सातवाँ)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दसवाँ मंडल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पहला मंडल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आरण्यक खंड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गोत्र/वंश मंडल (दूसरा से सातवाँ)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पुरुषसूक्त, जो ब्रह्मांडीय सत्ता (पुरुष) के यज्ञ से चार सामाजिक व्यवस्थाओं यानी ब्राह्मण, क्षत्रिय, वैश्य और शूद्र वर्णों की रचना का वर्णन करता है, ऋग्वेद के दसवें मंडल में स्थित है। यह मंडल भाषा-शैली और विषय-वस्तु की दृष्टि से बाकी नौ मंडलों से भिन्न है, इसलिए विद्वान इसे संहिता में अपेक्षाकृत बाद के काल में जोड़ा गया अंश मानते हैं। दूसरे से सातवें मंडल को 'गोत्र/वंश मंडल' कहा जाता है क्योंकि ये विशिष्ट पुरोहित परिवारों (ऋषि-कुलों) से संबद्ध सबसे प्राचीन अंश हैं, इसलिए विकल्प D गलत है। आरण्यक अलग वैदिक साहित्य-वर्ग है, पुरुषसूक्त का हिस्सा नहीं, अतः विकल्प B भी गलत है। पहला मंडल भी प्राचीन है परंतु पुरुषसूक्त वहाँ नहीं, दसवें मंडल में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अथर्ववेद अन्य तीन वेदों से किस प्रमुख आधार पर भिन्न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मुख्यतः रोग निवारण और बुराई दूर करने वाले लोकप्रिय जादुई मंत्रों-भजनों का संकलन है, जबकि अन्य तीन वेद यज्ञों-अनुष्ठानों पर केंद्रित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एकमात्र वेद है जो गद्य शैली में लिखा गया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एकमात्र वेद है जिसका कोई ब्राह्मण ग्रंथ नहीं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रचना अन्य तीन वेदों के हजारों वर्ष बाद हुई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मुख्यतः रोग निवारण और बुराई दूर करने वाले लोकप्रिय जादुई मंत्रों-भजनों का संकलन है, जबकि अन्य तीन वेद यज्ञों-अनुष्ठानों पर केंद्रित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एकमात्र वेद है जो गद्य शैली में लिखा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एकमात्र वेद है जिसका कोई ब्राह्मण ग्रंथ नहीं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रचना अन्य तीन वेदों के हजारों वर्ष बाद हुई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अथर्ववेद अन्य तीन वेदों से इसलिए अलग है क्योंकि जहाँ ऋग्वेद, यजुर्वेद और सामवेद मुख्यतः अनुष्ठानों, प्रार्थनाओं और यज्ञों के मंत्रों पर केंद्रित हैं, वहीं अथर्ववेद मुख्यतः लोकप्रिय जादुई प्रथाओं से संबंधित भजनों, मंत्रों का संकलन है जिनमें रोगों को ठीक करने, बुरी आत्माओं को दूर भगाने और समृद्धि सुनिश्चित करने के उद्देश्य से की जाने वाली क्रियाएँ शामिल हैं। अथर्ववेद का भी अपना ब्राह्मण ग्रंथ (गोपथ ब्राह्मण) और उपवेद (शिल्पवेद) है, इसलिए विकल्प C गलत है। गद्य शैली ब्राह्मण ग्रंथों की विशेषता है न कि किसी एक वेद की, इसलिए विकल्प B गलत है। अथर्ववेद की रचना-काल को लेकर विद्वानों में मतभेद है परंतु 'हजारों वर्ष बाद' जैसा दावा अतिरंजित और तथ्यहीन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सप्त-सिंधु और आरण्यक-उपनिषद साहित्य से संबंधित निम्नलिखित कथनों पर विचार कीजिए: A. सप्त-सिंधु का अर्थ है सात नदियों की भूमि, जिसमें परुष्णी नाम रावी नदी का प्राचीन नाम है। B. आरण्यक मुख्यतः दार्शनिक ज्ञान-कांड से संबंधित हैं जबकि उपनिषद कर्मकांड और यज्ञ पर केंद्रित हैं। C. आरण्यक, ब्राह्मण (जो कर्मकांड को स्पष्ट करते हैं) और उपनिषद (जो दार्शनिक विचारों को स्पष्ट करते हैं) के बीच एक सेतु का कार्य करते हैं। D. 'वेदांत' शब्द का अर्थ है 'वेदों का अंत', जो उपनिषदों को दर्शाता है क्योंकि ये वैदिक संहिता के अंत में आते हैं। उपर्युक्त में से कौन 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सप्त-सिंधु क्षेत्र में सिंधु, वितस्ता (झेलम), असिक्नी (चिनाब), परुष्णी (रावी), विपाशा (व्यास), शतद्रु (सतलुज) और सरस्वती नदियाँ शामिल थीं, इसलिए कथन A सही है। कथन B ठीक उल्टा है - वास्तव में आरण्यक कर्मकांड (यज्ञों) से जुड़े रहते हुए भी दार्शनिक चिंतन की ओर झुकाव रखते हैं, जबकि उपनिषद पूरी तरह ज्ञान-कांड (दार्शनिक खोज) पर केंद्रित होते हैं, इसलिए B गलत है। कथन C सही है क्योंकि आरण्यक इन दोनों साहित्य-वर्गों के बीच संक्रमणकालीन कड़ी हैं। कथन D भी सही है - वेदांत का शाब्दिक अर्थ वेद का अंत/लक्ष्य है, और उपनिषद वैदिक परंपरा की दार्शनिक परिणति होने के कारण यह नाम 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उत्तर वैदिक काल (लगभग 1000-600 ईसा पूर्व) से संबंधित निम्नलिखित कथनों पर विचार कीजिए: A. धार्मिक जीवन का मुख्य ध्यान प्रकृति देवताओं की सरल पूजा से हटकर बड़े पैमाने पर पुरोहितों द्वारा किए जाने वाले सार्वजनिक यज्ञों पर केंद्रित हो गया। B. लोहे के औजारों के प्रचलन ने गंगा-यमुना दोआब के घने जंगलों को साफ करने में महत्वपूर्ण भूमिका निभाई, जिससे पूर्वी प्रवास और कृषि विस्तार हुआ। C. इस काल में वर्ण व्यवस्था अधिक कठोर हो गई और जन्म पर आधारित हो गई, जबकि सभा-समिति जैसी लोकतांत्रिक संस्थाएँ राजाओं की बढ़ती शक्ति के आगे प्रभावहीन होने लगीं। D. महिलाओं की स्थिति में उल्लेखनीय सुधार हुआ और उन्हें उपनयन संस्कार का पूर्ण अधिकार प्राप्त हो गया।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उत्तर वैदिक काल में जटिल सार्वजनिक यज्ञों का बोलबाला हो गया जिसने प्रकृति देवताओं की सरल पूजा को फीका कर दिया, इसलिए कथन A सही है। लोहे के औजारों (लगभग 1000 ईसा पूर्व से) ने गंगा के मैदान की सघन वनस्पति साफ करने के औजार दिए, जिससे कथन B सही सिद्ध होता है। इस काल में वर्ण व्यवस्था कठोर होकर जन्माधारित हो गई और समिति जैसी सभाएँ राजाओं के बढ़ते प्रभाव के आगे कमजोर पड़ गईं, अतः C भी सही है। कथन D पूर्णतः गलत है क्योंकि उत्तर वैदिक काल में महिलाओं की स्थिति में सुधार नहीं बल्कि गिरावट आई - उन्हें उपनयन संस्कार से वंचित कर दिया गया, जो केवल शुरू के तीन वर्णों के पुरुषों तक सीमित रह गया, और शूद्रों के साथ महिलाओं को भी इस पवित्र संस्कार के अधिकार से बाहर रखा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प्रारंभिक वैदिक समाज में 'उपनयन संस्कार' का मूल अर्थ और उद्देश्य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ब्राह्मणों द्वारा किया जाने वाला एक अंत्येष्टि अनुष्ठान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क्षत्रिय समाज में विवाह का एक समारोह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पवित्र धागे के साथ दीक्षा के माध्यम से शिक्षा आरंभ करने का संस्कार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फसल के मौसम को चिह्नित करने के लिए मनाया जाने वाला त्योहार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पवित्र धागे के साथ दीक्षा के माध्यम से शिक्षा आरंभ करने का संस्कार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ब्राह्मणों द्वारा किया जाने वाला एक अंत्येष्टि अनुष्ठान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क्षत्रिय समाज में विवाह का एक समारोह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फसल के मौसम को चिह्नित करने के लिए मनाया जाने वाला त्योहार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उपनयन संस्कार पवित्र धागे (यज्ञोपवीत) के साथ बालक की शिक्षा-दीक्षा आरंभ करने का संस्कार था, जिसके बाद वह गुरुकुल में वेद-अध्ययन आरंभ करता था। समाज को जिन चार वर्णों में विभाजित किया गया था - ब्राह्मण, क्षत्रिय, वैश्य और शूद्र - उनमें शुरू के तीन वर्ण ही इस संस्कार के अधिकारी थे और इसीलिए 'द्विज' (दो बार जन्मा) कहलाते थे; शूद्रों को इस अनुष्ठान से वंचित रखा गया था, जिसे शूद्रों पर विकलांगता थोपने और वर्ण-पदानुक्रम को मजबूत करने की शुरुआत माना जाता है। यह न तो अंत्येष्टि संस्कार है और न विवाह समारोह, इसलिए विकल्प A और B गलत हैं। यह किसी मौसमी त्योहार से भी संबंधित नहीं बल्कि व्यक्तिगत शैक्षणिक-आध्यात्मिक दीक्षा का प्रतीक है, अतः विकल्प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वेदांत परंपरा के प्रमुख आचार्यों को उनके प्रतिपादित दर्शन-सिद्धांत से सुमेलित कीजिए: सूची-I (आचार्य): सूची-I: A. आदि शंकराचार्य B. रामानुजाचार्य C. मध्वाचार्य D. वल्लभाचार्य सूची-II: 1. शुद्धाद्वैत (सृष्टि ब्रह्म की साकार व आनंदमयी अभिव्यक्ति है) 2. द्वैतवाद (ईश्वर और आत्मा पूर्णतः भिन्न हैं) 3. अद्वैतवाद (आत्मा और ब्रह्म की एकता, संसार माया है) 4. विशिष्टाद्वैत (आत्मा-परमात्मा भिन्न किंतु अविभाज्य)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आदि शंकराचार्य ने अद्वैत वेदांत का प्रतिपादन किया, जिसके अनुसार आत्मा (जीव) और ब्रह्म (परम सत्य) एक हैं तथा संसार माया (भ्रम) है - उन्होंने भारत के चार कोनों में चार मठ (शृंगेरी, द्वारका, ज्योतिर्मठ, गोवर्धन) स्थापित किए। रामानुजाचार्य ने विशिष्टाद्वैत का प्रतिपादन किया जिसमें आत्मा और परमात्मा भिन्न होते हुए भी अविभाज्य माने गए हैं, इनकी प्रमुख रचना वेदार्थसंग्रह और श्रीभाष्य है। मध्वाचार्य ने द्वैत दर्शन दिया जिसमें ईश्वर और आत्मा को पूर्णतः भिन्न माना गया। वल्लभाचार्य ने शुद्धाद्वैत का प्रतिपादन किया और अनुभाष्य नामक ग्रंथ रचा, जिसमें सृष्टि को ब्रह्म (कृष्ण) की साकार व आनंदमयी अभिव्यक्ति माना गया है, न कि माया।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मुगल राजकुमार दारा शिकोह ने सूफी मत और वेदांत दर्शन के बीच समानता प्रदर्शित करने के लिए उपनिषदों का फारसी में अनुवाद कर किस ग्रंथ की रचना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सिर्रे-अकबर (मजमा-उल-बहरैन)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आइन-ए-अकबरी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हुमायूँनामा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पादशाहनामा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सिर्रे-अकबर (मजमा-उल-बहरैन)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आइन-ए-अकबरी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हुमायूँनामा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पादशाहनामा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राजकुमार दारा शिकोह ने उपनिषदों का फारसी में सिर्रे-अकबर के नाम से अनुवाद किया तथा मजमा-उल-बहरैन (दो समुद्रों का संगम) ग्रंथ की रचना कर सूफी और वेदांत दर्शन के बीच गहरी वैचारिक समानता को प्रदर्शित करने का प्रयास किया। यह अकबर की सुलह-ए-कुल नीति की वैचारिक परंपरा को आगे बढ़ाने वाला प्रयास माना जाता है, जिसने बाद में दारा शिकोह को औरंगजेब के विरुद्ध उत्तराधिकार युद्ध में धार्मिक कट्टरता के आरोपों का सामना करने में योगदान दिया। आइन-ए-अकबरी अबुल फजल की रचना है जो अकबर के शासन का प्रशासनिक विवरण देती है, इसलिए विकल्प B गलत है। हुमायूँनामा गुलबदन बेगम और पादशाहनामा अब्दुल हमीद लाहौरी की रचनाएँ हैं, इनका उपनिषद अनुवाद से कोई संबंध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भक्ति आंदोलन के निर्गुण एवं सगुण संप्रदाय से संबंधित निम्नलिखित संतों पर विचार कीजिए: A. गुरु नानक B. दादू दयाल C. तुलसीदास D. रामानंद उपर्युक्त में से कौन-से संत भक्ति आंदोलन के निर्गुण संप्रदाय से संबंधित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 नानक निर्गुण भक्ति के प्रवर्तक माने जाते हैं, जिन्होंने निराकार ईश्वर (एक ओंकार) की भक्ति अपनाई और मूर्तिपूजा-जातिभेद का विरोध किया। दादू दयाल ने भी निर्गुण भक्ति पर बल दिया और अंतःकरण की आंतरिक साधना को महत्व दिया, इसलिए विकल्प A सही है। तुलसीदास सगुण भक्ति के प्रमुख संत थे जिन्होंने भगवान राम के साकार रूप की भक्ति को अवधी भाषा में रामचरितमानस के माध्यम से लोकप्रिय बनाया। रामानंद यद्यपि निर्गुण भक्तों (जैसे कबीर) के गुरु माने जाते हैं, किंतु वे स्वयं सगुण भक्ति (राम भक्ति) की ओर अधिक झुके हुए थे। अतः तुलसीदास और रामानंद दोनों को निर्गुण संप्रदाय में शामिल करना गलत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भारतीय दर्शन के संदर्भ में 'तत्त्ववाद' (यथार्थवादी दृष्टिकोण से प्रस्तुत तर्कों की दर्शन-प्रणाली) का प्रतिपादन किसने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शंकराचार्य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रामानुजाचार्य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मध्वाचार्य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वल्लभाचार्य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मध्वाचार्य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शंकराचार्य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रामानुजाचार्य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वल्लभाचार्य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मध्वाचार्य ने द्वैत (द्वैतवाद) दर्शन का प्रवर्तन किया, जिसमें ईश्वर और आत्मा को भिन्न माना गया, और उन्होंने अपने इस यथार्थवादी दृष्टिकोण को 'तत्त्ववाद' भी कहा। वे जीव (व्यक्तिगत आत्मा) और ब्रह्म (ईश्वर) के बीच स्पष्ट भेद में विश्वास करते थे और उन्होंने ब्रह्मसूत्रों पर अपनी टीका लिखी, जिसे ब्रह्मसूत्र भाष्य कहा जाता है। इनका दर्शन भगवान विष्णु की व्यक्तिगत भक्ति पर आधारित था, जिसका प्रभाव भक्ति आंदोलन के उत्तरवर्ती चरणों, विशेषकर कर्नाटक और महाराष्ट्र में भक्ति संतों पर पड़ा। शंकराचार्य अद्वैतवाद, रामानुजाचार्य विशिष्टाद्वैत और वल्लभाचार्य शुद्धाद्वैत के प्रवर्तक थे,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 धर्म के संस्थापक भगवान महावीर के जीवन और सिद्धांतों से संबंधित निम्नलिखित कथनों पर विचार कीजिए: A. उन्होंने अपना पहला उपदेश पावापुरी में अपने 11 शिष्यों (गणधरों) को दिया था। B. उनके पिता सिद्धार्थ ज्ञातृक क्षत्रिय कुल के मुखिया थे। C. उन्हें ऋजुपालिका नदी के तट पर जृम्भिकग्राम में एक साल वृक्ष के नीचे कैवल्य (केवलज्ञान) की प्राप्ति हुई थी। D. उन्हें 'जिन' अथवा 'जितेन्द्रिय' कहा जाता था, जिसका अर्थ है अपनी इंद्रियों पर विजय प्राप्त करने वाला। उपर्युक्त में से कौन सा कथन गलत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गलत है क्योंकि महावीर ने पावापुरी में मोक्ष (निर्वाण) प्राप्त किया था, न कि अपना पहला उपदेश दिया - उनका पहला उपदेश (दिव्य ध्वनि) राजगृह के पास विपुलाचल पर्वत पर हुआ था। कथन B सही है, उनके पिता सिद्धार्थ ज्ञातृक क्षत्रिय कुल के मुखिया थे और माता त्रिशला लिच्छवि वंश की राजकुमारी थीं। कथन C भी सही है - उन्हें बारह वर्षों की कठोर तपस्या के बाद ऋजुपालिका नदी के तट पर एक साल वृक्ष के नीचे केवलज्ञान प्राप्त हुआ था। कथन D भी सही है, 'जिन' का अर्थ विजेता है और इसी से 'जैन' शब्द बना है, जो अपनी इंद्रियों और कर्मों पर विजय पाने वाले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 धर्म में 'स्याद्वाद' की अवधारणा को निम्नलिखित में से किस अन्य नाम से भी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ज्ञान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त्रिरत्न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पंच महाव्रत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अनेकांतवाद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अनेकांतवाद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ज्ञान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त्रिरत्न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 महाव्रत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स्याद्वाद ('हो सकता है' या सापेक्षता का सिद्धांत) को अनेकांतवाद के नाम से भी जाना जाता है, क्योंकि दोनों सिद्धांत परस्पर जुड़े हुए हैं - अनेकांतवाद के अनुसार प्रत्येक वस्तु में अनेक गुण होते हैं और किसी वस्तु की प्रकृति को पूर्ण रूप से नहीं बल्कि सापेक्ष रूप से ही जाना जा सकता है। स्याद्वाद इसी सापेक्षतावादी दृष्टिकोण को व्यक्त करने के लिए प्रयुक्त तार्किक ढांचा है, जिसके अनुसार परम सत्य बहुआयामी है और कोई भी एक दृष्टिकोण संपूर्ण सत्य को नहीं पकड़ सकता। त्रिरत्न (सम्यक दर्शन, सम्यक ज्ञान, सम्यक चरित्र) जैन धर्म के मोक्ष-मार्ग से संबंधित है, न कि सापेक्षतावाद से, इसलिए विकल्प B गलत है। पंच महाव्रत जैन मुनियों के पाँच व्रत हैं (अहिंसा, सत्य, अस्तेय, ब्रह्मचर्य, अपरिग्रह), जिनका स्याद्वाद से सीधा संबंध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 धर्म के श्वेतांबर-दिगंबर विभाजन से संबंधित निम्नलिखित कथनों पर विचार कीजिए: A. यह विभाजन मुख्यतः स्याद्वाद की दार्शनिक व्याख्याओं में मतभेद के कारण हुआ था। B. मगध में लगभग 300 ईसा पूर्व पड़े एक भयंकर अकाल के कारण भद्रबाहु के नेतृत्व में भिक्षुओं का सामूहिक प्रवास दक्षिण भारत की ओर हुआ, जहाँ उन्होंने कठोर तप (दिगंबर) परंपरा बनाए रखी। C. स्थूलभद्र के नेतृत्व में मगध में रह गए भिक्षुओं ने अपने संप्रदाय को बनाए रखने के लिए श्वेत वस्त्र धारण किए, जिससे स्थायी विभेद उत्पन्न हुआ। D. यह विभाजन प्रथम जैन परिषद के दौरान ही आधिकारिक रूप से घोषित कर दिया गया था। उपर्युक्त में से कौन 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श्वेतांबर-दिगंबर विभाजन का मूल कारण दार्शनिक व्याख्याओं का मतभेद नहीं बल्कि मगध में पड़े अकाल के कारण भद्रबाहु के नेतृत्व में हुआ सामूहिक दक्षिण-प्रवास और वहाँ कठोर दिगंबर तप-परंपरा का विकास था, इसलिए कथन A गलत है जबकि B सही है। स्थूलभद्र के नेतृत्व में मगध में रह गए भिक्षुओं ने श्वेत वस्त्र अपनाया, जिससे दोनों समूहों के बीच आचरण संबंधी भिन्नता स्थायी रूप ले गई, अतः कथन C भी सही है। यह विभाजन औपचारिक रूप से प्रथम जैन परिषद के दौरान नहीं बल्कि इसके काफी बाद, लगभग पहली शताब्दी ईस्वी में मुख्यतः आचरण-भेद (विशेषकर वस्त्र और मठवासी अनुशासन) के कारण प्रमुख हुआ, इसलिए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जैन वास्तुकला का प्रमुख प्रारंभिक उदाहरण है, जिसे ओडिशा में राजा खारवेल के काल में तराशा-दान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एलोरा का कैलाश मंदिर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साँची स्तूप</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उदयगिरि और खंडगिरि की गुफाएँ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बोधगया महाबोधि मंदिर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उदयगिरि और खंडगिरि की गुफाएँ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एलोरा का कैलाश मंदिर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साँची स्तूप</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बोधगया महाबोधि मंदिर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ओडिशा की उदयगिरि और खंडगिरि गुफाएँ प्रारंभिक जैन वास्तुकला का प्रमुख उदाहरण हैं। ये शैल-कटाव आश्रय विशेष रूप से जैन तपस्वियों के निवास के लिए, विशेषकर राजा खारवेल के काल में, तराशे और दान किए गए थे - इस परिसर में मानव-निर्मित और प्राकृतिक दोनों प्रकार की लगभग 18 गुफाएँ हैं, जिनमें हाथीगुंफा अभिलेख (ब्राह्मी लिपि में) राजा खारवेल के सैन्य अभियानों का वर्णन करता है और जैन नमोकार मंत्र से आरंभ होता है। एलोरा का कैलाश मंदिर मुख्यतः शैव (राष्ट्रकूट-निर्मित) वास्तुकला का उदाहरण है, हालाँकि एलोरा में कुछ जैन गुफाएँ भी हैं, इसलिए विकल्प A सटीक उत्तर नहीं है। साँची स्तूप बौद्ध और बोधगया महाबोधि मंदिर भी बौद्ध वास्तुकला से संबंधित हैं, जैन धर्म से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 परिषदों (संगीतियों) के संबंध में निम्नलिखित कथनों पर विचार कीजिए: A. प्रथम जैन परिषद पाटलिपुत्र में स्थूलभद्र की अध्यक्षता में आयोजित हुई थी, जिसका उद्देश्य महावीर की मौखिक शिक्षाओं को 12 अंगों में संकलित करना था। B. दूसरी जैन संगीति 512 ईस्वी में गुजरात के वल्लभी में देवार्धि क्षमाश्रमण की अध्यक्षता में आयोजित हुई, जिसमें जैन आगमों को अंतिम रूप से लिखित रूप में संकलित किया गया। C. दोनों परिषदों के परिणामस्वरूप श्वेतांबर और दिगंबर संप्रदाय पूर्ण एकमत हो गए और उनके बीच विभाजन सदा के लिए समाप्त हो गया। D. दिगंबर संप्रदाय ने इस संकलन (आगम) को पूर्ण रूप से स्वीकार नहीं किया। उपर्युक्त में से कौन 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जैन परिषद पाटलिपुत्र (आधुनिक पटना) में स्थूलभद्र की अध्यक्षता में लगभग तीसरी शताब्दी ईसा पूर्व आयोजित हुई थी, जिसमें शिक्षाओं को 12 अंगों (सिद्धांतों) में व्यवस्थित किया गया, इसलिए कथन A सही है। दूसरी जैन संगीति 512 ईस्वी में वल्लभी (गुजरात) में देवार्धि क्षमाश्रमण की अध्यक्षता में हुई, जिसमें आगम ग्रंथों को अंतिम रूप से लिपिबद्ध किया गया, अतः कथन B भी सही है। कथन C पूर्णतः गलत है क्योंकि इन परिषदों के बावजूद श्वेतांबर-दिगंबर विभाजन समाप्त नहीं हुआ, बल्कि दिगंबर संप्रदाय ने इस संकलन को स्वीकार ही नहीं किया, जिससे कथन D सही सिद्ध होता है। यह दर्शाता है कि जैन धर्म में मौखिक परंपरा को लिपिबद्ध करने के प्रयासों के बावजूद संप्रदायगत मतभेद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 धर्म के प्रथम तीर्थंकर, जिनका प्रतीक बैल है और जन्मस्थान अयोध्या माना जाता है,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पार्श्वनाथ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ऋषभदेव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नेमिनाथ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ऋषभदेव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पार्श्वनाथ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नेमिनाथ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ऋषभदेव (आदिनाथ) जैन धर्म के प्रथम तीर्थंकर थे, जिनका प्रतीक बैल है और परंपरा के अनुसार उनका जन्मस्थान अयोध्या माना जाता है। जैन परंपरा के अनुसार कुल 24 तीर्थंकर हुए, जिनमें अंतिम अर्थात 24वें तीर्थंकर महावीर स्वामी थे, जिनका प्रतीक सिंह है और जन्मस्थान क्षत्रियकुंड माना जाता है, इसलिए विकल्प B गलत है। पार्श्वनाथ 23वें तीर्थंकर थे जिनका प्रतीक सर्प है और जन्मस्थान काशी माना जाता है, जबकि नेमिनाथ 22वें तीर्थंकर थे जिनका प्रतीक शंख है और जन्मस्थान द्वारका माना जाता है। इन सभी 24 तीर्थंकरों को जैन धर्म में मोक्ष-मार्ग का उपदेशक माना जाता है, किंतु प्रथम प्रवर्तक होने का श्रेय ऋषभदेव को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 धर्म के दार्शनिक सिद्धांतों के संबंध में निम्नलिखित कथनों पर विचार कीजिए: A. अनेकांतवाद और स्यादवाद दोनों जैन दर्शन के केंद्रीय व परस्पर जुड़े सिद्धांत हैं। B. सर्वास्तिवाद और शून्यवाद बौद्ध धर्म की शाखाओं के सिद्धांत हैं, न कि जैन धर्म के। C. नियतिवाद (भाग्यवाद) जैन धर्म का केंद्रीय सिद्धांत है, जिसके अनुसार सब कुछ पूर्वनिर्धारित है। D. त्रिरत्न - सम्यक दर्शन, सम्यक ज्ञान और सम्यक चरित्र - जैन धर्म में मोक्ष प्राप्ति के मार्ग माने जाते हैं।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अनेकांतवाद और स्यादवाद जैन दर्शन के दो परस्पर जुड़े केंद्रीय सिद्धांत हैं जो ज्ञान की सापेक्षता को दर्शाते हैं, इसलिए कथन A सही है। सर्वास्तिवाद (एक प्रारंभिक बौद्ध संप्रदाय जो तीनों कालों में सभी धर्मों के अस्तित्व में विश्वास करता था) और शून्यवाद बौद्ध धर्म से संबंधित सिद्धांत हैं, जैन धर्म से नहीं, अतः कथन B सही है। कथन C गलत है क्योंकि नियतिवाद वास्तव में आजीवक संप्रदाय (मक्खलि गोसाल द्वारा स्थापित) का केंद्रीय सिद्धांत है, न कि जैन धर्म का - जैन धर्म व्यक्तिगत प्रयास (पुरुषार्थ) और कर्म पर बल देता है। त्रिरत्न वाकई जैन धर्म में मोक्ष के तीन आवश्यक मार्ग माने जाते हैं, इसलिए कथन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चार आर्य सत्य, जो बौद्ध धर्म के मूलभूत सिद्धांत हैं, में निम्नलिखित में से कौन सा सत्य इन चारों में सम्मिलित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दुःख का सत्य (दुःख)</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दुःख के कारण का सत्य (समुदय)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स्थायी आत्मा के अस्तित्व का सत्य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दुःख निरोध के मार्ग का सत्य (मार्ग)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स्थायी आत्मा के अस्तित्व का सत्य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दुःख का सत्य (दुःख)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दुःख के कारण का सत्य (समुदय)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दुःख निरोध के मार्ग का सत्य (मार्ग)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आर्य सत्य बौद्ध धर्म के मूलभूत सिद्धांत हैं जिनमें दुःख (जीवन दुःखमय है), समुदय (दुःख का कारण तृष्णा है), निरोध (दुःख का निवारण संभव है) और मार्ग (निरोध का मार्ग अष्टांगिक मार्ग है) शामिल हैं। स्थायी आत्मा के अस्तित्व का सत्य इन चार सत्यों में सम्मिलित नहीं है, क्योंकि बौद्ध धर्म का अनात्म सिद्धांत स्थायी, अपरिवर्तनीय आत्मा के अस्तित्व को ही मूल रूप से अस्वीकार करता है - यह सिद्धांत बौद्ध धर्म को हिंदू और जैन दर्शन की आत्मा-संबंधी अवधारणाओं से अलग करता है। इस प्रकार दुःख, समुदय और मार्ग तीनों वास्तविक आर्य सत्य हैं (विकल्प A, B, D सही तत्व हैं), जबकि स्थायी आत्मा की धारणा बौद्ध धर्म के अनात्म व अनित्य सिद्धांतों के सीधे विपरीत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बौद्ध धर्म के सर्वास्तिवाद संप्रदाय के संबंध में निम्नलिखित कथनों पर विचार कीजिए: A. यह एक प्रारंभिक बौद्ध संप्रदाय था जो भूत, वर्तमान और भविष्य तीनों कालों में सभी धर्मों (तत्वों) के अस्तित्व में विश्वास करता था। B. यह उत्तर-पश्चिमी भारत और मध्य एशिया में विशेष रूप से प्रभावशाली था, विशेषकर कुषाण साम्राज्य के संरक्षण में। C. सौत्रांतिक संप्रदाय सर्वास्तिवाद संप्रदाय की ही एक शाखा के रूप में उभरा। D. यह संप्रदाय अनात्मवाद (आत्मा के अस्तित्व को अस्वीकार करने) के सिद्धांत को पूर्णतः खारिज करता था। उपर्युक्त में से कौन 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सर्वास्तिवाद संप्रदाय की विशिष्ट मान्यता थी कि सभी धर्म (अस्तित्व के तत्व) भूत, वर्तमान और भविष्य तीनों कालों में विद्यमान हैं, इसलिए कथन A सही है। यह संप्रदाय उत्तर-पश्चिमी भारत और मध्य एशिया में अत्यधिक प्रभावशाली था, विशेषकर कुषाण शासकों (जैसे कनिष्क) के संरक्षण में, अतः कथन B भी सही है। सौत्रांतिक संप्रदाय वास्तव में सर्वास्तिवाद की आलोचना और शाखा के रूप में ही उभरा था, इसलिए कथन C भी सही है। कथन D पूर्णतः गलत है क्योंकि सर्वास्तिवाद, बौद्ध धर्म की अन्य सभी शाखाओं की तरह, अनात्मवाद के सिद्धांत को स्वीकार करता था - यह केवल धर्मों (तत्वों) के त्रैकालिक अस्तित्व में विश्वास करता था, स्थायी आत्मा में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बौद्ध धर्म में बोधिसत्व और अर्हत आदर्श के संबंध में निम्नलिखित कथनों पर विचार कीजिए: A. बोधिसत्व आदर्श, जो महायान बौद्ध धर्म की विशेषता है, सभी सत्वों को ज्ञानोदय प्राप्त करने में सहायता के लिए अपने निर्वाण प्रवेश को स्थगित कर देने की भावना को दर्शाता है। B. अर्हत आदर्श थेरवाद बौद्ध धर्म से संबद्ध है, जिसमें व्यक्तिगत ज्ञान प्राप्ति पर बल दिया जाता है। C. बोधिसत्व का अंतिम लक्ष्य केवल व्यक्तिगत कैवल्य (सर्वज्ञता) प्राप्त करना है, न कि दूसरों की सहायता करना। D. मैत्रेय बुद्ध को एक बोधिसत्व माना जाता है, जो भविष्य में पृथ्वी पर बुद्ध रूप में प्रकट होंगे। उपर्युक्त में से कौन 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बोधिसत्व आदर्श महायान बौद्ध धर्म की केंद्रीय विशेषता है, जिसमें बोधिसत्व सभी सत्वों की सहायता के लिए स्वयं के निर्वाण-प्रवेश को स्थगित करते हैं - यह करुणामय, परोपकारी आदर्श का प्रतिनिधित्व करता है, इसलिए कथन A सही है। अर्हत आदर्श थेरवाद (हीनयान) बौद्ध धर्म का स्थान लेता है, जिसमें व्यक्तिगत ज्ञान प्राप्ति पर केंद्रित साधना होती है, अतः कथन B भी सही है। कथन C गलत है क्योंकि बोधिसत्व का लक्ष्य केवल व्यक्तिगत कैवल्य नहीं, बल्कि सभी प्राणियों को मुक्ति दिलाना है - कैवल्य और सर्वज्ञता जैन धर्म में प्रयुक्त शब्द है, बौद्ध धर्म में नहीं। मैत्रेय को भविष्य के बुद्ध के रूप में मानी जाने वाली एक बोधिसत्व अवधारणा माना जाता है जो गौतम बुद्ध की शिक्षाओं के विस्मृत हो जाने के बाद पुनः शुद्ध धर्म का प्रचार करेंगे, इसलिए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बौद्ध धर्म के अनित्य (पालि में अनिच्च) सिद्धांत के अनुसार निम्नलिखित में से क्या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भौतिक जगत में कुछ भी स्थायी या स्थिर नहीं है; सब कुछ क्षय और परिवर्तन के अधीन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आत्मा शाश्वत और अपरिवर्तनीय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भौतिक वस्तुएँ परिवर्तनशील हैं, विचार और भावनाएँ स्थायी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सिद्धांत केवल मृत्यु के बाद के जीवन पर लागू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भौतिक जगत में कुछ भी स्थायी या स्थिर नहीं है; सब कुछ क्षय और परिवर्तन के अधीन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आत्मा शाश्वत और अपरिवर्तनीय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भौतिक वस्तुएँ परिवर्तनशील हैं, विचार और भावनाएँ स्थायी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सिद्धांत केवल मृत्यु के बाद के जीवन पर लागू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अनित्य (अनिच्च) सिद्धांत बताता है कि भौतिक जगत में कुछ भी स्थायी या स्थिर नहीं है - सब कुछ निरंतर क्षय और परिवर्तन के अधीन है, यह बौद्ध धर्म में अस्तित्व के तीन चिह्नों (त्रिलक्षण) में से एक है, जिनमें अनित्य के साथ दुःख और अनात्म भी शामिल हैं। यह सिद्धांत दुःख (दुःख) को समझने और मुक्ति प्राप्त करने के लिए मौलिक है, क्योंकि स्थायी वस्तुओं व सुखों से आसक्ति ही दुःख का मूल कारण मानी जाती है। विकल्प B गलत है क्योंकि बौद्ध धर्म शाश्वत आत्मा के अस्तित्व को सिरे से नकारता है (अनात्मवाद)। यह सिद्धांत केवल भौतिक वस्तुओं तक सीमित नहीं बल्कि विचारों, भावनाओं और चेतना सहित समस्त अस्तित्व पर लागू होता है, इसलिए विकल्प C भी गलत है, और यह वर्तमान जीवन में भी उतना ही प्रासंगिक है जितना मृत्यु के बाद, अतः विकल्प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बौद्ध धर्म की चार प्रमुख संगीतियों को उनके स्थान, अध्यक्ष और संरक्षक शासक से सुमेलित कीजिए: सूची-I (संगीति): सूची-I: A. प्रथम संगीति (483 ईसा पूर्व) B. द्वितीय संगीति (383 ईसा पूर्व) C. तृतीय संगीति (247 ईसा पूर्व) D. चतुर्थ संगीति (प्रथम शताब्दी ईस्वी) सूची-II: 1. वैशाली - साबाकामी - कालाशोक 2. राजगृह - महाकस्सप - अजातशत्रु 3. पाटलिपुत्र - मोग्गलिपुत्त तिस्स - अशोक 4. कुंडलवन - वसुमित्र - कनिष्क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बौद्ध संगीति 483 ईसा पूर्व राजगृह में महाकस्सप की अध्यक्षता में अजातशत्रु के संरक्षण में आयोजित हुई, जिसमें बुद्ध की शिक्षाओं को सुत्त पिटक और विनय पिटक में संकलित किया गया। द्वितीय संगीति 383 ईसा पूर्व वैशाली में साबाकामी की अध्यक्षता में कालाशोक के शासनकाल में हुई, जिसमें विनय संबंधी मतभेदों पर चर्चा हुई। तृतीय संगीति 247 ईसा पूर्व पाटलिपुत्र में मोग्गलिपुत्त तिस्स की अध्यक्षता में सम्राट अशोक के संरक्षण में हुई, जिसमें अभिधम्म पिटक को अंतिम रूप दिया गया और त्रिपिटक पूर्ण हुआ। चतुर्थ संगीति प्रथम शताब्दी ईस्वी में कुंडलवन (कश्मीर) में वसुमित्र की अध्यक्षता में कुषाण सम्राट कनिष्क के संरक्षण में आयोजित हुई, जिसमें महायान बौद्ध धर्म को औपचारिक मान्यता मिली।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बौद्ध परंपरा में 'मैत्रेय बुद्ध' की अवधारणा का सही वर्णन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वह ऐतिहासिक बुद्ध जिन्होंने बोधि वृक्ष के नीचे ज्ञान प्राप्त किया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बोधिसत्व जो भविष्य में पृथ्वी पर बुद्ध रूप में प्रकट होने की मान्यता रखते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बौद्ध भिक्षु जिन्होंने श्रीलंका में बौद्ध धर्म का प्रसार किया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महायान बौद्ध धर्म के स्कूल के संस्थापक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एक बोधिसत्व जो भविष्य में पृथ्वी पर बुद्ध रूप में प्रकट होने की मान्यता रखते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वह ऐतिहासिक बुद्ध जिन्होंने बोधि वृक्ष के नीचे ज्ञान प्राप्त किया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 बौद्ध भिक्षु जिन्होंने श्रीलंका में बौद्ध धर्म का प्रसार किया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महायान बौद्ध धर्म के स्कूल के संस्थापक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मैत्रेय को बौद्ध परंपरा में भविष्य का बुद्ध माना जाता है - यह एक बोधिसत्व हैं जिनके बारे में मान्यता है कि गौतम बुद्ध की शिक्षाओं के विस्मृत हो जाने के बाद, वे पृथ्वी पर प्रकट होकर ज्ञान प्राप्त करेंगे और पुनः शुद्ध धर्म की शिक्षा देंगे। वर्तमान में मैत्रेय को एक बोधिसत्व माना जाता है जो तुषित स्वर्ग में निवास करते हैं और सही समय की प्रतीक्षा में हैं जब वे पुनर्जन्म लेंगे। यह अवधारणा महायान बौद्ध धर्म में विशेष रूप से प्रचलित है, जो भविष्य में करुणा और मुक्ति के निरंतर प्रवाह पर बल देती है। विकल्प A ऐतिहासिक गौतम बुद्ध का वर्णन है, विकल्प C और D मैत्रेय की सही परिभाषा नहीं दर्शाते क्योंकि मैत्रेय न तो कोई ऐतिहासिक प्रचारक भिक्षु हैं और न ही किसी स्कूल के संस्थापक।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गौतम बुद्ध के पूर्व जन्मों की कथाओं और उस समय के सामाजिक, धार्मिक व आर्थिक पहलुओं की जानकारी हमें किन ग्रंथों में 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सुत्त पिटक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विनय पिटक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जातक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कल्पसूत्र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सुत्त पिटक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विनय पिटक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कल्पसूत्र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गौतम बुद्ध के पूर्वजन्मों की कथाओं और उस समय के सामाजिक, धार्मिक तथा आर्थिक पहलुओं की जानकारी जातक ग्रंथों में मिलती है। त्रिपिटक के बाद बौद्ध धर्मग्रंथों में दूसरा महत्वपूर्ण योगदान इन्हीं जातक कथाओं का है, जिनकी संख्या परंपरा के अनुसार 547 मानी जाती है और ये कहानी के माध्यम से नैतिक शिक्षा देने के साथ-साथ प्राचीन भारतीय समाज-अर्थव्यवस्था की झलक भी प्रस्तुत करती हैं। सुत्त पिटक बुद्ध के उपदेशों का संकलन है और विनय पिटक भिक्षु-भिक्षुणी संघ के आचार-नियमों का संग्रह है, अतः विकल्प A और B जातक कथाओं से भिन्न प्रयोजन रखते हैं। कल्पसूत्र जैन धर्म से संबंधित ग्रंथ है, जिसका बौद्ध जातक कथाओं से कोई संबंध नहीं है, इसलिए विकल्प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पालि भाषा में लिखे गए प्रमुख बौद्ध ग्रंथों के संबंध में निम्नलिखित कथनों पर विचार कीजिए: A. मिलिंदपन्हा यूनानी आक्रांता मिनांडर (मिलिंद) और बौद्ध भिक्षु नागसेन के बीच हुए संवाद को दर्शाता है। B. दीपवंश और महावंश दोनों श्रीलंका के बौद्ध इतिहास का वर्णन करने वाले ग्रंथ हैं। C. दीघ निकाय, अंगुत्तर निकाय और संयुत्त निकाय सुत्त पिटक के प्रमुख भाग हैं, जो प्राचीन भारत के सोलह महाजनपदों की सूची भी प्रदान करते हैं। D. अंगुत्तर निकाय, बौद्ध साहित्य में सुत्त पिटक का हिस्सा है और छठी शताब्दी ईसा पूर्व के आसपास प्राचीन भारत में मौजूद सोलह महाजनपदों की सूची देता है। उपर्युक्त में से कौन 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मिलिंदपन्हा (मिलिंद के प्रश्न) यूनानी-बैक्ट्रियन शासक मिनांडर और बौद्ध भिक्षु नागसेन के बीच दार्शनिक संवाद प्रस्तुत करता है, इसलिए कथन A सही है। दीपवंश और महावंश दोनों ही श्रीलंका के प्राचीन बौद्ध इतिहास का वर्णन करने वाले महत्वपूर्ण पालि ग्रंथ हैं, अतः कथन B भी सही है। कथन C में एक तथ्यात्मक त्रुटि है - सोलह महाजनपदों की सूची विशेष रूप से केवल अंगुत्तर निकाय में मिलती है, दीघ निकाय व संयुत्त निकाय में नहीं, इसलिए यह पूर्ण कथन गलत है जबकि कथन D सही है, जो सटीक रूप से केवल अंगुत्तर निकाय को इस सूची से जोड़ता है। अंगुत्तर निकाय, सुत्त पिटक का भाग है और प्राचीन भारत में मौजूद प्रमुख राज्यों-गणराज्यों की जानकारी का महत्वपूर्ण स्रोत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प्राचीन ग्रंथ छठी शताब्दी ईसा पूर्व के आसपास प्राचीन भारत में विद्यमान सोलह महाजनपदों की सूची प्रदान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दीघ निकाय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अर्थशास्त्र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अंगुत्तर निकाय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महावंश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अंगुत्तर निकाय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दीघ निकाय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अर्थशास्त्र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महावंश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अंगुत्तर निकाय, जो बौद्ध साहित्य में सुत्त पिटक का हिस्सा है, छठी शताब्दी ईसा पूर्व के आसपास प्राचीन भारत में मौजूद सोलह प्रमुख महाजनपदों की सूची प्रदान करता है - ये मौर्य साम्राज्य के उदय से पहले के प्रमुख राज्य और गणराज्य थे। दीघ निकाय भी एक बौद्ध ग्रंथ है लेकिन यह महाजनपदों की सूची नहीं देता, इसलिए विकल्प A गलत है। अर्थशास्त्र मौर्य युग का एक ग्रंथ है जो राजनीति और प्रशासन पर आधारित है, न कि पूर्व-मौर्य भूगोल पर, अतः विकल्प B भी गलत है। महावंश श्रीलंका का बौद्ध इतिहास-ग्रंथ है, जिसका सोलह महाजनपदों की सूची से कोई संबंध नहीं है, इसलिए विकल्प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प्राचीन भारतीय प्रागैतिहासिक स्थलों और उनसे प्राप्त पुरातात्विक साक्ष्यों के संबंध में निम्नलिखित युग्मों पर विचार कीजिए: A. अत्तिरम्पक्कम (चेन्नई) - निम्न पुरापाषाणकाल B. लंघनज (गुजरात) - मध्यपाषाणकाल C. चिरांद (बिहार) - नवपाषाणकाल D. अहर (राजस्थान) - महापाषाणकाल इनमें से कितने युग्म सही सुमेलित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एक युग्म</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दो युग्म</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तीन युग्म</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 युग्म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तीन युग्म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एक युग्म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दो युग्म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 युग्म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अत्तिरम्पक्कम (चेन्नई) निम्न पुरापाषाणकाल का स्थल है, लंघनज (गुजरात) मध्यपाषाणकाल का और चिरांद (बिहार) नवपाषाणकाल का स्थल है - ये तीनों युग्म सही सुमेलित हैं। अहर (राजस्थान) वास्तव में ताम्रपाषाणकालीन (चाल्कोलिथिक) संस्कृति का स्थल है, महापाषाणकाल का नहीं, इसलिए यह युग्म गलत है। इस प्रकार दिए गए चार युग्मों में से केवल तीन ही सही हैं। भारतीय प्रागैतिहास में विभिन्न कालों (पुरापाषाण, मध्यपाषाण, नवपाषाण, ताम्रपाषाण) के स्थलों की सही पहचान परीक्षा की दृष्टि से अत्यंत महत्वपूर्ण है क्योंकि प्रत्येक काल की विशिष्ट तकनीक और जीवन-शैली भिन्न होती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1863 में रॉबर्ट ब्रूस फुट ने, जिन्हें 'भारतीय प्रागैतिहास का जनक' माना जाता है, सबसे पहले पाषाण युग के औजार भारत में कहाँ खोजे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भीमबेटका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हुंसगी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पल्लवरम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अत्तिरम्पक्कम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पल्लवरम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भीमबेटका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हुंसगी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अत्तिरम्पक्कम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रॉबर्ट ब्रूस फुट, जो एक ब्रिटिश भूवैज्ञानिक थे जो भारतीय भूवैज्ञानिक सर्वेक्षण से जुड़े थे, ने 1863 में भारत में प्रथम पाषाण युगीन औजारों की खोज की थी, जो भारतीय प्रागैतिहास के अध्ययन में एक महत्वपूर्ण मील का पत्थर था। पल्लवरम, जो तमिलनाडु के चेन्नई (तत्कालीन मद्रास) के पास कोर्टल्लैयार नदी घाटी में स्थित एक क्षेत्र है, वहाँ उन्होंने 1863 में यह औजार खोजे थे, विशेषतः एक क्वार्ट्जाइट का हस्तकुठार (हैंड-एक्स), जिसे निम्न पाषाण युग का माना गया। यह खोज ऐतिहासिक रूप से महत्वपूर्ण थी क्योंकि इसने यह सिद्ध किया कि भारत में भी प्रागैतिहासिक मानव संस्कृति यूरोप और अफ्रीका की संस्कृतियों के समकक्ष विद्यमान थी। भीमबेटका, हुंसगी और अत्तिरम्पक्कम भी महत्वपूर्ण प्रागैतिहासिक स्थल हैं परंतु फुट की पहली खोज पल्लवरम में हुई थी,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शैलचित्रों (रॉक पेंटिंग्स) की पहली खोज 1867-68 में ब्रिटिश पुरातत्वविद आर्चीबोल्ड कार्लाइल ने मुख्यतः किस क्षेत्र में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भीमबेटका (मध्य प्रदेश)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मिर्जापुर क्षेत्र (उत्तर प्रदेश)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लखुड़ियार गुफाएँ (उत्तराखंड)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होशंगाबाद (मध्य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मिर्जापुर क्षेत्र (उत्तर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भीमबेटका (मध्य 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लखुड़ियार गुफाएँ (उत्तराखंड)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होशंगाबाद (मध्य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शैलचित्रों की पहली खोज 1867-68 में ब्रिटिश पुरातत्वविद आर्चीबोल्ड कार्लाइल ने मिर्जापुर क्षेत्र (उत्तर प्रदेश) में अपने अन्वेषणों के दौरान की थी, जो शैलचित्र अध्ययन के इतिहास में एक प्रारंभिक व महत्वपूर्ण घटना थी। इसके काफी बाद, 1957-58 में, प्रसिद्ध भारतीय पुरातत्वविद वी.एस. वाकणकर ने भीमबेटका की गुफाओं की खोज की, जो बाद में अपनी प्रागैतिहासिक चित्रकला संपदा के कारण यूनेस्को की विश्व धरोहर स्थल बनीं, इसलिए विकल्प A सटीक नहीं है। लखुड़ियार गुफाएँ उत्तराखंड के अल्मोड़ा जिले के बड़ेछीना क्षेत्र में स्थित हैं और मनुष्यों-पशुओं-प्रतीकों के प्रागैतिहासिक चित्रों के लिए प्रसिद्ध हैं, परंतु ये पहली खोज नहीं थीं। शैलचित्रों की सबसे अधिक संख्या मध्यपाषाण काल की मानी जाती है, जबकि ताम्रपाषाणकालीन (तृतीय काल) चित्रों में शिकार, पशुपालन व कृषि के अधिक परिष्कृत दृश्य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सिंधु घाटी सभ्यता के लोगों की सौंदर्य-प्रसाधन और फैशन संबंधी आदतों के विषय में निम्नलिखित कथनों पर विचार कीजिए: A. कपास को सिंधु घाटी सभ्यता के लोगों के बीच धागा कातने और वस्त्र बनाने के लिए बड़े पैमाने पर उपयोग किया जाता था। B. सिंधु घाटी के लोग फैशन और श्रृंगार-सज्जा के प्रति असावधान थे तथा उन्हें फेसपेंट, लिपस्टिक और आईलाइनर की कोई जानकारी नहीं थी। C. पुरातात्विक खोजों में मोती, चूड़ियाँ, हार, कंघियाँ, दर्पण और सौंदर्य-प्रसाधन के पात्र शामिल हैं, जो उनके शृंगार के प्रति रुचि को दर्शाते हैं। D. 'नाचती लड़की' जैसी प्रसिद्ध कांस्य मूर्तियाँ शृंगार और फैशन के प्रति उनकी रुचि दर्शाती हैं। उपर्युक्त में से कौन 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सिंधु घाटी सभ्यता में कपास का बड़े पैमाने पर उपयोग होता था और तकली (स्पिंडल व्होर्ल) जैसे पुरातात्विक साक्ष्य कताई के सामान्य अभ्यास का प्रमाण देते हैं, इसलिए कथन A सही है। कथन B पूर्णतः गलत है क्योंकि सिंधु घाटी के लोग फैशन और सज्जा के प्रति पर्याप्त सजग थे - उन्हें फेसपेंट, लिपस्टिक (सिंदूर के रूप में) और कोलियरियम (काजल/आईलाइनर) की जानकारी थी। पुरातात्विक खोजों में मोती, चूड़ियाँ, हार, कंघियाँ, दर्पण और सौंदर्य-प्रसाधन के छोटे पात्र मिलना उनके शृंगार के प्रति रुचि का ठोस प्रमाण है, अतः कथन C सही है। 'नाचती लड़की' जैसी जीवंत कांस्य मूर्तियाँ भी शृंगार और फैशन के विवरण को दर्शाती हैं, इसलिए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सिंधु घाटी सभ्यता के प्रमुख स्थलों को उनकी विशिष्ट पहचान से सुमेलित कीजिए: सूची-I (स्थल): सूची-I: A. लोथल B. धोलावीरा C. राखीगढ़ी D. सुरकोटड़ा सूची-II: 1. सबसे बड़ा IVC स्थल, खलिहान-कब्रिस्तान-नालियाँ 2. डॉकयार्ड, IVC का मैनचेस्टर, मनका-बनाना उद्योग 3. विशाल जलाशय, स्टेडियम, प्राचीन विज्ञापन बोर्ड 4. घोड़े की हड्डियों का पहला वास्तविक साक्ष्य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लोथल (गुजरात) डॉकयार्ड और नौसैनिक व्यापार के लिए प्रसिद्ध है तथा इसे 'IVC का मैनचेस्टर' कहा जाता है क्योंकि यहाँ चावल की भूसी और मनका-निर्माण उद्योग के साक्ष्य मिले हैं। धोलावीरा (गुजरात) अपनी अनूठी जल-संचयन प्रणाली, स्टेडियम जैसी संरचना और प्राचीन शिलालेख-विज्ञापन बोर्ड के लिए जाना जाता है, इसे 2021 में यूनेस्को विश्व धरोहर स्थल भी घोषित किया गया। राखीगढ़ी (हरियाणा) को भारत का सबसे बड़ा सिंधु घाटी स्थल माना जाता है, जहाँ खलिहान, कब्रिस्तान और नालियों के साक्ष्य मिले हैं। सुरकोटड़ा (गुजरात) घोड़े की हड्डियों के वास्तविक अवशेष वाला पहला IVC स्थल है, जो घोड़े के पालतूकरण का महत्वपूर्ण प्रमाण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हड़प्पा सभ्यता की किस साइट को "IVC का मैनचेस्टर" कहा जाता है, जो एक प्रमुख बंदरगाह और व्यापारिक केंद्र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हड़प्पा</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मोहनजोदड़ो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लोथल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चन्हूदड़ो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लोथल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हड़प्पा</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मोहनजोदड़ो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चन्हूदड़ो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लोथल, जो गुजरात में स्थित है, को "IVC का मैनचेस्टर" कहा जाता है क्योंकि यह नौसैनिक व्यापार के लिए एक प्रमुख स्थल था - यहाँ की गोदी (जहाजों के लिए घाट) को विश्व की सबसे प्राचीन डॉकयार्ड में से एक माना जाता है, जो मेसोपोटामिया, फारस की खाड़ी और अरब प्रायद्वीप जैसे क्षेत्रों के साथ समुद्री व्यापार के लिए जानी जाती थी। 1955 में एस.आर. राव के निर्देशन में इस स्थल की खुदाई शुरू हुई थी। हड़प्पा (पाकिस्तान, रावी नदी के तट पर) और मोहनजोदड़ो (पाकिस्तान, सिंधु नदी के तट पर) दोनों प्रमुख शहरी केंद्र थे परंतु व्यापारिक बंदरगाह के रूप में विशेष रूप से प्रसिद्ध नहीं थे। चन्हूदड़ो मनका-निर्माण के लिए प्रसिद्ध था परंतु यह उपाधि लोथल को ही दी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हड़प्पा के लोगों द्वारा प्रयुक्त बाट और माप एक विशिष्ट संख्यात्मक अनुपात का पालन करते थे। निम्नलिखित में से कौन सा उस मूल अनुपात को सबसे अच्छी तरह दर्शाता है जिसमें आमतौर पर घनाकार पत्थर के बाट पाए जाते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10 के अनुपात वाली दशमलव प्रणाली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 4, 8, 16, 32... के अनुपात पर आधारित द्विआधारी प्रणाली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अभाज्य संख्या प्रणाली (3, 5, 7, 11...)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आरोही क्रम में एक-तिहाई (1/3) का अनुपात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2, 4, 8, 16, 32... के अनुपात पर आधारित द्विआधारी प्रणाली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 के अनुपात वाली दशमलव प्रणाली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अभाज्य संख्या प्रणाली (3, 5, 7, 11...)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आरोही क्रम में एक-तिहाई (1/3) का अनुपात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हड़प्पा की बाट प्रणाली को सावधानीपूर्वक मानकीकृत किया गया था और छोटे बाटों में द्विआधारी प्रणाली (1:2:4:8:16:32) का पालन किया जाता था। बाट आमतौर पर चर्ट या नेत्रे (एक प्रकार का पत्थर) से बने होते थे, जिनमें सबसे आम इकाई का वजन लगभग 13.65 ग्राम होता था। बड़े बाटों में दशमलव प्रणाली का पालन किया जाता था, लेकिन प्रारंभिक क्रम पूरी तरह से द्विआधारी था - यह प्रणाली सिंधु घाटी सभ्यता के उच्च स्तर के मानकीकरण और व्यापारिक अनुशासन को दर्शाती है, जो पूरे सभ्यता क्षेत्र में एकरूप रही। विकल्प A, C, D इस मूल द्विआधारी अनुपात को सही ढंग से नहीं दर्शाते।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किस स्थल की खोज जुते हुए कृषि क्षेत्र के सबसे पुराने ज्ञात प्रमाण के लिए उल्लेखनीय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धोलावीरा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रोपड़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कालीबंगा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कालीबंगा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धोलावीरा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रोपड़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कालीबंगा स्थल जुते हुए कृषि क्षेत्र की खोज के लिए उल्लेखनीय है। इस क्षेत्र में खाँचों (हल की रेखाओं) के निशानों का एक क्रॉस-क्रॉस पैटर्न मिला है, जो एक साथ दो अलग-अलग फसलों की खेती की प्रथा का संकेत देता है, जो इस प्रकार की कृषि तकनीक के सबसे पुराने ज्ञात उदाहरणों में से एक है। यह खोज सिंधु घाटी सभ्यता की कृषि तकनीकों की उन्नति को दर्शाती है। धोलावीरा जल-संचयन प्रणाली और रोपड़ (पंजाब, सतलुज नदी के किनारे) भारत की स्वतंत्रता के बाद पहला उत्खनित सिंधु घाटी स्थल होने के लिए जाना जाता है, जबकि आमरी सिंध में सिंधु सभ्यता से पूर्व की सांस्कृतिक अवस्था के लिए जानी जाती है - इनमें से किसी की भी पहचान जुते हुए खेत से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सिंधु घाटी सभ्यता की खुदाई और स्वतंत्र भारत में हुए उत्खनन कार्य से संबंधित निम्नलिखित कथनों पर विचार कीजिए: A. भारत की स्वतंत्रता (1947) के बाद सबसे पहले रोपड़ (पंजाब) सिंधु घाटी स्थल की खुदाई की गई थी। B. मोहनजोदड़ो की खोज 1922 में राखलदास बनर्जी ने सिंधु नदी के तट पर की थी। C. रोपड़ की खुदाई 1953 में भारतीय पुरातत्व सर्वेक्षण के वाई.डी. शर्मा के निर्देशन में शुरू हुई थी। D. मोहनजोदड़ो की खुदाई से नौ बार बसने और नौ बार उजड़ने के प्रमाण मिले हैं।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रोपड़ (रूपनगर), जो पंजाब में सतलुज नदी के किनारे स्थित है, भारत की स्वतंत्रता के बाद खोदा गया पहला सिंधु घाटी स्थल माना जाता है, जिसकी खुदाई 1953 में भारतीय पुरातत्व सर्वेक्षण के वाई.डी. शर्मा के निर्देशन में शुरू हुई थी - इस प्रकार कथन A और C दोनों सही हैं। मोहनजोदड़ो, जो पाकिस्तान के लरकाना जिले में सिंधु नदी के तट पर स्थित है, की खोज 1922 में राखलदास बनर्जी ने की थी, अतः कथन B भी सही है। इस टीले की खुदाई से नौ बार बसने और नौ बार उजड़ने के अवशेष मिले हैं, जो इस नगर के बार-बार बाढ़ या अन्य आपदाओं से प्रभावित होने का संकेत देते हैं, इसलिए कथन D भी सही है। इस प्रकार सभी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सिंधु घाटी सभ्यता के संदर्भ में "खोई हुई मोम तकनीक" (लॉस्ट-वैक्स तकनीक) का सही अर्थ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दीवारों पर मोम का उपयोग करके भित्ति चित्र बनाने की एक विधि</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धातु ढलाई की एक विधि जिसमें मोम के मॉडल को पिघली हुई धातु से बदल दिया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पत्थर के औजारों पर मोम की परत चढ़ाकर उन्हें चमकाने की एक तकनीक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मिट्टी के बर्तनों को पकाने से पहले उन पर मोम की डिज़ाइन लगाकर सजाने की एक प्रक्रिया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धातु ढलाई की एक विधि जिसमें मोम के मॉडल को पिघली हुई धातु से बदल दिया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दीवारों पर मोम का उपयोग करके भित्ति चित्र बनाने की एक विधि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पत्थर के औजारों पर मोम की परत चढ़ाकर उन्हें चमकाने की एक तकनीक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मिट्टी के बर्तनों को पकाने से पहले उन पर मोम की डिज़ाइन लगाकर सजाने की एक प्रक्रिया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लुप्त-मोम तकनीक (जिसे 'सिरे-पेर्दयू' भी कहा जाता है) का उपयोग सिंधु घाटी के कारीगरों द्वारा जटिल कांस्य मूर्तियाँ बनाने के लिए किया जाता था। इस विधि में कारीगर पहले मोम से एक मॉडल बनाते थे, फिर उस पर मिट्टी की परत चढ़ाकर उसे साँचा बनाया जाता था; गर्म करने पर मोम पिघल जाता था, जिससे साँचे में एक खोखला स्थान बन जाता था जिसमें पिघली हुई धातु डाली जाती थी - यह वह पत्थर पर आकृतियाँ उकेरने की विधि नहीं है। मोहनजोदड़ो की प्रसिद्ध "नृत्य-कन्या" प्रतिमा इस तकनीक का उत्कृष्ट उदाहरण है, जो हड़प्पावासियों की उन्नत धातु ढलाई कौशल को दर्शाती है। यह वास्तुशिल्प, चित्रकला या मृद्भांड-निर्माण से जुड़ी तकनीक नहीं बल्कि विशुद्ध धातुकर्म की प्रक्रिया है,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हड़प्पा सभ्यता में पशुपालन, कृषि और वस्तु-वस्त्र उत्पादन के संदर्भ में निम्नलिखित कथनों पर विचार कीजिए: A. बनावली में उच्च गुणवत्ता वाले जौ के साक्ष्य मिले हैं। B. हड़प्पा सभ्यता के दौरान घोड़ों का नियमित उपयोग होता था और यह उनके परिवहन का प्रमुख साधन था। C. सिंधु क्षेत्र के लोग प्रकृति की पूजा करते थे, जिसमें वृक्षों, पशुओं और संभवतः प्रोटो-शिव (पशुपति) की आराधना शामिल थी। D. हड़प्पावासियों को तौलने और मापने की अवधारणा ज्ञात थी, जैसा कि मानकीकृत बाटों से स्पष्ट होता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बनावली (हरियाणा) में जौ की उन्नत खेती के साक्ष्य मिले हैं, इसलिए कथन A सही है। बाद की वैदिक संस्कृति के विपरीत, हड़प्पा सभ्यता में घोड़ों का नियमित उपयोग होने के प्रमाण दुर्लभ और विवादास्पद हैं - यह उनके परिवहन का प्रमुख साधन नहीं था, अतः कथन B गलत है। हड़प्पावासियों ने वृक्षों, जानवरों (जैसे बैल और यूनिकॉर्न) की पूजा की और संभवतः प्रोटो-शिव (पशुपति) की भी आराधना की, इसलिए कथन C सही है। हड़प्पावासियों ने मानकीकृत तौल और माप की प्रणाली विकसित की थी, जो पत्थर के बाट और मापने के पैमानों जैसे अवशेषों से स्पष्ट होता है, अतः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सरस्वती-सिंधु सभ्यता के धोलावीरा स्थल के संबंध में निम्नलिखित कथनों पर विचार कीजिए: A. इसे भारत का 40वाँ विश्व धरोहर स्थल घोषित किया गया, जो सिंधु घाटी सभ्यता का पहला स्थल था जिसे यह दर्जा मिला। B. इस स्थल की खोज 1968 में पुरातत्वविद जगतपति जोशी ने की थी। C. यहाँ ताँबे, शंख और आभूषणों के व्यापार के प्रमुख स्रोत मिले हैं, जिनमें मेसोपोटामिया के साथ व्यापार भी शामिल है। D. यहाँ एक विशाल स्टेडियम के अवशेष भी मिले हैं।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धोलावीरा (कच्छ जिले, गुजरात में स्थित) को भारत का 40वाँ विश्व धरोहर स्थल और सिंधु घाटी सभ्यता का पहला स्थल घोषित किया गया जिसे यूनेस्को मान्यता मिली, इसलिए कथन A सही है। इसकी खोज 1968 में पुरातत्वविद जगतपति जोशी ने की थी, अतः कथन B भी सही है। यहाँ ताँबे, शंख और आभूषणों के व्यापार के प्रमुख स्रोत तथा मेसोपोटामिया के साथ व्यापारिक संबंधों के प्रमाण मिले हैं (कथन C सही), जिसके पतन के कारणों में मेसोपोटामिया का पतन, जलवायु परिवर्तन और स्थानीय निवासियों का पलायन शामिल माना जाता है। इसके अतिरिक्त यहाँ एक विशाल स्टेडियम के अवशेष भी मिले हैं, जो इसकी नगर-योजना की भव्यता दर्शाते हैं, इसलिए कथन D भी सही है - सभी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सिंधु घाटी सभ्यता के मृद्भांडों (मिट्टी के बर्तनों) की विशेषताओं के संबंध में निम्नलिखित कथनों पर विचार कीजिए: A. सादे मिट्टी के बर्तन, चित्रित बर्तनों की तुलना में सिंधु घाटी सभ्यता में अधिक प्रचलित थे। B. सिंधु घाटी के मिट्टी के बर्तनों में मुख्यतः अति उत्तम पहिये से बने बर्तन होते हैं, जिनमें से बहुत कम हाथ से बने होते हैं। C. लाल रंग की पट्टी पर ज्यामितीय और जानवरों के डिज़ाइनों से सजे काले रंग के बर्तन खोजों का एक छोटा हिस्सा हैं। D. चीनी मिट्टी के बर्तनों की खोज सिंधु घाटी सभ्यता के मृद्भांड-निर्माण की तकनीकी उत्कृष्टता का प्रमाण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पुरातात्विक साक्ष्य दर्शाते हैं कि सिंधु घाटी सभ्यता में सादे मिट्टी के बर्तन वास्तव में चित्रित बर्तनों की तुलना में अधिक प्रचलित थे, इसलिए कथन A सही है। इनमें से अधिकांश बर्तन मुख्य रूप से बहुत ही उत्तम पहिये से बने होते थे, जिनमें से बहुत कम मात्रा में हाथ से बने बर्तन मिले हैं, अतः कथन B भी सही है। लाल रंग की पृष्ठभूमि पर चमकदार काले रंग से सजे ज्यामितीय और जानवरों की डिज़ाइनों वाले बर्तन खोजों का एक छोटा हिस्सा हैं, इसलिए कथन C सही है। कथन D सही नहीं है क्योंकि चीनी मिट्टी के बर्तन उतने आम नहीं थे और मिट्टी के बर्तन बनाने में उत्तम पहिये पर अधिक कौशल दिखता था, चीनी मिट्टी की खोज विशेष तकनीकी उत्कृष्टता का सामान्य प्रमाण नहीं मानी जाती।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सिंधु घाटी सभ्यता स्थल से एक खिलौना हल मिला है, जो हल-आधारित कृषि के ज्ञान का संकेत देता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लोथल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मोहनजोदड़ो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बनावली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राखीगढ़ी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बनावली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लोथल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मोहनजोदड़ो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राखीगढ़ी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बनावली (वर्तमान हरियाणा में) से खोजे गए खिलौने जैसे हल से यह संकेत मिलता है कि इस क्षेत्र के हड़प्पावासी हल-आधारित कृषि पद्धतियों से भली-भाँति परिचित थे, जो उनकी कृषि उन्नति को दर्शाता है। यह खोज कालीबंगा में मिले वास्तविक जुते हुए खेत के प्रमाणों की पुष्टि करती है और दिखाती है कि खिलौने के रूप में भी कृषि उपकरणों का चलन था, संभवतः बच्चों की शिक्षा या अनुष्ठानिक उद्देश्यों के लिए। लोथल डॉकयार्ड और व्यापार, मोहनजोदड़ो बड़े स्नानागार व प्रशासनिक संरचनाओं तथा राखीगढ़ी विशाल आकार व कब्रिस्तान के लिए प्रसिद्ध हैं, परंतु खिलौना हल विशेष रूप से बनावली से संबद्ध है,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हर्यक वंश के किस अंतिम शासक ने मगध की राजधानी राजगृह से पाटलिपुत्र स्थानांतरित करने का श्रेय पाया, जो गंगा और सोन नदियों के संगम पर स्थित सामरिक रूप से महत्वपूर्ण स्थल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बिंबिसार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अजातशत्रु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उदयिन (उदयभद्र)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शिशुनाग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उदयिन (उदयभद्र)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बिंबिसार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अजातशत्रु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शिशुनाग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उदयिन (उदयभद्र, शासनकाल लगभग 460-444 ईसा पूर्व), जो अजातशत्रु के उत्तराधिकारी थे, को मगध की राजधानी राजगृह (आधुनिक राजगीर) से पाटलिपुत्र (आधुनिक पटना) स्थानांतरित करने का श्रेय दिया जाता है। पाटलिपुत्र गंगा और सोन नदियों के संगम पर स्थित था, जिससे व्यापार-मार्गों पर बेहतर नियंत्रण और प्रतिद्वंद्वियों (जैसे अवंती) से रणनीतिक सुरक्षा मिलती थी - इस निर्णय के बाद पाटलिपुत्र लगभग सभी प्रमुख राजवंशों (नंद, मौर्य, गुप्त) की शाही राजधानी बन गया। बिंबिसार और अजातशत्रु हर्यक वंश के प्रारंभिक शक्तिशाली शासक थे जिन्होंने राजगृह से ही शासन किया, जबकि शिशुनाग हर्यक वंश के बाद के शासक थे,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मगध साम्राज्य के शासक बिंबिसार की वैवाहिक-कूटनीतिक नीतियों के संबंध में निम्नलिखित कथनों पर विचार कीजिए: A. कोसल के प्रसेनजित की बहन कोसल देवी से विवाह किया, जिसमें दहेज के रूप में काशी प्राप्त हुआ। B. वैशाली की लिच्छवि राजकुमारी से विवाह करके वज्जि संघ के साथ संबंध मजबूत किए। C. पंजाब के मद्र राजकुमारी से विवाह करके उत्तर-पश्चिम के साथ गठबंधन किया। D. अवंती के राजा प्रद्योत से आरंभ में शत्रुता रही, बाद में मित्रता स्थापित हुई।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बिंबिसार ने अपनी वैवाहिक-कूटनीतिक नीति के माध्यम से मगध की शक्ति का विस्तार किया - कोसल की राजकुमारी (कोसल देवी) से विवाह करने पर उन्हें दहेज में काशी प्राप्त हुआ, इसलिए कथन A सही है। वैशाली की लिच्छवि राजकुमारी से विवाह ने वज्जि संघ के साथ उनके संबंधों को मजबूत किया, अतः कथन B भी सही है। पंजाब की मद्र राजकुमारी से विवाह ने उत्तर-पश्चिम क्षेत्र के साथ गठबंधन को सुदृढ़ किया, इसलिए कथन C सही है। आरंभ में अवंती के प्रद्योत से शत्रुता थी, किंतु बाद में मित्रता स्थापित हो गई - यहाँ तक कि जब प्रद्योत पीलिया से पीड़ित हुए, तो बिंबिसार ने अपने राजवैद्य जीवक को उनकी चिकित्सा के लिए भेजा, अतः कथन D भी सही है। इस प्रकार सभी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शिशुनाग वंश की सबसे महत्वपूर्ण उपलब्धि क्या मानी जाती है, जिसने मगध और दक्षिणापथ के प्रभुत्व को सुदृढ़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अवंती को हराकर मगध साम्राज्य में मिला 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पाटलिपुत्र की स्थापना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कलिंग पर विजय प्राप्त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तक्षशिला विश्वविद्यालय की स्थापना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अवंती को हराकर मगध साम्राज्य में मिला लेना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पाटलिपुत्र की स्थापना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कलिंग पर विजय प्राप्त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तक्षशिला विश्वविद्यालय की स्थापना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शिशुनाग (लगभग 413 ईसा पूर्व) ने अवंती को हराकर उसे मगध साम्राज्य में मिला लिया, जो एक महत्वपूर्ण विजय थी क्योंकि इससे मगध और अवंती के बीच सदियों पुरानी प्रतिद्वंद्विता समाप्त हो गई और मध्य भारत मगध के नियंत्रण में आ गया, जिससे दक्षिणापथ (दक्षिणी व्यापार मार्ग) पर भी मगध का प्रभाव मजबूत हुआ। शिशुनाग मूल रूप से नागदासक के अमात्य (मंत्री) थे, जो हर्यक वंश के अंतिम शासक थे, और बाद में उन्होंने नए राजवंश की स्थापना की। पाटलिपुत्र की स्थापना उदयिन ने की थी (विकल्प B गलत), कलिंग पर विजय अशोक ने प्राप्त की (विकल्प C गलत), और तक्षशिला विश्वविद्यालय की स्थापना का श्रेय शिशुनाग को नहीं दिया जाता (विकल्प D गलत)।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मगध के नंद वंश के संस्थापक महापद्म नंद की उपाधियों और सैन्य शक्ति के संबंध में निम्नलिखित कथनों पर विचार कीजिए: A. उन्होंने 'एकराट' (एकमात्र सम्प्रभु शासक) और 'सर्व-क्षत्रान्तक' (क्षत्रियों का नाश करने वाला) जैसी उपाधियाँ धारण कीं। B. यूनानी स्रोतों (डियोडोरस, कर्टियस) के अनुसार नंद सेना में लगभग 200,000 पैदल सेना, 20,000 घुड़सवार, 2,000 रथ और 3,000-6,000 हाथी शामिल थे। C. उन्होंने कलिंग को मगध साम्राज्य में मिलाया और वहाँ से जिन तीर्थंकर की मूर्ति विजय-ट्रॉफी के रूप में वापस लाए। D. नंद वंश की उत्पत्ति सदैव विवादरहित रही है और सभी स्रोत इसे उच्च क्षत्रिय कुल का मानते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महापद्म नंद ने 'एकराट' (एकमात्र शासक जिसने अन्य सभी शासक राजकुमारों का नाश किया) और 'सर्व-क्षत्रान्तक' (क्षत्रियों का नाश करने वाला) जैसी उपाधियाँ धारण कीं, जो उनकी अद्वितीय सत्ता को दर्शाती हैं, इसलिए कथन A सही है। यूनानी स्रोतों के अनुसार नंद सेना अत्यंत विशाल थी, जिसमें लगभग 200,000 पैदल सेना, 20,000 घुड़सवार, 2,000 रथ और 3,000-6,000 हाथी शामिल थे, अतः कथन B सही है। उन्होंने कलिंग को मगध में मिलाया और वहाँ से जिन तीर्थंकर की प्रतिमा विजय-ट्रॉफी के रूप में लाए, जो जैन संस्कृति से उनके संपर्क का संकेत है, इसलिए कथन C भी सही है। कथन D गलत है क्योंकि नंद वंश की उत्पत्ति विवादित रही है - ब्राह्मण ग्रंथों में उन्हें गैर-क्षत्रिय वंश (कभी-कभी नाई और शूद्र महिला की संतान) बताया गया है, जबकि बौद्ध ग्रंथ उन्हें अज्ञात वंश से संबंधित मानते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भारतीय शासकों में कई ने "एकराट" की उपाधि धारण की। एकराट शब्द का सही अर्थ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वैदिक अनुष्ठानों का मुख्य पुरोहित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एकमात्र शासक जिसने अन्य सभी शासक राजकुमारों का नाश किया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धर्म और वैदिक व्यवस्था का रक्षक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अश्वमेध यज्ञ करने वाला शासक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एकमात्र शासक जिसने अन्य सभी शासक राजकुमारों का नाश 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वैदिक अनुष्ठानों का मुख्य पुरोहित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धर्म और वैदिक व्यवस्था का रक्षक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अश्वमेध यज्ञ करने वाला शासक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एकराट का अर्थ है वह एकमात्र शासक जिसने अन्य सभी प्रतिद्वंद्वी शासक राजकुमारों का नाश करके अद्वितीय, निरंकुश सत्ता स्थापित की - यह उपाधि महापद्म नंद जैसे शासकों द्वारा धारण की गई, जिन्होंने क्षत्रिय सरदारों पर अंतिम प्रहार करके मगध को एक सच्चे साम्राज्य के रूप में संगठित किया। यह किसी विशेष धार्मिक अनुष्ठान या पुरोहित पद से संबंधित उपाधि नहीं है, इसलिए विकल्प A गलत है। यह उपाधि धर्म-रक्षक की भूमिका से भी सीधे संबंधित नहीं बल्कि राजनीतिक-सैन्य वर्चस्व को दर्शाती है, अतः विकल्प C भी गलत है। अश्वमेध यज्ञ अलग वैदिक परंपरा है जिसका एकराट उपाधि से सीधा संबंध नहीं, इसलिए विकल्प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मौर्य साम्राज्य के संस्थापक चंद्रगुप्त मौर्य के संदर्भ में निम्नलिखित कथनों पर विचार कीजिए: A. उन्होंने चाणक्य (कौटिल्य) के मार्गदर्शन में नंद वंश को उखाड़ फेंककर मौर्य साम्राज्य की स्थापना की। B. विशाखदत्त द्वारा रचित संस्कृत नाटक 'मुद्राराक्षस' नंद वंश के पतन और चाणक्य की राजनीतिक चतुराई पर आधारित है। C. यह भारत का पहला सच्चा अखिल-उत्तर भारतीय साम्राज्य था, जिसका प्रभाव मौर्यों से पहले किसी राजवंश ने प्राप्त नहीं किया था। D. उन्होंने मिस्र के शासक टॉलेमी द्वितीय फिलाडेल्फस के राजदूत डायोनिसियस को अपने दरबार में आमंत्रित किया था। उपर्युक्त में से कौन सा/से कथन सही है/हैं?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चंद्रगुप्त मौर्य ने चाणक्य के कुशल मार्गदर्शन में नंद वंश के अंतिम शासक को उखाड़ फेंककर मौर्य साम्राज्य की नींव रखी, इसलिए कथन A सही है। मुद्राराक्षस नाटक वास्तव में नंद वंश के पतन और चंद्रगुप्त की सत्ता-स्थापना में चाणक्य की राजनीतिक षड्यंत्रों-रणनीतियों को नाटकीय ढंग से चित्रित करता है, अतः कथन B भी सही है। नंदों की विशाल सेना और संसाधनों के बल पर मगध पहले से ही एक सुदृढ़ साम्राज्य बन चुका था, परंतु चंद्रगुप्त मौर्य के अधीन यह पहला सच्चा अखिल-उत्तर भारतीय साम्राज्य बना, इसलिए कथन C भी सही है। कथन D गलत है क्योंकि टॉलेमी द्वितीय फिलाडेल्फस ने डायोनिसियस को बिंदुसार के दरबार में भेजा था, चंद्रगुप्त मौर्य 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मौर्य सम्राट बिंदुसार की विदेश नीति और धार्मिक विश्वासों के संबंध में निम्नलिखित कथनों पर विचार कीजिए: A. सीरिया के शासक एंटियोकस प्रथम ने बिंदुसार को सूखे अंजीर और मदिरा जैसे उपहार भेजे थे। B. सेल्युकिड साम्राज्य के राजदूत डेमेकस बिंदुसार के दरबार में उपस्थित हुए थे। C. बौद्ध ग्रंथ महावंश के अनुसार बिंदुसार ब्राह्मण धर्म के अनुयायी थे, यद्यपि कुछ अन्य बौद्ध ग्रंथों के अनुसार उन्होंने आजीवक संप्रदाय को अपनाया था। D. मिस्र के शासक टॉलेमी द्वितीय फिलाडेल्फस ने अपने राजदूत डायोनिसियस को बिंदुसार के दरबार में भेजा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यूनानी स्रोतों के अनुसार सीरिया के शासक एंटियोकस प्रथम ने बिंदुसार को सूखे अंजीर और मदिरा जैसे उपहार भेजे, हालाँकि जब बिंदुसार ने एक दार्शनिक (सोफिस्ट) भेजने का आग्रह किया तो इसे अस्वीकार कर दिया गया, इसलिए कथन A सही है। डेमेकस नामक यूनानी राजदूत, सेल्युकिड साम्राज्य से, बिंदुसार के दरबार में उपस्थित हुआ था, अतः कथन B भी सही है। बौद्ध ग्रंथ महावंश के अनुसार बिंदुसार ब्राह्मण धर्म (परंपरा) के अनुयायी थे, यद्यपि कुछ अन्य बौद्ध ग्रंथों के अनुसार उन्होंने आजीवक संप्रदाय को भी अपनाया, जिसका प्रभाव पिंगलवत्स नामक प्रमुख आजीवक शिक्षक के माध्यम से पड़ा, इसलिए कथन C सही है। मिस्र के शासक टॉलेमी द्वितीय फिलाडेल्फस ने भी अपने राजदूत डायोनिसियस को बिंदुसार के दरबार में भेजा था, अतः कथन D भी सही है - सभी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अशोक के किस प्रमुख शिलालेख (रॉक एडिक्ट) में कलिंग पर उसकी विजय का स्पष्ट उल्लेख 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शिलालेख I</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शिलालेख II</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शिलालेख VI</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शिलालेख XIII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शिलालेख XIII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शिलालेख 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शिलालेख 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शिलालेख VI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 एडिक्ट XIII वह प्रमुख शिलालेख है जिसमें अशोक ने स्पष्ट रूप से कलिंग पर अपनी विजय और उसके गहरे प्रभाव का उल्लेख किया है - यह शिलालेख कलिंग युद्ध की भयावहता और अशोक पर पड़े गहरे मानसिक प्रभाव का वर्णन करता है, जिसके कारण अंततः उन्होंने बौद्ध धर्म और धम्म की नीति अपनाई। अशोक के 14 प्रमुख रॉक एडिक्ट पूरे भारत में फैले हुए हैं, जो अशोक के क्षेत्र की सीमाओं पर उत्कीर्ण हैं, न कि साम्राज्य के हृदयस्थल (राजधानी) में - ये तीन भाषाओं (प्राकृत, अरामी, ग्रीक) और दो लिपियों (ब्राह्मी, खरोष्ठी) में लिखे गए हैं। शिलालेख I, II और VI अन्य विषयों (यथा पशु-वध निषेध, सामाजिक कल्याण, प्रशासनिक निर्देश) से संबंधित हैं, कलिंग विजय के विशिष्ट उल्लेख से नहीं, इसलिए विकल्प A, B,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अशोक द्वारा निर्मित स्तंभों की विशेषताओं के संबंध में निम्नलिखित कथनों पर विचार कीजिए: A. मौर्य स्तंभ मूल रूप से चुनार बलुआ पत्थर से बने होते थे और साम्राज्य में राज्य के प्रतीक थे। B. अधिकतर अशोक स्तंभ शिलालेख पाली और खरोष्ठी में लिखे गए थे। C. मौर्य स्तंभ चार भागों में विभाजित होते थे: शाफ्ट, कैपिटल, अबेकस (आधार) और पशु आकृतियाँ। D. मौर्य स्तंभों की सतह चिकनी होती थी, जबकि फारसी स्तंभों की सतह पर धारियाँ या नालियाँ होती थीं।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अशोक स्तंभ मुख्यतः चुनार बलुआ पत्थर से बने होते थे, जो मौर्य साम्राज्य में राज्य के प्रतीक और बौद्ध विचारधारा-राजकीय आदेशों के प्रसार का माध्यम थे, इसलिए कथन A सही है। कथन B गलत है क्योंकि अधिकतर अशोक स्तंभ शिलालेख पाली में नहीं बल्कि प्राकृत में लिखे गए थे (कुछ ग्रीक और अरामाइक भाषा में भी), खरोष्ठी सामान्यतः रॉक एडिक्ट में प्रयुक्त हुई, पाली भाषा का उदय बाद में हुआ। मौर्य स्तंभ चार भागों में विभाजित होते थे - शाफ्ट (एकल पत्थर), कैपिटल, अबेकस (आधार) और पशु आकृतियाँ - जो फारसी (अचमेनियन) स्तंभों से समानताएँ रखते थे, इसलिए कथन C सही है। मौर्य स्तंभों की सतह चिकनी होती थी जबकि फारसी स्तंभों की सतह पर धारियाँ या नालियाँ होती थीं, अतः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कौन सा शिलालेख सम्राट अशोक को "रान्यो अशोक" (राजा अशोक) उपाधि के साथ प्रत्यक्ष रूप से संदर्भित करता है और उन्हें अशोक की मूर्ति के साथ नाम अंकित करने वाला पहला शिलालेख माना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मास्की शिलालेख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कलिंग शिलालेख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कनगनहल्ली शिलालेख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भाब्रु शिलालेख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कनगनहल्ली शिलालेख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मास्की शिलालेख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कलिंग शिलालेख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भाब्रु शिलालेख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कनगनहल्ली शिलालेख, जो कर्नाटक के सन्नती के पास स्थित है, अशोक को "रान्यो अशोक" (राजा अशोक) के रूप में उल्लेख करता है और यह अशोक की मूर्ति के साथ उनका नाम अंकित करने वाला पहला ज्ञात शिलालेख है, जो उनके साम्राज्य के दक्षिणी हिस्से में उनकी पहचान और शासन का महत्वपूर्ण साक्ष्य प्रदान करता है। मास्की, ब्रह्मगिरि, नेत्तूर और गुज्जरा जैसे छोटे शिलालेख भी अशोक का नाम स्पष्ट रूप से उल्लेख करते हैं, परंतु मूर्ति के साथ नाम अंकित करने की विशिष्टता कनगनहल्ली को अद्वितीय बनाती है। कलिंग शिलालेख (पृथक शिलालेख) कलिंग क्षेत्र के लिए विशेष रूप से जारी निर्देशों से संबंधित है, जबकि भाब्रु शिलालेख अशोक के बौद्ध धर्म के प्रति व्यक्तिगत समर्पण को दर्शाता है - इनमें से किसी में भी अशोक का नाम मूर्ति के साथ अंकित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अशोक के शिलालेखों में प्रयुक्त भाषाओं और लिपियों के संबंध में निम्नलिखित कथनों पर विचार कीजिए: A. अशोक के शिलालेखों में मुख्य रूप से केवल प्राकृत भाषा और ब्राह्मी लिपि का ही उपयोग किया गया है। B. अशोक के कुछ छोटे शिलालेखों जैसे मास्की, ब्रह्मगिरि, नेत्तूर और गुज्जरा में स्पष्ट रूप से "अशोक" नाम का उल्लेख मिलता है। C. उत्तर-पश्चिमी क्षेत्रों में मिले कुछ शिलालेख यूनानी और अरामाइक भाषाओं में भी लिखे गए हैं। D. इलाहाबाद स्तंभ शिलालेख मूल रूप से चंद्रगुप्त प्रथम के शासनकाल के लिए सबसे महत्वपूर्ण स्रोत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गलत है क्योंकि यद्यपि अधिकतर अशोक शिलालेख प्राकृत भाषा और ब्राह्मी लिपि में हैं, कुछ शिलालेखों में अरामी और ग्रीक भाषाओं का भी उपयोग हुआ है, विशेषकर उत्तर-पश्चिमी क्षेत्र (जैसे कंधार) में, इसलिए यह कथन 'केवल' शब्द के कारण सही नहीं है। मास्की, ब्रह्मगिरि, नेत्तूर और गुज्जरा जैसे छोटे शिलालेखों में स्पष्ट रूप से "अशोक" नाम का उल्लेख मिलता है, जो कथन B को सही सिद्ध करता है। कथन C भी सही है क्योंकि उत्तर-पश्चिमी क्षेत्र में मिले शिलालेख यूनानी और अरामाइक भाषाओं में भी लिखे गए, जो हेलेनिस्टिक प्रभाव को दर्शाता है। कथन D गलत है क्योंकि इलाहाबाद स्तंभ शिलालेख वास्तव में समुद्रगुप्त (गुप्त वंश) के शासनकाल का महत्वपूर्ण स्रोत है, चंद्रगुप्त प्रथम 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मौर्य प्रशासन व्यवस्था के संबंध में निम्नलिखित कथनों पर विचार कीजिए: A. अर्थशास्त्र के अनुसार, समाहर्ता कर संग्रह की देखरेख के लिए उत्तरदायी मुख्य राजस्व अधिकारी था। B. सीताध्यक्ष शब्द का अर्थ राजकीय भूमि (सीता) की देखरेख करने वाला अधिकारी था, जो उचित खेती सुनिश्चित करता था। C. मौर्य साम्राज्य मगध के अलावा चार प्रांतों में विभाजित था, जिनकी राजधानियाँ तक्षशिला, उज्जैन, तोसली और सुवर्णगिरी थीं। D. लौह-अध्यक्ष (लौह अधीक्षक) अंतर्राष्ट्रीय व्यापार को नियंत्रित करने के लिए उत्तरदायी था, न कि राज्य के सैन्य-प्रशासनिक ढांचे को सुदृढ़ करने के लिए।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अर्थशास्त्र में समाहर्ता को कर संग्रह की देखरेख के लिए उत्तरदायी मुख्य राजस्व अधिकारी बताया गया है, इसलिए कथन A सही है। सीताध्यक्ष राजकीय भूमि (सीता) की देखरेख का अधिकारी था जो उचित खेती और सिंचाई सुविधाओं का प्रबंधन सुनिश्चित करता था, अतः कथन B सही है। मौर्य साम्राज्य मगध के अलावा चार प्रांतों में विभाजित था, जिनकी राजधानियाँ तक्षशिला, उज्जैन, तोसली और सुवर्णगिरी थीं, इसलिए कथन C भी सही है। कथन D गलत है क्योंकि लौह-अध्यक्ष लौह और अन्य धातु कार्यों की देखरेख के लिए उत्तरदायी था और मुख्यतः साम्राज्य की सैन्य-प्रशासनिक व्यवस्था को सुदृढ़ करने हेतु था, न कि अंतर्राष्ट्रीय व्यापार के नियंत्रण के लिए।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मौर्यकालीन प्रशासन में युद्ध क्षेत्र में सेना का प्रतिनिधित्व करने वाला अधिकारी क्या कहलाता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नागरक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नायक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सन्नीधाता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नायक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सन्नीधाता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मौर्यकालीन प्रशासन में युद्ध क्षेत्र में सेना का प्रतिनिधित्व करने वाला अधिकारी 'नायक' कहलाता था, जो सैन्य टुकड़ियों का नेतृत्व करता था। नागरक नगर प्रशासन का अध्यक्ष होता था, जो शहरी व्यवस्था और सुरक्षा की देखरेख करता था, इसलिए विकल्प A गलत है। राजुक न्यायिक अधिकारी था जो स्थानीय प्रशासन में न्याय व्यवस्था और दंड-विधान की जिम्मेदारी संभालता था, अतः विकल्प C भी गलत है। सन्नीधाता राजकीय कोष का मुख्य अधिकारी था जो खजाने के संग्रहण और प्रबंधन का कार्य देखता था, इसलिए विकल्प D भी गलत है - इस प्रकार मौर्य प्रशासन में प्रत्येक अधिकारी का कार्यक्षेत्र स्पष्ट रूप से विभाजित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भारतीय इतिहास के संदर्भ में, "कार्षापण" शब्द का क्या अर्थ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प्राचीन भाषाओं के अध्ययन को दर्शाने वाला शब्द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खगोलीय घटनाओं से संबंधित एक अनुष्ठान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प्रारंभिक भारत में उपयोग की जाने वाली पंच-चिह्नित चाँदी की मुद्राएँ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मौर्य प्रशासन में शाही अधिकारियों की एक श्रेणी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प्रारंभिक भारत में उपयोग की जाने वाली पंच-चिह्नित चाँदी की मुद्राएँ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प्राचीन भाषाओं के अध्ययन को दर्शाने वाला शब्द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खगोलीय घटनाओं से संबंधित एक अनुष्ठान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मौर्य प्रशासन में शाही अधिकारियों की एक श्रेणी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कार्षापण प्रारंभिक भारत में उपयोग की जाने वाली पंच-चिह्नित मुद्राएँ थीं, जो सामान्यतः चाँदी की बनी होती थीं और विनिमय के माध्यम के रूप में प्रचलन में थीं - इनका उल्लेख पाणिनि और अर्थशास्त्र जैसे प्राचीन ग्रंथों में मिलता है, जो इन्हें प्रामाणिक ऐतिहासिक मुद्रा-प्रणाली सिद्ध करता है। ये मुद्राएँ आमतौर पर पाँच अलग-अलग प्रतीकों से चिह्नित होती थीं, जिन्हें छापकर बनाया जाता था, इसलिए इन्हें 'पंच-मार्क्ड कॉइन' भी कहा जाता है। यह किसी भाषा-अध्ययन, खगोलीय अनुष्ठान या प्रशासनिक अधिकारी-श्रेणी से संबंधित शब्द नहीं है, इसलिए विकल्प A, B, D गलत हैं - यह विशुद्ध रूप से मुद्रा-व्यवस्था से जुड़ा शब्द है, जिसका अध्ययन न्यूमिज़मैटिक्स (सिक्का-विज्ञान) के अंतर्गत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न्यूमिज़मैटिक्स का सही अर्थ क्या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प्राचीन पांडुलिपियों का अध्ययन</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सिक्कों, पदकों, कागज़ी मुद्रा और संबंधित वस्तुओं का अध्ययन या संग्रह</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खगोलीय घटनाओं का अध्ययन</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प्राचीन भाषाओं का अध्ययन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सिक्कों, पदकों, कागज़ी मुद्रा और संबंधित वस्तुओं का अध्ययन या संग्रह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प्राचीन पांडुलिपियों का अध्ययन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खगोलीय घटनाओं का अध्ययन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प्राचीन भाषाओं का अध्ययन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न्यूमिज़मैटिक्स (सिक्का-विज्ञान) का तात्पर्य है सिक्कों, पदकों, कागज़ी मुद्रा और संबंधित वस्तुओं (जैसे टोकन) का अध्ययन या संग्रह करना - यह उनके ऐतिहासिक, सांस्कृतिक, आर्थिक और कलात्मक महत्व की जाँच करता है, जो प्राचीन सभ्यताओं के इतिहास और व्यापार के बारे में महत्वपूर्ण जानकारी प्रदान करता है। सिक्कों पर उत्कीर्ण राजाओं के नाम, धातु की गुणवत्ता, वजन और डिज़ाइन शासकों की तिथि-निर्धारण, आर्थिक स्थिति और सांस्कृतिक प्रभावों को समझने में सहायक होते हैं। यह प्राचीन पांडुलिपियों, खगोलीय घटनाओं या भाषाओं के अध्ययन से भिन्न विषय है, इसलिए विकल्प A, C, D गलत हैं - न्यूमिज़मैटिक्स विशेष रूप से मुद्रा-संबंधी वस्तुओं तक सीमित एक पृथक अनुशासन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मगध साम्राज्य के भौगोलिक-आर्थिक संसाधनों के संबंध में निम्नलिखित कथनों पर विचार कीजिए: A. दक्षिण बिहार (सिंहभूम, गया क्षेत्र) में समृद्ध लौह भंडारों की निकटता ने मगध को एक मजबूत संसाधन आधार प्रदान किया। B. मगध की प्राकृतिक पहाड़ी किलेबंदी (राजगृह की पाँच पहाड़ियाँ) ने प्रारंभिक मगध साम्राज्य को रक्षात्मक लाभ प्रदान किया। C. छोटानागपुर पठार और आसपास के क्षेत्रों के घने जंगल इमारती लकड़ी और किलेबंदी के लिए हाथी उपलब्ध कराते थे। D. हाथी मगध की सैन्य शक्ति में, विशेषकर बिंबिसार जैसे शासकों के अधीन, एक निर्णायक कारक नहीं बन पाए।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बिहार के समृद्ध लौह भंडारों ने मगध को एक मजबूत आर्थिक-सैन्य संसाधन आधार प्रदान किया, जिससे बेहतर हथियार और कृषि उपकरण बनाना संभव हुआ, इसलिए कथन A सही है। राजगृह की पाँच पहाड़ियों से घिरी प्राकृतिक किलेबंदी ने प्रारंभिक मगध साम्राज्य को रक्षात्मक लाभ प्रदान किया, अतः कथन B भी सही है। छोटानागपुर पठार के घने जंगल इमारती लकड़ी (भवन व किलेबंदी हेतु) और हाथी (सेना हेतु) दोनों उपलब्ध कराते थे, इसलिए कथन C भी सही है। कथन D पूर्णतः गलत है क्योंकि हाथी वास्तव में मगध के सैन्य वर्चस्व में, विशेषकर अजातशत्रु जैसे शासकों के अधीन, एक निर्णायक कारक बन गए थे, न कि महत्वहीन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मगध के एक प्रमुख महाजनपद के रूप में उदय के संदर्भ में निम्नलिखित कथनों पर विचार कीजिए: A. इसकी पूर्व राजधानी, राजगृह, पाँच पहाड़ियों से घिरी हुई थी, जो प्राकृतिक किलेबंदी प्रदान करती थी। B. दक्षिण बिहार में लौह भंडारों तक पहुँच ने इसे हथियार और कृषि उपकरण उत्पादन में एक विशिष्ट लाभ प्रदान किया। C. इस क्षेत्र के वन लकड़ी और हाथी प्रदान करते थे, जो सैन्य विस्तार के लिए महत्वपूर्ण थे। D. पाटलिपुत्र (आधुनिक पटना) गंगा और सोन नदियों के संगम पर स्थित था, लेकिन यह पहाड़ियों से घिरा नहीं था। उपर्युक्त में से कौन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राजगृह (मगध की प्रारंभिक राजधानी) पाँच पहाड़ियों से घिरी हुई थी, जो प्राकृतिक किलेबंदी का लाभ प्रदान करती थी, इसलिए कथन A सही है। दक्षिण बिहार के लौह भंडारों की निकटता ने मगध को हथियार व कृषि उपकरण उत्पादन में विशिष्ट लाभ दिया, अतः कथन B सही है। क्षेत्र के घने वन इमारती लकड़ी (किलेबंदी हेतु) और हाथी (सेना हेतु) दोनों प्रदान करते थे, जो सैन्य विस्तार के लिए महत्वपूर्ण थे, इसलिए कथन C भी सही है। कथन D भी सही है - पाटलिपुत्र गंगा-सोन नदियों के संगम पर स्थित था और सामरिक रूप से महत्वपूर्ण था, किंतु राजगृह के विपरीत यह पहाड़ियों से घिरा नहीं था, जिससे यह नदी-मार्गों पर बेहतर नियंत्रण के लिए अधिक उपयुक्त सिद्ध हुआ। इस प्रकार सभी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भारत में प्रशासनिक व्यवस्था के संदर्भ में 'सीताध्यक्ष' शब्द का क्या अर्थ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खान एवं खनिज अधीक्षक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कृषि अधीक्षक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तौल एवं माप अधीक्षक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राजकीय कोष अधीक्षक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कृषि अधीक्षक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खान एवं खनिज अधीक्षक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तौल एवं माप अधीक्षक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राजकीय कोष अधीक्षक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अर्थशास्त्र में वर्णित मौर्य प्रशासनिक व्यवस्था के अनुसार, सीताध्यक्ष कृषि का सरकारी अधिकारी या अधीक्षक होता था। वह राजसी भूमि (सीता) की देखरेख, उचित खेती सुनिश्चित करने, कृषि उपज के संग्रह और सिंचाई सुविधाओं के प्रबंधन के लिए उत्तरदायी होता था - यह पद मौर्य साम्राज्य की केंद्रीकृत कृषि-अर्थव्यवस्था के प्रबंधन में अत्यंत महत्वपूर्ण था, क्योंकि राजकीय भूमि से प्राप्त राजस्व साम्राज्य की आर्थिक रीढ़ थी। खान एवं खनिज की देखरेख लौह-अध्यक्ष जैसे अलग अधिकारी करते थे (विकल्प A गलत), तौल-माप की जिम्मेदारी पौतवाध्यक्ष जैसे अधिकारी की थी (विकल्प C गलत), और राजकीय कोष की देखरेख सन्नीधाता करता था (विकल्प D गलत) - इस प्रकार प्रत्येक अधीक्षक का कार्यक्षेत्र स्पष्ट रूप से विभाजित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गुप्त काल के प्रशासन और समाज के संदर्भ में निम्नलिखित कथनों पर विचार कीजिए: A. मौर्य काल के विपरीत, गुप्त प्रशासन अत्यधिक विकेंद्रीकृत था, जिसमें प्रांतीय और स्थानीय अधिकारियों को पर्याप्त स्वायत्तता प्राप्त थी। B. 'कुमारामात्य' शब्द उच्च-स्तरीय केंद्रीय अधिकारियों के वर्ग को संदर्भित करता है, जिनमें से महत्वपूर्ण पदाधिकारियों की भर्ती होती थी। C. गुप्तों के अधीन न्यायिक प्रणाली ने पहली बार दीवानी और फौजदारी कानूनों को स्पष्ट रूप से सीमांकित किया। D. गुप्त समाज में महिलाओं की स्थिति में उल्लेखनीय सुधार हुआ, क्योंकि उन्हें संपत्ति विरासत में मिलने और पुनर्विवाह करने की अनुमति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मौर्यों के विपरीत, गुप्त प्रशासन अधिक विकेंद्रीकृत था, जिसमें प्रांतीय और स्थानीय अधिकारियों (सामंतों) को पर्याप्त स्वायत्तता प्राप्त थी और सत्ता पूरी तरह राजा के हाथों में केंद्रित नहीं थी, इसलिए कथन A सही है। कुमारामात्य उच्च-स्तरीय केंद्रीय अधिकारियों के वर्ग को दर्शाता है, जो प्रभावशाली परिवारों से आते थे और राजा के विश्वसनीय अधिकारी माने जाते थे, अतः कथन B भी सही है। गुप्त काल में न्यायिक प्रणाली ने पहली बार दीवानी और फौजदारी कानूनों के बीच स्पष्ट अंतर किया, इसलिए कथन C भी सही है। कथन D गलत है क्योंकि गुप्त काल के दौरान महिलाओं की स्थिति में सुधार नहीं बल्कि गिरावट आई - विधवा पुनर्विवाह पर प्रतिबंध, बाल विवाह का बढ़ता प्रचलन और संपत्ति के उत्तराधिकार पर प्रतिबंध जैसी प्रथाओं ने महिलाओं के अधिकारों को कम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गुप्तकालीन प्रशासनिक भूभागों को उनके प्रशासक/मुखिया से सुमेलित कीजिए: सूची-I (भूभाग): सूची-I: A. प्रांत B. भुक्ति (देश/राष्ट्र) C. विषय (जिला) D. ग्राम सूची-II: 1. उपरिक 2. ग्रामाध्यक्ष 3. प्रांत का मुखिया 4. विषयपति</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गुप्तकालीन प्रशासनिक ढाँचे में सबसे बड़ी इकाई प्रांत होती थी, जिसका मुखिया सीधे सम्राट के अधीन शासन करता था। इससे छोटी इकाई भुक्ति (देश/राष्ट्र) होती थी, जिसका प्रशासक उपरिक कहलाता था। भुक्ति के अंतर्गत विषय (जिला) आता था, जिसका मुखिया विषयपति कहलाता था और जो स्थानीय राजस्व व न्याय व्यवस्था की देखरेख करता था। सबसे छोटी प्रशासनिक इकाई ग्राम होती थी, जिसका मुखिया ग्रामाध्यक्ष कहलाता था। यह पदानुक्रम (प्रांत → भुक्ति/उपरिक → विषय/विषयपति → ग्राम/ग्रामाध्यक्ष) दर्शाता है कि गुप्त प्रशासन में केंद्र से लेकर ग्राम स्तर तक एक सुव्यवस्थित किंतु अपेक्षाकृत विकेंद्रीकृत ढाँचा विद्यमान था, जिसमें स्थानीय स्वायत्तता को पर्याप्त स्थान मिला।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गुप्त शासक चंद्रगुप्त द्वितीय (विक्रमादित्य) के संदर्भ में निम्नलिखित कथनों पर विचार कीजिए: A. विशाखदत्त के नाटक 'देवीचंद्रगुप्तम्' के अनुसार, उन्होंने अपने बड़े भाई रामगुप्त को हटाकर सिंहासन प्राप्त किया, जिन्होंने विदेशी आक्रमण के सामने अपमानजनक व्यवहार किया था। B. उन्होंने अपनी पुत्री प्रभावती गुप्त का विवाह वाकाटक राजकुमार रुद्रसेन द्वितीय से करके दक्षिणी अभियानों के लिए रणनीतिक गठबंधन बनाया। C. उन्होंने मालवा, गुजरात और सौराष्ट्र के पश्चिमी क्षत्रपों (शकों) को हराकर लगभग चार शताब्दियों तक चले शक शासन को समाप्त किया। D. 'विक्रमादित्य' की उपाधि पहली बार चंद्रगुप्त द्वितीय द्वारा ही गढ़ी गई थी, इससे पहले किसी शासक ने इसका प्रयोग नहीं किया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देवीचंद्रगुप्तम् नाटक के अनुसार चंद्रगुप्त द्वितीय ने अपने भाई रामगुप्त को हटाकर सिंहासन प्राप्त किया, इसलिए कथन A सही है। उन्होंने प्रभावती गुप्त का विवाह वाकाटक राजकुमार रुद्रसेन द्वितीय से कर दक्षिणी अभियानों के लिए महत्वपूर्ण गठबंधन बनाया और शक क्षत्रपों को हराकर पश्चिमी समुद्री बंदरगाहों तक पहुँच प्राप्त की, इसलिए कथन B और C दोनों सही हैं। कथन D गलत है क्योंकि विक्रमादित्य की भव्य उपाधि चंद्रगुप्त द्वितीय ने अपनाई अवश्य, परंतु यह उपाधि इससे पहले भी 58 ईसा पूर्व में उज्जैन के एक शासक द्वारा उपयोग की जा चुकी थी। इनके दरबार में नवरत्न (जिनमें कालिदास शामिल थे) थे और चीनी यात्री फा-हियन ने इसी शासनकाल में भारत की यात्रा कर शांतिपूर्ण प्रशासन की प्रशंसा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चीनी यात्री ह्वेन सांग ने अपने विवरणों में प्रयाग (इलाहाबाद) में आयोजित एक भव्य धार्मिक सभा का उल्लेख किया है, जहाँ राजा ने सभी धार्मिक संप्रदायों के लोगों को अपनी संपत्ति दान की। यह घटना किस शासक के शासनकाल में हुई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चंद्रगुप्त द्वितीय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समुद्रगुप्त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हर्षवर्धन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पुलकेशिन द्वितीय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हर्षवर्धन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चंद्रगुप्त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समुद्रगुप्त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पुलकेशिन द्वितीय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 यात्री ह्वेन सांग (श्वानजांग) ने हर्षवर्धन के शासनकाल में भारत की यात्रा की और प्रयाग सभा (हर पाँच वर्षों में आयोजित) का उल्लेख किया, जहाँ हर्ष ने विभिन्न धार्मिक संप्रदायों के लोगों को विशाल संपत्ति और दान वितरित किया, जो उनकी धार्मिक सहिष्णुता और दानशीलता को दर्शाता है। यह प्रयाग सभा प्रत्येक पाँच वर्ष में आयोजित होती थी, जहाँ भारत के विभिन्न हिस्सों के साथ-साथ पूर्व के देशों से भी छात्र आकर्षित होते थे और प्रवेश परीक्षा के माध्यम से नालंदा जैसे विश्वविद्यालयों में प्रवेश मिलता था। चंद्रगुप्त द्वितीय के शासनकाल में फा-हियन ने भारत की यात्रा की थी, जबकि पुलकेशिन द्वितीय चालुक्य शासक थे जिन्होंने हर्षवर्धन को नर्मदा के युद्ध में परास्त किया था -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यूनेस्को विश्व धरोहर स्थल घोषित नालंदा विश्वविद्यालय के संबंध में निम्नलिखित कथनों पर विचार कीजिए: A. नालंदा विश्वविद्यालय की स्थापना का श्रेय गुप्त वंश के शासक कुमारगुप्त प्रथम को दिया जाता है। B. ह्वेन सांग ने नालंदा विश्वविद्यालय का बहुत मूल्यवान विवरण दिया है, जिसमें प्रवेश परीक्षा की कठिनाई का भी उल्लेख है। C. यह विश्वविद्यालय एक आवासीय संस्थान था, जिसमें शिक्षा पूर्ण रूप से निःशुल्क थी। D. नालंदा में केवल बौद्ध धर्मशास्त्र पढ़ाया जाता था, तर्कशास्त्र, व्याकरण और चिकित्सा जैसे सामान्य विषय पाठ्यक्रम में शामिल नहीं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नालंदा विश्वविद्यालय की स्थापना का श्रेय गुप्त शासक कुमारगुप्त प्रथम को दिया जाता है, जिसे बाद के शासकों जैसे हर्षवर्धन और पाल वंश ने और सुदृढ़ किया, इसलिए कथन A सही है। ह्वेन सांग ने इसका विस्तृत विवरण दिया, जिसमें अत्यंत कठिन प्रवेश परीक्षा का उल्लेख है - केवल तीस प्रतिशत उम्मीदवार ही सफल हो पाते थे, अतः कथन B भी सही है। यह विश्वविद्यालय पूर्णतः आवासीय एवं निःशुल्क था, जिसमें भोजन-आवास भी शामिल था और इसका खर्च आसपास के सौ से अधिक गाँवों की आय से चलता था, इसलिए कथन C भी सही है। कथन D गलत है क्योंकि नालंदा में वेद, हीनयान सिद्धांत, सांख्य और योग दर्शन के साथ-साथ तर्कशास्त्र, व्याकरण, खगोलशास्त्र और चिकित्सा जैसे सामान्य विषय भी पढ़ाए जाते थे - यह एक महाविश्वविद्यालय था, न कि केवल धर्मशास्त्र तक सीमित संस्था।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कुषाण सम्राट विम कडफिसेस (कडफिसेस द्वितीय) के स्वर्ण मुद्रा जारी करने का क्या महत्व माना जाता है, जिन्होंने "महाराजाधिराज" और "संपूर्ण विश्व का स्वामी" जैसी भव्य उपाधियाँ धारण 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भारत में जारी की गई पहली मुद्रा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कुषाण साम्राज्य की बढ़ती शक्ति और प्रतिष्ठा को दर्शाता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मुद्रा केवल धार्मिक उद्देश्यों के लिए जारी की गई 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मुद्रा मौर्य साम्राज्य के पतन के तुरंत बाद जारी की गई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कुषाण साम्राज्य की बढ़ती शक्ति और प्रतिष्ठा को दर्शाता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भारत में जारी की गई पहली मुद्रा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मुद्रा केवल धार्मिक उद्देश्यों के लिए जारी की गई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मुद्रा मौर्य साम्राज्य के पतन के तुरंत बाद जारी की गई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विम कडफिसेस (कडफिसेस द्वितीय), जो एक कुषाण सम्राट थे, ने "महाराजाधिराज" और "संपूर्ण विश्व का स्वामी" जैसी भव्य उपाधियों के साथ स्वर्ण मुद्राएँ जारी कीं, जो कुषाण साम्राज्य की बढ़ती आर्थिक शक्ति, राजनीतिक प्रतिष्ठा और मध्य एशिया व रोमन साम्राज्य के साथ व्यापारिक संबंधों को दर्शाती हैं। यह भारत में जारी पहली मुद्रा नहीं थी, क्योंकि इससे पहले कार्षापण जैसी पंच-चिह्नित मुद्राएँ प्रचलन में थीं, इसलिए विकल्प A गलत है। यह मुद्रा केवल धार्मिक उद्देश्यों तक सीमित नहीं थी बल्कि आर्थिक-राजनीतिक प्रतिष्ठा प्रदर्शन का माध्यम भी थी, अतः विकल्प C गलत है। यह मौर्य साम्राज्य के पतन के तुरंत बाद नहीं बल्कि काफी बाद, प्रथम-द्वितीय शताब्दी ईस्वी में जारी हुई, इसलिए विकल्प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सातवाहन वंश के संबंध में निम्नलिखित कथनों पर विचार कीजिए: A. सातवाहनों ने बौद्ध धर्म और ब्राह्मणवाद दोनों का संरक्षण किया, विशेष रूप से नासिक और कार्ले जैसे स्थानों पर चैत्यों और विहारों के निर्माण के लिए जाने जाते हैं। B. गौतमीपुत्र सातकर्णि को नासिक अभिलेख में "शक, पहलव और यवनों का विनाशक" कहा गया है। C. सातवाहन ब्राह्मणवाद और ब्राह्मणों के अनुष्ठानों के पूर्ण विरोधी थे। D. सातवाहन वंश को शुंग वंश के पतन के बाद भारत का पहला महान साम्राज्य-निर्माता माना जाता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सातवाहनों ने बौद्ध धर्म और ब्राह्मणवाद दोनों का समान रूप से संरक्षण किया, विशेषकर नासिक और कार्ले जैसे स्थानों पर चैत्यों-विहारों के निर्माण के लिए, इसलिए कथन A सही है। गौतमीपुत्र सातकर्णि की माता गौतमी बलश्री द्वारा स्थापित नासिक अभिलेख में उन्हें "शकों, पहलवों और यवनों (यूनानी) का विनाशक" बताया गया है, अतः कथन B भी सही है। कथन C पूर्णतः गलत है क्योंकि सातवाहन स्वयं को ब्राह्मण वंश का मानते थे और वैदिक अनुष्ठानों (जैसे अश्वमेध यज्ञ) का समर्थन करते थे, ब्राह्मणवाद के विरोधी नहीं थे। कथन D भी गलत है क्योंकि यह उपाधि मौर्य साम्राज्य को दी जाती है, सातवाहनों को नहीं - सातवाहन वंश मुख्यतः दक्कन क्षेत्र में शक्तिशाली रहा, अखिल भारतीय साम्राज्य नहीं बना पाया।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संगम युग की प्रारंभिक तमिल कविताओं में तमिलहम के विभिन्न उप-क्षेत्रों को अलग-अलग पारिस्थितिक-क्षेत्रों के रूप में देखा गया है। इन पारिस्थितिक-क्षेत्रों के लिए प्रयुक्त शब्द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तिनैस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मंडलम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नाडुस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तिनैस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मंडलम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नाडुस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संगम युग की प्रारंभिक तमिल काव्य-परंपरा में विभिन्न उप-क्षेत्रों को उनकी भौगोलिक-पारिस्थितिक विशेषताओं (पहाड़ी, वन, कृषि क्षेत्र, तटीय और शुष्क क्षेत्र) के आधार पर वर्गीकृत करने के लिए 'तिनैस' शब्द प्रयुक्त होता था - यह वर्गीकरण संगम साहित्य में भावनाओं और परिस्थितियों (जैसे प्रेम, युद्ध) को दर्शाने के लिए काव्यात्मक प्रतीक के रूप में भी प्रयोग होता था। मंडलम बाद के काल में प्रशासनिक क्षेत्र (जैसे चोलमंडलम) के लिए प्रयुक्त शब्द है, नाडुस छोटे प्रशासनिक उप-विभाग और उर ग्राम्य आवासीय क्षेत्र को दर्शाता है, जहाँ आम लोग रहते थे - इसलिए विकल्प B, C, D तिनैस की पारिस्थितिक अवधारणा से भिन्न प्रयोजन रखते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संगम युग (लगभग 300 ईसा पूर्व - 300 ईस्वी) की राजनीतिक और सामाजिक संरचना के संबंध में निम्नलिखित कथनों पर विचार कीजिए: A. तमिलकम तीन प्रमुख राज्यों में विभाजित था: चोल (राजधानी उरैयूर, बाद में पुहार), चेर (राजधानी वंजी/करूर) और पांड्य (राजधानी मदुरै)। B. संगम युग में तोलकाप्पियम् में समाज की चार जातियों - अरसर, अंथनार, वणिगर और वेल्लालर - का उल्लेख मिलता है। C. संगम युग में महिलाओं की स्थिति अत्यंत दयनीय थी और कोई भी महिला कवयित्री प्रसिद्ध नहीं हुई। D. संगम युग में विदेशी व्यापार रोम और दक्षिण-पूर्व एशिया के साथ अच्छी तरह विकसित था, जिसका प्रमाण तमिल क्षेत्रों में मिले रोमन स्वर्ण मुद्राओं से मिलता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तमिलकम तीन प्रमुख राज्यों - चोल, चेर, पांड्य - में विभाजित था, प्रत्येक की अपनी राजधानी थी, इसलिए कथन A सही है। तोलकाप्पियम् में समाज की चार जातियों अरसर (राजा/योद्धा), अंथनार (पुरोहित/विद्वान), वणिगर (व्यापारी) और वेल्लालर (कृषक) का उल्लेख मिलता है, अतः कथन B भी सही है। कथन C पूर्णतः गलत है क्योंकि संगम युग में महिलाओं की स्थिति अपेक्षाकृत उदार थी और अव्वैयार जैसी महिला कवयित्रियाँ प्रसिद्ध हुईं, जिन्होंने संगम साहित्य में महत्वपूर्ण योगदान दिया। तमिल क्षेत्रों में मिले रोमन स्वर्ण मुद्राओं के भंडार यह प्रमाणित करते हैं कि विदेशी व्यापार (रोम, दक्षिण-पूर्व एशिया के साथ) अच्छी तरह विकसित था, इसलिए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संगम युग के प्राथमिक साहित्यिक स्रोतों में तोल्काप्पियम्, एट्टुतोकई (आठ संकलन) और पत्तुपट्टु (दस गीत) के अतिरिक्त, किस तीसरी संगम की सभा का साहित्य ही आज तक बचा हुआ माना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प्रथम संगम, मदुरै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द्वितीय संगम, कपाटपुरम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तृतीय संगम, मदुरै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चतुर्थ संगम, उरैयूर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तृतीय संगम, मदुरै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 संगम, मदुरै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द्वितीय संगम, कपाटपुरम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चतुर्थ संगम, उरैयूर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तमिल परंपरा के अनुसार पांड्य राजाओं के संरक्षण में मदुरै में तीन संगम (साहित्यिक अकादमियाँ) आयोजित की गई थीं, किंतु केवल तीसरे संगम का साहित्य ही आज तक बचा हुआ माना जाता है, जिसमें तोल्काप्पियम्, एट्टुतोकई (आठ संकलन) और पत्तुपट्टु (दस गीत) जैसे ग्रंथ शामिल हैं। प्रथम और द्वितीय संगम की रचनाएँ काल के साथ नष्ट हो गईं या उनका कोई प्रामाणिक अवशेष नहीं बचा, इसलिए विकल्प A और B के दावे तथ्यों से मेल नहीं खाते। चौथे संगम जैसी कोई पारंपरिक अवधारणा तमिल साहित्यिक इतिहास में मान्य नहीं है, अतः विकल्प D भी गलत है - तीसरा संगम ही तमिल साहित्यिक इतिहास की आधारशिला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संगम युग के संदर्भ में, 'अरसर', 'अंथनार', 'वणिगर' और 'वेल्लालर' शब्द किसका संदर्भ देते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विभिन्न प्रकार के संगीतमय वाद्ययंत्र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मंदिरों और धार्मिक संस्थानों की श्रेणियाँ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समाज के विभिन्न वर्ग या जातियाँ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प्राचीन तमिल राज्यों के नाम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समाज के विभिन्न वर्ग या जातियाँ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विभिन्न प्रकार के संगीतमय वाद्ययंत्र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मंदिरों और धार्मिक संस्थानों की श्रेणियाँ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प्राचीन तमिल राज्यों के नाम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तोल्काप्पियम् में उल्लिखित 'अरसर' (राजा/योद्धा वर्ग), 'अंथनार' (पुरोहित/विद्वान वर्ग), 'वणिगर' (व्यापारी वर्ग) और 'वेल्लालर' (कृषक वर्ग) संगम युग के तमिल समाज के विभिन्न वर्गों या जातियों को दर्शाते हैं, जो तत्कालीन सामाजिक-आर्थिक संरचना की जानकारी देते हैं। यह समाज जनजातीय होते हुए भी धीरे-धीरे अधिक स्तरीकृत हो रहा था, जिसमें वीर पंथ (वीरक्कल्लु या हीरो स्टोन) जैसी प्रथाएँ भी प्रचलित थीं जो योद्धाओं के सम्मान में स्थापित की जाती थीं। ये शब्द वाद्ययंत्रों, धार्मिक संस्थानों या राज्यों के नाम से संबंधित नहीं हैं (चोल, चेर, पांड्य ही संगम युग के प्रमुख राज्य थे),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चोल शासक राजेंद्र प्रथम ने अपने श्रीलंका अभियान में जीते हुए प्रदेश का नाम बदलकर क्या रख दिया, जो उनकी विजय का प्रतीक बना?</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चोलमंडलम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मामुंडी चोलमंडलम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जगजाथमंगलम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अनुराधापुरम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मामुंडी चोलमंडलम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चोलमंडलम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जगजाथमंगलम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अनुराधापुरम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राजराज प्रथम के पुत्र राजेंद्र प्रथम (शासनकाल 1014-1044 ई.) ने अपने विशाल सैन्य अभियानों के दौरान श्रीलंका के शासक महेंद्र पंचम को पराजित कर उनकी राजधानी अनुराधापुरम को नष्ट कर दिया और अपने अभियान में जीते गए श्रीलंकाई प्रदेश का नाम बदलकर 'मामुंडी चोलमंडलम' रख दिया तथा पोलोन्नरुवा को अपनी नई राजधानी बनाया। उन्होंने गंगा घाटी (बंगाल) तक भी सफल सैन्य अभियान भेजा, जिसकी स्मृति में 'गंगईकोंडचोलपुरम' नामक नई राजधानी बनाई और 'गंगईकोंडचोल' की उपाधि धारण की। चोलमंडलम मूल चोल राज्य का सामान्य नाम है (विकल्प A अधूरा उत्तर), जगजाथमंगलम पोलोन्नरुवा का नया नाम था न कि संपूर्ण प्रदेश का, और अनुराधापुरम स्वयं वह राजधानी थी जिसे नष्ट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प्राचीन मंदिर स्थापत्य शैलियों को उनकी विशिष्ट विशेषता से सुमेलित कीजिए: सूची-I (शैली): सूची-I: A. नागर शैली B. द्रविड़ शैली C. लाटिना (नागर उप-शैली) D. फामसाना (नागर उप-शैली) सूची-II: 1. चौड़ा और कम ऊँचाई वाला छत, ढलानदार 2. दक्षिण भारत में प्रचलित, पिरामिडनुमा विमान व गोपुरम 3. उत्तर भारत में प्रचलित, मधुमक्खी के छत्ते के आकार का शिखर 4. एकल शिखर वाला मंदिर, उत्तर भारतीय शैली का सर्वाधिक सामान्य रूप</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 शैली उत्तर भारतीय मंदिर वास्तुकला से संबंधित है, जिसकी मुख्य विशेषता मधुमक्खी के छत्ते के आकार का शिखर है और सामान्यतः चारदीवारी नहीं होती। द्रविड़ शैली दक्षिण भारतीय मंदिर वास्तुकला से संबंधित है, जिसकी मुख्य विशेषता पिरामिडनुमा विमान और विस्तृत गोपुरम (द्वार टॉवर) हैं। लाटिना और फामसाना दोनों द्रविड़ नहीं बल्कि नागर शैली के ही उप-प्रकार हैं - लाटिना एकल शिखर वाला मंदिर है जो उत्तर भारतीय शैली का सबसे सामान्य रूप है, जबकि फामसाना लाटिना से चौड़ा और कम ऊँचाई वाला ढलानदार छत वाला मंदिर है। इस प्रकार नागर और द्रविड़ दो मुख्य शैलियाँ हैं जबकि लाटिना, फामसाना और वलभी इनकी उप-शैलियाँ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मंदिर वास्तुकला के संदर्भ में निम्नलिखित कथनों पर विचार कीजिए: A. नागर, मंदिर वास्तुकला की वह शैली है जो उत्तर भारत में प्रचलित है। B. द्रविड़, मंदिर वास्तुकला की वह शैली है जो दक्षिण भारत में प्रचलित है। C. 'लाटिना', 'फामसाना' और 'वलभी' द्रविड़ शैली के प्रकार हैं। D. मोढेरा का सूर्य मंदिर मारु-गुर्जर शैली में निर्मित है, जिसे सोलंकी शैली भी कहा जाता है। उपर्युक्त में से कौन-सा/से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 शैली उत्तर भारत में और द्रविड़ शैली दक्षिण भारत में प्रचलित मंदिर वास्तुकला की शैलियाँ हैं, इसलिए कथन A और B दोनों सही हैं। कथन C गलत है क्योंकि 'लाटिना', 'फामसाना' और 'वलभी' द्रविड़ शैली के नहीं बल्कि नागर शैली के उप-प्रकार हैं। मोढेरा का सूर्य मंदिर, जो सोलंकी वंश के भीम प्रथम के शासनकाल में 1026-27 ई. में बनवाया गया था, मारु-गुर्जर शैली (जिसे सोलंकी शैली भी कहते हैं) में निर्मित है और भारतीय पुरातत्व सर्वेक्षण द्वारा संरक्षित स्मारक है, इसलिए कथन D सही है - मंदिर परिसर को गुढ़मंडप, सभामंडप और कुण्ड (जलाशय) तीन भागों में विभाजित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उद्यान लेआउट की चारबाग शैली की शुरुआत किस वास्तुकला शैली ने की, जिसका सबसे उत्कृष्ट प्रतिनिधि ताजमहल (आगरा)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द्रविड़ शैली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भारतीय-इस्लामी शैली (मुगल)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नागर शैली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मारु-गुर्जर शैली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भारतीय-इस्लामी शैली (मुगल)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द्रविड़ शैली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शैली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मारु-गुर्जर शैली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चारबाग (फारसी शब्द, अर्थ 'चार उद्यान') शैली की शुरुआत मुगलों द्वारा हुई, जो फारसी उद्यान डिज़ाइन से प्रेरित थी - इसमें एक चतुर्भुज लेआउट होता है जो पैदल मार्गों या जलमार्गों द्वारा चार बराबर भागों में विभाजित होता है, जो इस्लामी परंपरा में स्वर्ग का प्रतीक है, और अक्सर केंद्रीय संरचना (मकबरा या मंडप) इन विभाजनों के प्रतिच्छेदन पर स्थित होती है। हुमायूँ का मकबरा (दिल्ली) भारत का पहला चारबाग उद्यान माना जाता है, जबकि ताजमहल (आगरा) चारबाग अवधारणा का सबसे उत्कृष्ट प्रतिनिधि है। द्रविड़, नागर और मारु-गुर्जर शैलियाँ हिंदू/जैन मंदिर वास्तुकला से संबंधित हैं और चारबाग शैली से इनका कोई संबंध नहीं है,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इंडो-इस्लामी वास्तुकला की सबसे विशिष्ट और मौलिक संरचनात्मक विशेषता क्या मानी जाती है, जिसने भारतीय ट्रैबीट शैली का स्थान असली मेहराबों और गुंबदों के उपयोग से ले लिया?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सजावटी सुलेख और अरबी शैली के पैटर्न का व्यापक उपयोग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भवन योजना में विशालता और भव्यता पर जोर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आर्कुएट शैली, जिसने भारतीय ट्रैबीट शैली का स्थान असली मेहराबों-गुंबदों के प्रयोग से ले 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लाल बलुआ पत्थर और संगमरमर जैसी प्रमुख निर्माण सामग्रियों का उपयोग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आर्कुएट शैली, जिसने भारतीय ट्रैबीट शैली का स्थान असली मेहराबों-गुंबदों के प्रयोग से ले लिया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सजावटी सुलेख और अरबी शैली के पैटर्न का व्यापक उपयोग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भवन योजना में विशालता और भव्यता पर जोर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लाल बलुआ पत्थर और संगमरमर जैसी प्रमुख निर्माण सामग्रियों का उपयोग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इंडो-इस्लामी वास्तुकला की सबसे मौलिक संरचनात्मक विशेषता आर्कुएट शैली (असली मेहराबों और गुंबदों की शैली) का आगमन है, जो इस्लामी परंपराओं से आयातित एक क्रांतिकारी संरचनात्मक विशेषता थी - इसने इमारतों के फैलाव और छत बनाने के तरीके को मौलिक रूप से बदल दिया, स्वदेशी ट्रैबीट शैली (पोस्ट-एंड-लिंटेल या बीम और ब्रैकेट) को सीधे प्रतिस्थापित किया और बड़े, खुले स्थानों के निर्माण को संभव बनाया। सजावटी सुलेख, भवन-विशालता और निर्माण सामग्री (विकल्प A, B, D) भी इस स्थापत्य शैली की प्रमुख विशेषताएँ हैं, लेकिन वे चापाकार संरचनात्मक नवाचार के आगे गौण हैं - आर्कुएट शैली ही वह मौलिक तकनीकी बदलाव है जो इंडो-इस्लामी वास्तुकला को पूर्ववर्ती भारतीय शैलियों से मूलतः अलग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प्राचीन भारतीय कला में गुफा-स्थापत्य और शिल्प शैलियों के संबंध में निम्नलिखित कथनों पर विचार कीजिए: A. अमरावती शैली में मूर्तिकला कथात्मक कला का भाग होती है, जैसे जातक कथाएँ, और बुद्ध की व्यक्तिगत विशेषताओं पर कम ध्यान होता है। B. गांधार कला शैली पूर्णतः स्वदेशी रूप से विकसित हुई थी और उस पर किसी भी बाहरी संस्कृति का प्रभाव नहीं था। C. मथुरा कला शैली पर उस समय की तीनों धर्मों - हिंदू, जैन और बौद्ध - का प्रभाव था। D. अजंता की किस गुफा में 'मारा विजय' थीम उत्कीर्ण है, जिसमें बुद्ध को केंद्र में मारा की सेना और उनकी बेटी के साथ घिरा हुआ दर्शाया गया है, वह गुफा संख्या 26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अमरावती शैली में मूर्तिकला मुख्यतः कथात्मक (जातक कथाएँ, बुद्ध के जीवन प्रसंग) होती है, जिसमें बुद्ध को प्रायः प्रतीकात्मक रूप (चरणचिह्न, रिक्त सिंहासन) में ही दर्शाया जाता था, इसलिए कथन A सही है। कथन B पूर्णतः गलत है क्योंकि गांधार शैली ग्रीको-रोमन (हेलेनिस्टिक) कला से प्रभावित थी, न कि पूर्णतः स्वदेशी - इसमें बुद्ध की मूर्तियों में लहराते बाल, यथार्थवादी वस्त्र और मांसल शरीर जैसे तत्व दिखते हैं। मथुरा शैली पर हिंदू, जैन और बौद्ध तीनों धर्मों का प्रभाव था और यहाँ तीनों धर्मों की मूर्तियाँ साथ-साथ निर्मित हुईं, अतः कथन C सही है। अजंता की गुफा संख्या 26 में 'मारा विजय' थीम उत्कीर्ण है, जिसमें बुद्ध को मारा की सेना और उनकी बेटी के साथ ज्ञान-प्राप्ति के अवसर के दौरान दर्शाया गया है, इसलिए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प्रसिद्ध सुल्तानगंज बुद्ध मूर्ति, जो ताँबे से बनी है, प्राचीन भारत के किस काल का उत्कृष्ट उदाहरण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मौर्य काल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गुप्त काल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कुषाण काल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चोल काल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गुप्त काल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मौर्य काल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कुषाण काल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चोल काल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सुल्तानगंज बुद्ध मूर्ति, जो 7.5 फीट ऊँची ताँबे से बनी मूर्ति है, गुप्त काल की कलात्मक उपलब्धियों का एक प्रमुख उदाहरण मानी जाती है। गुप्त काल के दौरान सारनाथ के आसपास एक नई मूर्तिकला शैली विकसित हुई, जिसमें क्रीम रंग के बलुआ पत्थर और धातु का प्रयोग करके बारीकी से सजी मूर्तियाँ बनाई गईं, जिनमें बुद्ध की मूर्तियों को चारों ओर जटिल रूप से सजाए गए प्रभामंडल के साथ दर्शाया गया - यह शैली शांति, संयम और आध्यात्मिक गरिमा की भावना व्यक्त करती है, जिसे भारतीय मूर्तिकला का 'स्वर्ण युग' भी कहा जाता है। मौर्य काल में मुख्यतः पॉलिशदार स्तंभ मूर्तियाँ (जैसे दीदारगंज यक्षिणी) प्रसिद्ध थीं, कुषाण काल में गांधार-मथुरा शैली प्रमुख थी, और चोल काल कांस्य नटराज मूर्तियों के लिए प्रसिद्ध है -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गुफा से भगवान विष्णु के वराह अवतार की मूर्तिकला प्राप्त हुई है, जो 5वीं शताब्दी की शुरुआत में चंद्रगुप्त द्वितीय के संरक्षण में निर्मित हुई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अजंता गुफाएँ</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उदयगिरि गुफाएँ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एलोरा गुफाएँ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एलिफेंटा गुफाएँ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उदयगिरि गुफाएँ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अजंता गुफाएँ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एलोरा गुफाएँ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एलिफेंटा गुफाएँ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उदयगिरि गुफाएँ (मध्य प्रदेश, विदिशा के निकट) से भगवान विष्णु के वराह अवतार की मूर्तिकला प्राप्त हुई है, जो 5वीं शताब्दी की शुरुआत में चंद्रगुप्त द्वितीय के संरक्षण में निर्मित हुईं और अपनी पहाड़ी दीवारों पर कई मूर्तिकलाओं के लिए प्रसिद्ध हैं। इन्हें ओडिशा की उदयगिरि-खंडगिरि जैन गुफाओं से भ्रमित नहीं करना चाहिए क्योंकि दोनों अलग-अलग स्थलों में हैं। इन गुफाओं में विष्णु के वराह (सूअर) अवतार की मूर्तिकला उल्लेखनीय है, साथ ही इनमें शिव, नरसिंह (आधा शेर-आधा मानव) और स्कंद को समर्पित गुफाएँ भी हैं। अजंता और एलोरा मुख्यतः बौद्ध-हिंदू-जैन धर्मों की मिश्रित गुफाएँ हैं, जबकि एलिफेंटा गुफाएँ मुख्यतः शिव-केंद्रित हैं -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वीणा वादक और व्याघ्र-निहंता (बाघ को मारने वाला) सिक्के का संबंध निम्नलिखित में से किस गुप्त शासक से है, जिन्हें 'भारतीय नेपोलियन' भी कहा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कुमारगुप्त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स्कंदगुप्त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समुद्रगुप्त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चंद्रगुप्त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समुद्रगुप्त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कुमारगुप्त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स्कंदगुप्त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चंद्रगुप्त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समुद्रगुप्त, जिन्हें उनकी सैन्य विजयों के कारण 'भारतीय नेपोलियन' की उपाधि से जाना जाता है, ने विक्रमांक और कविराज की उपाधियाँ भी धारण कीं। उनके सोने के सिक्कों के छह प्रकारों में गरुड़, धनुर्धर, अश्वमेध, व्याघ्रनिहंता और परशुराम प्रकार शामिल थे, साथ ही एक वीणा वादन करते हुए भी सिक्का प्रकार मिलता है जो उनकी संगीत में रुचि को दर्शाता है। उनके दरबारी कवि हरिसेन द्वारा रचित प्रयाग प्रशस्ति उनके राज्याभिषेक और विजयों का विस्तृत वर्णन करती है, जिसमें उन्होंने तीन आर्यावर्त के राजाओं को पराजित किया, 12 दक्षिण भारतीय राज्यों को जीता और फिर 9 आर्यावर्त के राजाओं को पुनः हराया। कुमारगुप्त, स्कंदगुप्त और चंद्रगुप्त द्वितीय की अपनी विशिष्ट उपलब्धियाँ हैं परंतु वीणा-व्याघ्रनिहंता सिक्का विशेष रूप से समुद्रगुप्त से संबद्ध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प्राचीन भारत में नौकाशास्त्र के ग्रंथ 'युक्तिकल्पतरु' के लेखक कौन थे, जिन्होंने जहाजों को नदी और समुद्र में चलने वाले जहाजों के रूप में वर्गीकृत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 भोज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भास्कराचार्य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बाणभट्ट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पाणिनि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राजा भोज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भास्कराचार्य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बाणभट्ट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पाणिनि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युक्तिकल्पतरु राजा भोज परमार (धारा, 1000-1055 ईस्वी) द्वारा संस्कृत में रचित एक प्रसिद्ध ग्रंथ है, जो प्राचीन हिंदू जगत में विशेष रूप से जहाज निर्माण पर केंद्रित है - इस ग्रंथ में जहाजों को नदियों और समुद्र में चलने वाले जहाजों के रूप में वर्गीकृत किया गया है, साथ ही जहाजों के 10 प्रकार और समुद्री जहाजों के उपवर्ग - दीर्घ (लंबे) और उन्नत (ऊँचे) - का भी उल्लेख मिलता है। राजा भोज ने भोपाल की स्थापना की, जिसे पहले 'भोजपाल' कहा जाता था, तथा भोजपुर में प्रसिद्ध भोजेश्वर मंदिर का निर्माण करवाया। भास्कराचार्य गणित-ज्योतिष के विद्वान थे (लीलावती के रचयिता), बाणभट्ट हर्षवर्धन के दरबारी कवि थे, और पाणिनि व्याकरणाचार्य थे - इनका नौकाशास्त्र से कोई संबंध नहीं है, इसलिए विकल्प B,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शैलचित्रों (रॉक पेंटिंग्स) से संबंधित निम्नलिखित कथनों पर विचार कीजिए: A. भारत में शैलचित्रों की पहली खोज 1867-68 में पुरातत्वविद आर्चीबोल्ड कार्लाइल ने की थी। B. भीमबेटका की गुफाओं की खोज 1957-58 में प्रख्यात पुरातत्वविद वी.एस. वाकणकर ने की थी। C. लखुड़ियार गुफाएँ मध्य प्रदेश में स्थित हैं। D. शैलचित्रों की सबसे बड़ी संख्या तृतीय काल की है, जिसमें ताम्रपाषाणकालीन चित्रकलाएँ शामिल हैं।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शैलचित्रों की पहली खोज 1867-68 में आर्चीबोल्ड कार्लाइल ने मिर्जापुर क्षेत्र में की थी, इसलिए कथन A सही है। भीमबेटका की गुफाओं की खोज 1957-58 में वी.एस. वाकणकर ने की, जो बाद में यूनेस्को विश्व धरोहर स्थल बनीं, अतः कथन B भी सही है। कथन C गलत है क्योंकि लखुड़ियार गुफाएँ मध्य प्रदेश में नहीं बल्कि उत्तराखंड के अल्मोड़ा जिले के बड़ेछीना क्षेत्र में स्थित हैं। कथन D भी गलत है क्योंकि शैलचित्रों की सबसे अधिक संख्या द्वितीय काल (मध्यपाषाण काल) की है, जबकि तृतीय काल (ताम्रपाषाण काल) के चित्रों में शिकार, पशुपालन और कृषि जैसे अधिक परिष्कृत दृश्य होते हुए भी संख्या द्वितीय काल की तुलना में कम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प्रसिद्ध संस्कृत ग्रंथ 'बुद्धचरितम्' के लेखक कौन हैं, जो गौतम बुद्ध के जीवन और उनके उपदेशों का वर्णन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पाणिनि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बाणभट्ट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अश्वघोष</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कालिदास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अश्वघोष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पाणिनि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बाणभट्ट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कालिदास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बुद्धचरितम् के लेखक अश्वघोष हैं, जो साकेत (आधुनिक अयोध्या) के निवासी थे और जिनकी रचना-शैली संस्कृत महाकाव्य की कलात्मक व व्यवस्थित परंपरा का उत्कृष्ट उदाहरण है - यह ग्रंथ लगभग दूसरी शताब्दी ईस्वी के प्रारंभ में रचा गया माना जाता है और गौतम बुद्ध के जीवन तथा उनके उपदेशों का विस्तृत वर्णन करता है, जिसमें महावस्तु और ललितविस्तर जैसे अन्य ग्रंथों की तुलना में चमत्कारों का अधिक संयमित वर्णन मिलता है। इसका चीनी अनुवाद 420 ईस्वी में धर्मक्षेम द्वारा किया गया, जबकि तिब्बती अनुवाद (7वीं-8वीं सदी) संस्कृत मूल के अधिक निकट है। पाणिनि व्याकरणाचार्य थे, बाणभट्ट हर्षवर्धन के दरबारी कवि (हर्षचरित, कादंबरी के रचयिता) थे, और कालिदास गुप्तकालीन महाकवि (अभिज्ञानशाकुंतलम् के रचयिता) थे - अतः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संस्कृत के प्रसिद्ध व्याकरणाचार्य पाणिनि और उनके ग्रंथ 'अष्टाध्यायी' के संबंध में निम्नलिखित कथनों पर विचार कीजिए: A. इसकी रचना ईसा पूर्व चौथी शताब्दी के उत्तरार्ध में हुई थी। B. पाणिनि के व्याकरण में 10,000 से अधिक नियम हैं। C. पाणिनि का जन्म गांधार के पुष्कलावती में हुआ था। D. पाणिनि ने अपने ग्रंथ में 22 अलग-अलग जनपदों का उल्लेख किया है, जिनमें मगध, अश्मक और कंबोज सबसे महत्वपूर्ण हैं।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अष्टाध्यायी की रचना ईसा पूर्व चौथी शताब्दी के उत्तरार्ध में हुई थी और यह संस्कृत के सबसे प्राचीन ज्ञात व्याकरणों में से एक है, इसलिए कथन A सही है। कथन B गलत है क्योंकि अष्टाध्यायी में 10,000 नहीं बल्कि लगभग 4,000 सूत्र (नियम) हैं, जो आठ अध्यायों में विभाजित हैं और प्रत्येक को चार खंडों में बाँटा गया है। पाणिनि का जन्म गांधार के पुष्कलावती में हुआ था, अतः कथन C सही है। उन्होंने अपने ग्रंथ में 22 अलग-अलग जनपदों का उल्लेख किया है, जिनमें मगध, अश्मक और कंबोज को सबसे महत्वपूर्ण प्रांतों के रूप में उल्लिखित किया गया, इसलिए कथन D भी सही है - केवल कथन B गलत होने के कारण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शास्त्रीय भाषाओं के रूप में वर्गीकरण हेतु निर्धारित मानदंडों के अनुसार, निम्नलिखित में से किस भाषा को सर्वप्रथम (2004 में) शास्त्रीय भाषा का दर्जा दिया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संस्कृत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तमिल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कन्नड़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तमिल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कन्नड़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द्वारा 'शास्त्रीय भाषा' के रूप में वर्गीकृत होने के लिए निर्धारित मानदंडों में भाषा के प्राचीन ग्रंथ-लिखित इतिहास का 1500-2000 वर्ष से अधिक पुराना होना, प्राचीन साहित्यिक परंपरा का मौलिक व अन्य भाषाई समुदाय से उधार न लिया गया होना, और शास्त्रीय भाषा का उसकी आधुनिक बोलियों से भिन्न होना शामिल है। इन मानदंडों के आधार पर तमिल को 2004 में शास्त्रीय भाषा का दर्जा पाने वाली सबसे पहली भाषा घोषित किया गया, जबकि संस्कृत को इसके एक वर्ष बाद 2005 में यह दर्जा मिला। पाली भाषा को अभी तक भारत सरकार द्वारा शास्त्रीय भाषा का दर्जा नहीं दिया गया है, हालाँकि इसके लिए माँग और आलोचना होती रही है, जिससे विकल्प B गलत सिद्ध होता है। कन्नड़ को शास्त्रीय भाषा का दर्जा तमिल-संस्कृत के बाद, अपेक्षाकृत बाद में मिला, इसलिए विकल्प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मध्यकालीन भारत की स्थापत्य वास्तुकला की जैन मंदिर शैलियों के संदर्भ में निम्नलिखित कथनों पर विचार कीजिए: A. रणकपुर जैन मंदिर मारु-गुर्जर वास्तुशिल्प शैली में निर्मित है, जो पारंपरिक भारतीय और मध्य एशियाई प्रभावों का सम्मिश्रण दर्शाती है। B. रणकपुर मंदिर की विशेषता सूक्ष्म नक्काशी और जटिल स्तंभित मंडपों की संरचना है। C. रणकपुर मंदिर के सफेद संगमरमर के उपयोग को इसकी वास्तुशिल्प विशेषताओं में शामिल नहीं किया जाता। D. मोढेरा का सूर्य मंदिर भी मारु-गुर्जर शैली में निर्मित है, जिसे सोलंकी शैली भी कहा जाता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रणकपुर जैन मंदिर मारु-गुर्जर वास्तुशिल्प शैली में निर्मित है, जो पारंपरिक भारतीय और मध्य एशियाई प्रभावों का सम्मिश्रण है, इसलिए कथन A सही है। इस मंदिर की विशेषता सूक्ष्म नक्काशी और जटिल स्तंभित मंडपों की संरचना है, अतः कथन B भी सही है। कथन C गलत है क्योंकि रणकपुर मंदिर अपने सफेद संगमरमर के व्यापक उपयोग के लिए ही विशेष रूप से प्रसिद्ध है, जो इसकी सबसे उल्लेखनीय वास्तुशिल्प विशेषताओं में से एक है। मोढेरा का सूर्य मंदिर भी मारु-गुर्जर (सोलंकी) शैली में निर्मित है, जिससे स्पष्ट होता है कि यह शैली केवल जैन मंदिरों तक सीमित नहीं बल्कि हिंदू मंदिरों में भी प्रयुक्त हुई, इसलिए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विश्व धरोहर स्थलों और उनके संबंधित वंशों/राज्यों के विषय में निम्नलिखित युग्मों पर विचार कीजिए: A. रानी की वाव - गुजरात (2014 में यूनेस्को मान्यता) B. हजारा राम मंदिर (हम्पी स्मारक समूह) - कर्नाटक (1986 में यूनेस्को मान्यता) C. पट्टडकल - कर्नाटक (1987 में यूनेस्को मान्यता) D. पंच रथ (महाबलीपुरम) - तमिलनाडु (1984 में यूनेस्को मान्यता) उपर्युक्त में से कौन सा युग्म अपने स्थान के साथ सही ढंग से मेल नहीं खाता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B और D दोनों</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कोई भी नहीं, सभी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कोई भी नहीं,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और D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रानी की वाव, जो गुजरात के पाटन में एक बावड़ी है, को 2014 में यूनेस्को विश्व धरोहर स्थल घोषित किया गया, इसलिए A सही है। हजारा राम मंदिर कर्नाटक के हम्पी में स्थित है, जिसे 1986 में यूनेस्को विश्व धरोहर स्थल (हम्पी स्मारक समूह के रूप में) घोषित किया गया, अतः B भी सही है। पट्टडकल के स्मारक समूह को कर्नाटक में 1987 में यूनेस्को विश्व धरोहर स्थल के रूप में अंकित किया गया, इसलिए C भी सही है। पंच रथ तमिलनाडु के महाबलीपुरम में स्थित हैं, जो 1984 में यूनेस्को विश्व धरोहर स्थल के रूप में अंकित हुए, अतः D भी सही है। इस प्रकार सभी चारों युग्म अपने-अपने राज्य और यूनेस्को मान्यता वर्ष के साथ सही ढंग से सुमेलित हैं, इसलिए सही उत्तर 'कोई भी नहीं, सभी सही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मुगल भारत में इंडो-इस्लामिक स्थापत्य के संदर्भ में, 'पिएत्रा-दुरा' तकनीक का सही अर्थ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ज्यामितीय और वनस्पति अलंकरण का उपयोग सजावट के लिए</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संगमरमर में अर्ध-मूल्यवान पत्थरों को जड़ना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जालीदार स्क्रीन नक्काशी (जाली कार्य)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दीवारों पर सोने की पत्ती चढ़ाने की तकनीक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संगमरमर में अर्ध-मूल्यवान पत्थरों को जड़ना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ज्यामितीय और वनस्पति अलंकरण का उपयोग सजावट के लिए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जालीदार स्क्रीन नक्काशी (जाली कार्य)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दीवारों पर सोने की पत्ती चढ़ाने की तकनीक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पिएत्रा-दुरा तकनीक का अर्थ है संगमरमर में अर्ध-मूल्यवान पत्थरों (जैसे फिरोजा, लापीस लाजुली, मूंगा) को जड़ना - इसका व्यापक उपयोग ताजमहल जैसे स्मारकों में हुआ, जहाँ फूलों और वनस्पति डिज़ाइनों को बारीकी से जड़ित पत्थरों के माध्यम से उकेरा गया। इत्मादुद्दौला का मकबरा (आगरा), जिसे जहाँगीर की पत्नी नूरजहाँ ने अपने पिता के लिए बनवाया और जिसे प्रायः "बेबी ताज" कहा जाता है, पूरी तरह सफेद संगमरमर से बना है और इसे इस पिएत्रा-दुरा तकनीक के व्यापक उपयोग वाला पहला प्रमुख मुगल ढांचा माना जाता है, जो अकबर की बलुआ पत्थर शैली और शाहजहाँ के संगमरमर शिखर के बीच एक संक्रमणकालीन चरण दर्शाता है। ज्यामितीय अलंकरण (विकल्प A), जाली कार्य (विकल्प C) और सोने की पत्ती (विकल्प D) भी इंडो-इस्लामी वास्तुकला की विशेषताएँ हैं, परंतु ये पिएत्रा-दुरा से भिन्न तकनीकें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इंडो-इस्लामिक स्थापत्य कला की विशेषताओं के संबंध में निम्नलिखित कथनों पर विचार कीजिए: A. इस अवधि में मेहराबों और गुंबदों के उपयोग की प्रमुखता रही, जिसे ट्रैबियेट शैली के रूप में जाना जाता था और इसने आर्कुएट शैली को प्रतिस्थापित किया। B. चारबाग शैली की बागवानी इस्लामी शासकों ने शुरू की, जो स्वर्ग के प्रतीक के रूप में चार-भाग वाले उद्यान को दर्शाती है। C. पिएत्रा-दुरा तकनीक का अर्थ ज्यामितीय और वनस्पति अलंकरण का उपयोग सजावट के लिए है। D. इंडो-इस्लामिक स्थापत्य में इमारतों में जाली कार्य (जालीदार स्क्रीन नक्काशी) का उपयोग दुर्लभ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उलटा है - वास्तव में इंडो-इस्लामी स्थापत्य में आर्कुएट शैली (मेहराबों-गुंबदों वाली) ने पारंपरिक भारतीय ट्रैबियेट शैली (बीम व लिंटेल) को प्रतिस्थापित किया, न कि इसके विपरीत। चारबाग शैली वास्तव में इस्लामी शासकों, विशेषकर मुगलों द्वारा शुरू की गई थी, जो चार-भाग वाले उद्यान के माध्यम से स्वर्ग का प्रतीक दर्शाती थी, इसलिए कथन B सही है। कथन C गलत है क्योंकि पिएत्रा-दुरा तकनीक वास्तव में संगमरमर में अर्ध-मूल्यवान पत्थरों को जड़ना है, न कि केवल ज्यामितीय-वनस्पति अलंकरण। कथन D भी गलत है क्योंकि जाली कार्य (जालीदार स्क्रीन नक्काशी) इंडो-इस्लामी स्थापत्य की एक विशिष्ट और लोकप्रिय विशेषता थी, जो कई मस्जिदों, मकबरों और महलों में पाई जाती है, दुर्लभ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देवगढ़ का दशावतार मंदिर निम्नलिखित में से किस वास्तुशिल्प शैली का उदाहरण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मौर्य काल की शैलकृत वास्तुकला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भारत-इस्लामी वास्तुकला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द्रविड़ शैली की मंदिर वास्तुकला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गुप्त काल की मंदिर वास्तुकला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गुप्त काल की मंदिर वास्तुकला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मौर्य काल की शैलकृत वास्तुकला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भारत-इस्लामी वास्तुकला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द्रविड़ शैली की मंदिर वास्तुकला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देवगढ़ (झाँसी के निकट, उत्तर प्रदेश) का दशावतार मंदिर गुप्त काल की मंदिर वास्तुकला का उत्कृष्ट उदाहरण है - गुप्त काल की वास्तुकला के कुछ उदाहरण आज भी उपलब्ध हैं, जैसे अजंता की शैलकृत गुफाएँ और यह देवगढ़ का दशावतार मंदिर, जिनमें कालिदास के साहित्यिक कृतियों में झलकने वाली सुसंगठित नगर-योजना की झलक भी मिलती है। यह मंदिर पत्थर और ईंटों से निर्मित है तथा गुप्तकालीन मंदिर वास्तुकला की प्रारंभिक विशेषताओं (गर्भगृह, अलंकृत द्वार-शाखा, पंचायतन शैली की झलक) को प्रदर्शित करता है। मौर्यकालीन शैलकृत वास्तुकला मुख्यतः बाराबर गुफाओं में दिखती है, भारत-इस्लामी वास्तुकला मध्यकाल की देन है, और द्रविड़ शैली दक्षिण भारत में प्रचलित है - इसलिए विकल्प A, B,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जंतर मंतर (जयपुर) और भारतीय खगोलीय वेधशालाओं के संबंध में निम्नलिखित कथनों पर विचार कीजिए: A. जंतर मंतर को 2010 में यूनेस्को विश्व धरोहर स्थल के रूप में अंकित किया गया था। B. इसका निर्माण 18वीं शताब्दी की शुरुआत में महाराजा जय सिंह द्वितीय द्वारा किया गया था। C. यह वेधशाला भारत की ऐतिहासिक वेधशालाओं में सबसे छोटी और सबसे कम संरक्षित मानी जाती है। D. इसके विशाल चिनाई यंत्रों का संग्रह उस काल के वैज्ञानिक व वास्तुशिल्पीय कौशल का प्रमाण है।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जंतर मंतर (जयपुर) को 2010 में यूनेस्को विश्व धरोहर स्थल के रूप में अंकित किया गया, इसलिए कथन A सही है। इसका निर्माण 18वीं शताब्दी की शुरुआत में महाराजा जय सिंह द्वितीय द्वारा खगोलीय वेधशाला के रूप में करवाया गया था, अतः कथन B भी सही है। कथन C पूर्णतः गलत है क्योंकि यह स्थल भारत की ऐतिहासिक वेधशालाओं में सबसे बड़ी और सबसे उत्तम संरक्षित मानी जाती है, न कि सबसे छोटी। इसमें कई अपने प्रकार के सबसे बड़े चिनाई यंत्रों का संग्रह है, जो उस काल के वैज्ञानिक, वास्तुशिल्पीय और सांस्कृतिक उपलब्धियों का प्रतिनिधित्व करता है, इसलिए कथन D भी सही है - यह वेधशाला मुगल काल की वैज्ञानिक व खगोलीय अवधारणाओं का प्रमाण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भक्ति आंदोलन के दौरान विकसित संगीत और चित्रकला-वास्तुकला की विभिन्न शैलियों के संबंध में निम्नलिखित कथनों पर विचार कीजिए: A. ख़याल/ख्याल हिंदुस्तानी शास्त्रीय संगीत का एक रूप है, जिसका नाम फारसी से लिया गया है जिसका अर्थ है "विचार या कल्पना"। B. इस शैली की उत्पत्ति का श्रेय परंपरा के अनुसार अमीर खुसरो को दिया जाता है। C. फ्रेस्को विधि एक ऐसी तकनीक है जिसमें ताज़ा बिछे गीले चूने के प्लास्ट पर प्राकृतिक रंगद्रव्य लगाए जाते हैं। D. सिगिरिया चित्रकला (श्रीलंका) सच्चे फ्रेस्को का एक प्रसिद्ध दक्षिण एशियाई उदाहरण 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ख़याल हिंदुस्तानी शास्त्रीय संगीत का एक रूप है, जिसका नाम फारसी शब्द से लिया गया है जिसका अर्थ है "विचार या कल्पना", और इसकी उत्पत्ति का श्रेय परंपरा के अनुसार अमीर खुसरो को दिया जाता है, इसलिए कथन A और B दोनों सही हैं। फ्रेस्को विधि में ताज़ा बिछे गीले चूने के प्लास्टर पर प्राकृतिक रंगद्रव्य (रंग) लगाए जाते हैं, जिससे दीवार सूखने पर रंगद्रव्य प्लास्टर में समा जाते हैं और पेंटिंग की सतह अभिन्न व टिकाऊ हो जाती है - अजंता गुफा चित्रों का प्रारंभिक चरण (हालाँकि अधिकांश भाग में टेम्परा तकनीक का उपयोग हुआ, कुछ संशोधित फ्रेस्को तकनीक भी अपनाई गई) और सिगिरिया चित्रकला (श्रीलंका) सच्चे फ्रेस्को का एक प्रसिद्ध दक्षिण एशियाई उदाहरण है, इसलिए कथन C और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दिल्ली सल्तनत के केंद्रीय प्रशासनिक विभागों को उनके कार्यक्षेत्र से सुमेलित कीजिए: सूची-I (विभाग): सूची-I: A. दीवान-ए-विजारत B. दीवान-ए-रिसालत C. दीवान-ए-इंशा D. दीवान-ए-मुस्तखराज सूची-II: 1. धार्मिक मामलों व विदेशी पत्राचार 2. शाही पत्राचार विभाग 3. वित्त विभाग (राजस्व प्रबंधन) 4. राजस्व बकाया की जाँच और वसूली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दीवान-ए-विजारत सल्तनत के अधीन सर्वोच्च पद था, जो वित्त और राजस्व का प्रबंधन करता था तथा वज़ीर इसका प्रमुख होता था। दीवान-ए-रिसालत धार्मिक मामलों और विदेशी पत्राचार के लिए उत्तरदायी था। दीवान-ए-इंशा शाही पत्राचार विभाग था, जो राजकीय आदेशों और पत्रों के प्रारूपण का कार्य देखता था। दीवान-ए-मुस्तखराज विशेष रूप से राजस्व बकाया की जाँच और वसूली के लिए स्थापित किया गया था, जिसे अलाउद्दीन खिलजी ने विशेष कठोरता से लागू किया। दीवान-ए-आरिज सैन्य विभाग था, जो सेना की भर्ती और वेतन-प्रबंधन देखता था - इस प्रकार प्रत्येक विभाग का कार्यक्षेत्र स्पष्ट रूप से विभाजित था, जो सल्तनत की सुव्यवस्थित नौकरशाही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केंद्रीय प्रशासन में 'आरिज़-ए-मुमालिक' नामक अधिकारी किस विभाग का प्रमुख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न्यायिक विभाग (दीवान-ए-कज़ा)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गुप्तचर विभाग (बरीद-ए-मुमालिक)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लोक निर्माण विभाग (दीवान-ए-इमारात)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सैन्य विभाग (दीवान-ए-अर्ज़)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सैन्य विभाग (दीवान-ए-अर्ज़)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न्यायिक विभाग (दीवान-ए-कज़ा)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गुप्तचर विभाग (बरीद-ए-मुमालिक)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निर्माण विभाग (दीवान-ए-इमारात)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आरिज़-ए-मुमालिक, दीवान-ए-अर्ज़ (सैन्य विभाग) का प्रमुख था, जो सेना की भर्ती, उसे सुसज्जित करने और वेतन देने के लिए जिम्मेदार विभाग था - यह सेनापति नहीं था, बल्कि सैन्य प्रशासन का प्रबंधन करने वाला अधिकारी था, जिसका दायित्व यह सुनिश्चित करना था कि सुल्तान के पास पर्याप्त, सुव्यवस्थित और वेतन-प्राप्त सैनिक उपलब्ध रहें। न्यायिक विभाग (दीवान-ए-कज़ा) का प्रमुख काज़ी-उल-कुज़ात होता था, जो धार्मिक व सामान्य न्याय व्यवस्था देखता था, इसलिए विकल्प A गलत है। गुप्तचर विभाग (बरीद-ए-मुमालिक) का कार्य सूचना संग्रह करना था, और लोक निर्माण विभाग (दीवान-ए-इमारात) भवन-निर्माण संबंधी कार्य देखता था - इसलिए विकल्प B और C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दिल्ली सल्तनत की प्रांतीय प्रशासन व्यवस्था के संदर्भ में निम्नलिखित कथनों पर विचार कीजिए: A. मुक्ति (या इक्तादार) नामक अधिकारी प्रांतीय गवर्नर होता था, जो इक्ता से राजस्व एकत्र करने और सैन्य सहायता प्रदान करने के लिए उत्तरदायी था। B. इक्ता प्रणाली की जड़ें चंगेज़ ख़ान की मंगोल सैन्य व्यवस्था में मिलती हैं, जिसे इल्तुतमिश ने भारतीय समाज की सामंती व्यवस्था को समाप्त करने के लिए अपनाया। C. मुक्ति को इक्ता का वंशानुगत स्वामी माना जाता था और उसे इसे अपने उत्तराधिकारियों को हस्तांतरित करने का पूर्ण अधिकार था। D. इक्ता संस्था का उपयोग सल्तनत की सामंती व्यवस्था को समाप्त करने और साम्राज्य के दूरदराज के हिस्सों को केंद्र से जोड़ने के साधन के रूप में किया गया।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मुक्ति (इक्तादार) प्रांतीय गवर्नर होता था जिसकी दो प्राथमिक जिम्मेदारियाँ थीं - अपनी सेना के भुगतान के लिए इक्ता से राजस्व एकत्र करना और आवश्यकता पड़ने पर सुल्तान को सैन्य सहायता प्रदान करना, इसलिए कथन A सही है। इक्ता प्रणाली की जड़ें वास्तव में मध्य-पूर्व की इस्लामी सैन्य-राजस्व व्यवस्था में हैं, इसे इल्तुतमिश ने भारतीय समाज की सामंती व्यवस्था को समाप्त करने के लिए अपनाया, इसलिए कथन B सही है। कथन C गलत है क्योंकि मुक्ति इक्ता का स्वामी नहीं होता था - यह पद वंशानुगत नहीं था, बल्कि सुल्तान की इच्छानुसार दिया या वापस लिया जा सकता था। इक्ता संस्था का प्रयोग वास्तव में सामंती व्यवस्था को समाप्त करने और दूरदराज के क्षेत्रों को केंद्र से जोड़ने के साधन के रूप में हुआ, इसलिए कथन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सुल्तानों का विवरण दर्ज करने वाले प्रसिद्ध यात्री इब्न बतूता ने उल्लेख किया है कि घुड़सवार (उलूक) और पैदल धावकों (दावा) पर आधारित संचार प्रणाली के कारण सूचनाएँ सुल्तान तक शीघ्र पहुँचती थीं। इस प्रणाली को किस नाम से जाना जाता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बरीद-ए-मुमालिक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हरकारा प्रणाली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अमीर-ए-आखूर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डाक प्रणाली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डाक प्रणाली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बरीद-ए-मुमालिक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हरकारा प्रणाली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अमीर-ए-आखूर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इब्न बतूता ने सुल्तानों, विशेषकर मुहम्मद बिन तुगलक द्वारा स्थापित कुशल डाक (डाक) प्रणाली का वर्णन किया है। इसमें उलूक (घोड़े की डाक, तत्काल संचार के लिए तेज़) और दावा (धावकों द्वारा प्रयुक्त पैदल डाक) शामिल थे, जो दिल्ली सल्तनत की एक अत्यंत प्रभावी संचार और गुप्तचर प्रणाली का हिस्सा थी। बरीद-ए-मुमालिक गुप्तचर विभाग का सामान्य नाम है, जो सूचना-संग्रह की समग्र व्यवस्था को दर्शाता है, न कि विशेष रूप से इस दोहरी संचार प्रणाली को, इसलिए विकल्प A सटीक नहीं है। हरकारा और अमीर-ए-आखूर क्रमशः सामान्य संदेशवाहक और अस्तबल के अधिकारी को दर्शाते हैं, इसलिए विकल्प B और C भी गलत हैं - डाक प्रणाली ही वह विशिष्ट नाम है जिसके अंतर्गत उलूक-दावा दोनों प्रणालियाँ आती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सुल्तान को चाँदी के टंका और ताँबे के जीतल सिक्के चलाकर सल्तनत को स्थिर करने और चंगेज खान के साथ सीधे संघर्ष को सफलतापूर्वक टालने का श्रेय दिया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कुतुबुद्दीन ऐबक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इल्तुतमिश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बलबन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रज़िया सुल्तान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इल्तुतमिश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कुतुबुद्दीन ऐबक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बलबन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सुल्तान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इल्तुतमिश (लगभग 1210-1236 ई.) को सल्तनत का वास्तविक संस्थापक माना जाता है - उन्होंने न केवल टंका (चाँदी) और जीतल (ताँबा) मुद्राएँ प्रचलित कीं, बल्कि ख्वारज़्मी राजकुमार को शरण देने से इनकार करके महान कूटनीतिक कौशल का भी परिचय दिया, जिससे दिल्ली सल्तनत चंगेज खान के सीधे प्रकोप से बच गई। उन्होंने सुल्तान के पद को वंशानुगत बनाया और तुर्कान-ए-चहलगानी (चालीस तुर्की गुलाम अमीरों का समूह) की स्थापना की, जिसने प्रशासन में सहायता दी। कुतुबुद्दीन ऐबक सल्तनत के प्रथम शासक थे परंतु मुद्रा-सुधार और मंगोल संकट प्रबंधन का श्रेय इल्तुतमिश को जाता है,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दिल्ली सल्तनत के वास्तविक संस्थापक इल्तुतमिश के संबंध में निम्नलिखित कथनों पर विचार कीजिए: A. इल्तुतमिश को दिल्ली सल्तनत का वास्तविक संस्थापक माना जाता है। B. इल्तुतमिश ने सुल्तान के पद को वंशानुगत बनाया। C. तुर्कान-ए-चहलगानी (चालीस) और इक्ता संस्था का आरंभ इल्तुतमिश द्वारा किया गया था। D. इल्तुतमिश कुतुबुद्दीन ऐबक के दामाद और उत्तराधिकारी इल्बारी तुर्क थे। उपर्युक्त में से कौन 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इल्तुतमिश को दिल्ली सल्तनत का वास्तविक संस्थापक माना जाता है क्योंकि उन्होंने सुल्तान के पद को स्थिर और वंशानुगत बनाया, इसलिए कथन A और B दोनों सही हैं। उन्होंने तुर्कान-ए-चहलगानी (चालीस तुर्की सरदारों का समूह) की स्थापना की और इक्ता संस्था का उपयोग भारतीय समाज की सामंती व्यवस्था को समाप्त करने तथा साम्राज्य के दूरदराज हिस्सों को केंद्र से जोड़ने के साधन के रूप में किया, अतः कथन C भी सही है। इल्तुतमिश कुतुबुद्दीन ऐबक के दामाद और उत्तराधिकारी इल्बारी तुर्क थे - मुहम्मद गौरी ने इल्तुतमिश और तमगाज़ रुमी को एक लाख जीतल में खरीदा था, और 1210 ई. में जूद के युद्ध में आरामशाह को पराजित करके इल्तुतमिश दिल्ली का शासक बना, इसलिए कथन D भी सही है - सभी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इतिहासकार ने कहा - "यदि रज़िया एक महिला नहीं होती, तो उसका नाम भारत के महान मुस्लिम शासकों में गिना जाता"?</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ईश्वरी प्रसाद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आर.एस. वर्मा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एल्फिंस्टन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जगदीश सिंह गहलोत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एल्फिंस्टन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ईश्वरी प्रसाद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आर.एस. वर्मा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जगदीश सिंह गहलोत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एल्फिंस्टन के अनुसार, "यदि रज़िया एक महिला नहीं होती, तो उसे भारत के महान मुस्लिम शासकों में गिना जाता।" रज़िया (1236-1240 ई.) इल्तुतमिश की उत्तराधिकारी घोषित हुईं और उन्होंने अपनी शक्ति चाँदी के सिक्के पर अंकित करवाई। उनके काल में पहली बार दिल्ली की जनता ने स्वयं उत्तराधिकार का प्रश्न तय किया, परंतु प्रसिद्ध तुर्क सरदारों (जिनमें निजामुल मुल्क जुनैदी, मलिक अलाउद्दीन जानी शामिल थे) ने उनका विरोध किया। रज़िया ने पर्दा प्रथा को त्यागकर पुरुषों की तरह कुबा (कोट) और कुलाह (टोपी) पहनकर दरबार में बैठना शुरू किया और स्वयं शासन का कार्य संभाला, जो उस युग के लिए असाधारण साहस का प्रतीक था। ईश्वरी प्रसाद, डॉ. आर.एस. वर्मा और जगदीश सिंह गहलोत भी इतिहासकार हैं परंतु यह विशिष्ट कथन एल्फिंस्टन का है,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बलबन के राजत्व सिद्धांत, नियाबत-ए-खुदाई, का अर्थ है कि सुल्तान:</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इस्लामी दुनिया का प्रमुख सैन्य कमांडर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तुर्की कुलीन वर्ग में समानों में प्रथम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पृथ्वी पर ईश्वर का प्रतिनिधि (छाया)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हिंदू जनता का प्रमुख रक्षक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पृथ्वी पर ईश्वर का प्रतिनिधि (छाया)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इस्लामी दुनिया का प्रमुख सैन्य कमांडर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तुर्की कुलीन वर्ग में समानों में प्रथम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जनता का प्रमुख रक्षक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बलबन ने राजत्व का एक अत्यधिक निरंकुश और कठोर सिद्धांत प्रस्तुत किया जिसे नियाबत-ए-खुदाई (ईश्वर की प्रतिनिधि) और ज़िल्ल-ए-इलाही (ईश्वर की छाया) के रूप में जाना जाता है। इस अवधारणा का उपयोग जानबूझकर सुल्तान के दर्जे को कुलीन वर्ग से ऊपर उठाने और पूर्ण निष्ठा प्रदर्शित करने के लिए किया गया था, जिससे तुर्कान-ए-चहलगानी जैसे शक्तिशाली सरदारों की चुनौती को कुचला जा सके। यह सिद्धांत सुल्तान को केवल सैन्य कमांडर या कुलीनों में प्रथम नहीं दर्शाता (विकल्प A, B गलत), बल्कि उसे दैवीय अधिकार से युक्त परम सत्ता के रूप में प्रस्तुत करता है, जो केवल मुस्लिम जनता तक सीमित न होकर संपूर्ण प्रजा (हिंदू सहित) पर लागू होता है, इसलिए विकल्प D भी सटीक नहीं है - बलबन ने राजत्व की गरिमा और भय दोनों बनाए रखने पर बल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दिल्ली सल्तनत के किस सुल्तान को नहरों, नए नगरों (जैसे हिसार, फिरोजाबाद) के निर्माण और दीवान-ए-खैरात (दान विभाग) की स्थापना सहित सार्वजनिक कार्यों के विशाल कार्यक्रम को शुरू करने का श्रेय दिया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अलाउद्दीन खिलजी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बलबन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फिरोज़ शाह तुगलक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सिकंदर लोदी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फिरोज़ शाह तुगलक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अलाउद्दीन खिलजी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बलबन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सिकंदर लोदी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फिरोज़ शाह तुगलक को उनके विशाल सामाजिक कल्याण और सार्वजनिक कार्यों के लिए "सल्तनत का अकबर" कहा जाता है - उन्होंने कई नहरें, पुल, अस्पताल (दार-उल-शफ़ा) बनवाए और गरीब मुस्लिम महिलाओं के विवाह को सुगम बनाने तथा सहायता प्रदान करने के लिए दीवान-ए-खैरात की स्थापना की। उन्होंने हिसार और फिरोजाबाद जैसे नए नगरों की स्थापना की तथा दिवान-ए-बंदगान (दासों के प्रबंधन के लिए विभाग) भी स्थापित किया। अलाउद्दीन खिलजी बाजार नियंत्रण नीति और सैन्य सुधारों के लिए प्रसिद्ध थे, बलबन कठोर राजत्व सिद्धांत के लिए, और सिकंदर लोदी प्रशासनिक सुधारों के लिए जाने जाते हैं - परंतु सार्वजनिक कल्याण कार्यक्रमों का व्यापक श्रेय विशेष रूप से फिरोज़ शाह तुगलक को जाता है,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अलाउद्दीन खिलजी की विशाल स्थायी सेना और उसके बाद मूल्य नियंत्रण की आवश्यकता किस राजनीतिक खतरे का प्रत्यक्ष जवाब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नए विजित राजपूत राज्यों द्वारा विद्रोह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दक्षिण में विजयनगर साम्राज्य का विस्तार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उत्तर-पश्चिम में मंगोल आक्रमणों का निरंतर और गंभीर खतरा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सर-ए-जहाँदार (शाही अंगरक्षक कमांडर) के नेतृत्व में आंतरिक विद्रोह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उत्तर-पश्चिम में मंगोल आक्रमणों का निरंतर और गंभीर खतरा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नए विजित राजपूत राज्यों द्वारा विद्रोह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में विजयनगर साम्राज्य का विस्तार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सर-ए-जहाँदार (शाही अंगरक्षक कमांडर) के नेतृत्व में आंतरिक विद्रोह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अलाउद्दीन खिलजी के शासनकाल के दौरान मंगोल खतरा अस्तित्वगत था (उदाहरण के लिए, 1303 में दिल्ली की घेराबंदी)। इस खतरे का सामना करने में सक्षम एक विशाल स्थायी सेना बनाए रखने के लिए, उन्होंने अपनी प्रसिद्ध बाजार नियंत्रण नीति (दीवान-ए-रियासत) लागू की, ताकि यह सुनिश्चित किया जा सके कि सैनिक मध्यम वेतन पर जीवन-यापन कर सकें - इस नीति में अनाज, वस्त्र, पशुओं की कीमतें निर्धारित की गईं और बाजार निरीक्षकों (शहना-ए-मंडी) की नियुक्ति हुई। यह नीति नए विजित राजपूत राज्यों के विद्रोह, दक्षिण विस्तार या आंतरिक अंगरक्षक विद्रोह के जवाब में नहीं बल्कि विशेष रूप से मंगोल संकट से निपटने के लिए एक विशाल सस्ती सेना बनाए रखने हेतु लागू की गई थी,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दिल्ली सल्तनत कालीन कर प्रणाली से संबंधित निम्नलिखित शब्दों पर विचार कीजिए: A. खराज - भूमिकर, जो मुख्यतः गैर-मुस्लिम कृषकों से वसूला जाता था किंतु कभी-कभी मुस्लिम कृषकों पर भी लागू होता था। B. जकात - यह इस्लाम में धार्मिक कर है, जो कुल बचत का 2.5% गरीबों की सहायता हेतु अनिवार्य रूप से लिया जाता था। C. जज़िया - यह गैर-मुस्लिमों पर लगाया जाने वाला कर था, जो उनकी सैन्य सेवा से छूट और सुरक्षा के बदले वसूला जाता था। D. खम्स - यह सिंचाई या जल-उपयोग पर आधारित कर था, जिसे नहरों और जल-संसाधनों के रख-रखाव हेतु वसूला जाता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खराज मूलतः भूमिकर था जो कृषि उपज पर लगाया जाता था और सामान्यतः गैर-मुस्लिम कृषकों से वसूल किया जाता था, किंतु कभी-कभी मुस्लिम कृषकों पर भी यह लागू होता था, इसलिए कथन A सही है। जकात इस्लाम में धार्मिक कर है, कुल बचत का 2.5% गरीबों की सहायता हेतु अनिवार्य रूप से लिया जाता था, अतः कथन B भी सही है। जज़िया गैर-मुस्लिमों पर लगाया जाने वाला कर था, जो उनकी सैन्य सेवा से छूट और सुरक्षा के बदले वसूला जाता था, इसलिए कथन C भी सही है। कथन D गलत है क्योंकि खम्स वास्तव में युद्ध की लूट या विशेष आय पर लगाया जाने वाला "पाँचवाँ भाग" कर है, न कि सिंचाई-कर - शरब (सिंचाई कर) ही वह कर है जो जल-उपयोग पर आधारित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दिल्ली सल्तनत की न्याय व्यवस्था के संदर्भ में 'उर्फ़' शब्द का क्या अर्थ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गैर-मुस्लिमों पर लगाया जाने वाला विशेष 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धार्मिक विद्वानों को दिया जाने वाला भूमि-अनुदान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शरीयत के साथ-साथ स्थानीय रीति-रिवाज़ व प्रथाएँ जिन्हें कानून के स्रोत के रूप में मान्यता प्राप्त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बलबन द्वारा इस्तेमाल की जाने वाली जासूसी प्रणाली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शरीयत के साथ-साथ स्थानीय रीति-रिवाज़ व प्रथाएँ जिन्हें कानून के स्रोत के रूप में मान्यता प्राप्त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गैर-मुस्लिमों पर लगाया जाने वाला विशेष 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धार्मिक विद्वानों को दिया जाने वाला भूमि-अनुदान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बलबन द्वारा इस्तेमाल की जाने वाली जासूसी प्रणाली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सुल्तान, विशेषकर अलाउद्दीन खिलजी जैसे सुल्तान, शासन के अक्सर उर्फ़ (रीति-रिवाज़ या प्रथा) और ज़वाबित (राज्य के कानून) पर निर्भर करते थे, खासकर सामान्य प्रशासन और भू-राजस्व के मामलों में, जहाँ रूढ़िवादी शरीयत अक्सर भारतीय संदर्भ में मौन या अव्यावहारिक होती थी। इस प्रकार उर्फ़, शरीयत (इस्लामी धार्मिक कानून) के साथ-साथ कानून के एक अतिरिक्त और व्यावहारिक स्रोत के रूप में कार्य करता था, जो स्थानीय परिस्थितियों के अनुकूल शासन को संभव बनाता था। यह गैर-मुस्लिम कर, भूमि-अनुदान या जासूसी प्रणाली से संबंधित शब्द नहीं है, इसलिए विकल्प A, B, D गलत हैं - उर्फ़ की अवधारणा सल्तनत-कालीन प्रशासनिक व्यावहारिकता (शरीयत और स्थानीय प्रथा के समन्वय)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ज़ब्त प्रणाली के अंतर्गत, भूमि को खेती की नियमितता के आधार पर वर्गीकृत किया जाता था। 'पोलाज' शब्द का प्रयोग निम्नलिखित के लिए किया जाता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भूमि जो पाँच वर्षों से अधिक समय से परती पड़ी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भूमि जो नियमित रूप से खेती की जाती हो और प्रतिवर्ष फसलें पैदा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भूमि जो उपजाऊपन पुनः प्राप्त करने के लिए एक या दो वर्ष के लिए परती छोड़ी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भूमि जहाँ फसल का हिस्सा राज्य और किसान के बीच बँटा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वह भूमि जो नियमित रूप से खेती की जाती हो और प्रतिवर्ष फसलें पैदा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भूमि जो पाँच वर्षों से अधिक समय से परती पड़ी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भूमि जो उपजाऊपन पुनः प्राप्त करने के लिए एक या दो वर्ष के लिए परती छोड़ी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भूमि जहाँ फसल का हिस्सा राज्य और किसान के बीच बँटा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ज़ब्त प्रणाली (जिसे मुख्य रूप से मुगल काल में अकबर द्वारा विस्तार दिया गया, किंतु जिसकी जड़ें दिल्ली सल्तनत की भू-राजस्व व्यवस्था से भी जुड़ी हैं) में भूमि को राजस्व उद्देश्यों के लिए चार श्रेणियों में वर्गीकृत किया गया था। पोलाज वह भूमि थी जिसकी नियमित रूप से प्रतिवर्ष खेती की जाती थी और जो लगातार फसल पैदा करती थी, अतः इसे राजस्व निर्धारण के लिए सबसे स्थिर और महत्वपूर्ण श्रेणी माना जाता था। परौती वह भूमि थी जो एक-दो वर्ष के लिए परती छोड़ी जाती थी (विकल्प C), चाचर तीन-चार वर्षों तक परती रहने वाली भूमि थी, और बंजर पाँच या अधिक वर्षों तक बिना खेती वाली भूमि थी (विकल्प A), जबकि फसल-बंटवारे की प्रणाली गल्ला-बख्शी कहलाती थी (विकल्प D), पोलाज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मध्यकालीन भारत में मुक्ति (या इक्तादार) और ज़ब्त-गल्ला-बख्शी प्रणालियों के संबंध में निम्नलिखित कथनों पर विचार कीजिए: A. गल्ला-बख्शी प्रणाली में वास्तविक फसल उपज को किसान और राज्य के बीच निश्चित अनुपात में विभाजित किया जाता था। B. यह ज़ब्त या दहसाला प्रणाली के विपरीत, एक उपज-बंटवारे की प्रणाली थी, जो भूमि माप और नकद मूल्यांकन पर आधारित नहीं थी। C. गल्ला-बख्शी प्रणाली उन क्षेत्रों में उपयोगी थी जहाँ सटीक भूमि माप कठिन था। D. मध्यकालीन भारत में हुंडी शब्द का अर्थ व्यापार और धन हस्तांतरण के लिए प्रयुक्त साख पत्र या विनिमय पत्र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गल्ला-बख्शी (जिसे बटाई प्रणाली भी कहा जाता है) में वास्तविक फसल उपज को किसान और राज्य के बीच निश्चित अनुपात (आमतौर पर एक-तिहाई राज्य को) में विभाजित किया जाता था, इसलिए कथन A सही है। यह ज़ब्त या दहसाला प्रणाली (जो भूमि माप और नकद मूल्यांकन पर आधारित थी) के विपरीत, एक उपज-बंटवारे की प्रणाली थी, अतः कथन B भी सही है। यह प्रणाली उन क्षेत्रों में विशेष रूप से उपयोगी थी जहाँ सटीक भूमि माप कठिन था, इसलिए कथन C भी सही है। हुंडी मध्यकालीन भारत में एक साख पत्र या विनिमय पत्र होता था, जिसका उपयोग व्यापार और धन हस्तांतरण को सुगम बनाने के लिए किया जाता था, और सर्राफ (श्रॉफ) मुद्रा परिवर्तक और बैंकर होते थे जो हुंडी से लेन-देन करते थे, अतः कथन D भी सही है - सभी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दिल्ली सल्तनत के किस सुल्तान ने राजधानी को दिल्ली से देवगिरी (जिसका नाम बदलकर दौलताबाद रखा गया) स्थानांतरित किया था, जो एक महत्वाकांक्षी किंतु अव्यावहारिक नीतियों के लिए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अलाउद्दीन खिलजी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मुहम्मद बिन तुगलक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फिरोज़ शाह तुगलक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ग़यासुद्दीन तुगलक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मुहम्मद बिन तुगलक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अलाउद्दीन खिलजी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फिरोज़ शाह तुगलक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ग़यासुद्दीन तुगलक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मुहम्मद बिन तुगलक (शासनकाल 1325-1351 ई.), जो तुगलक वंश के शासक और ग़यासुद्दीन तुगलक के पुत्र थे, ने राजधानी को दिल्ली से देवगिरी (जिसका नाम बदलकर दौलताबाद रखा गया) दक्षिण भारत के बेहतर नियंत्रण के लिए स्थानांतरित किया, किंतु कठोर यात्रा, जल की कमी और अमीरों के विरोध के कारण यह प्रयोग विफल रहा और अंततः राजधानी वापस दिल्ली लानी पड़ी। उन्होंने प्रतीकात्मक मुद्रा (टोकन मुद्रा) का भी प्रयोग किया, जो जालसाजी और आर्थिक संकट के कारण विफल रहा। वे महत्वाकांक्षी प्रयोगों, प्रशासनिक प्रतिभा किंतु अव्यावहारिक नीतियों के लिए जाने जाते हैं। अलाउद्दीन खिलजी बाजार नियंत्रण, फिरोज़ शाह तुगलक सार्वजनिक कल्याण, और ग़यासुद्दीन तुगलक तुगलक वंश की स्थापना के लिए जाने जाते हैं -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दिल्ली सल्तनत के शासकों में से किसने तुर्कान-ए-चिहलगानी (जिसे "चालीस का समूह" भी कहा जाता है) की स्थापना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कुतुबुद्दीन ऐबक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अलाउद्दीन खिलजी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इल्तुतमिश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मुहम्मद बिन तुगलक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इल्तुतमिश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कुतुबुद्दीन ऐबक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अलाउद्दीन खिलजी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बिन तुगलक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शम्सुद्दीन इल्तुतमिश, दिल्ली सल्तनत के तीसरे शासक, ने तुर्कान-ए-चिहलगानी (जिसे चालीस का दल या चालीसा भी कहा जाता है) की स्थापना की थी, जो चालीस वफादार तुर्की और गैर-तुर्की गुलाम अधिकारियों का एक समूह था। इस समूह का गठन उसे सल्तनत के प्रशासन में सलाह देने और सहायता करने के लिए किया गया था, परंतु यह समूह अंततः इतना शक्तिशाली हो गया कि इल्तुतमिश की मृत्यु के बाद तीस वर्षों तक सल्तनत और अमीरों के बीच सत्ता के लिए संघर्ष का इतिहास रहा - यह समूह अंततः गयासुद्दीन बलबन द्वारा एक अन्य सुल्तान द्वारा भंग कर दिया गया, क्योंकि इसके बढ़ते प्रभाव और शासन के लिए संभावित खतरे के कारण। कुतुबुद्दीन ऐबक, अलाउद्दीन खिलजी और मुहम्मद बिन तुगलक इस समूह के संस्थापक नहीं थे,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कुतुब मीनार (दिल्ली) के संबंध में निम्नलिखित कथनों पर विचार कीजिए: A. इस चार मंजिला इमारत का निर्माण 15वीं शताब्दी में करवाया गया था। B. इसका संबंध दिल्ली के प्रसिद्ध संत ख्वाजा कुतुबुद्दीन बख्तियार काकी से भी माना जाता है। C. इसका निर्माण 1193 में कुतुबुद्दीन ऐबक ने शुरू करवाया था और 75 साल बाद इल्तुतमिश ने इसे पूरा करवाया। D. इसके प्रांगण में 7 मीटर ऊँचा एक लौह स्तंभ भी है, जो एक प्रमुख आकर्षण है। उपर्युक्त में से कौन सा/से कथन सही है/हैं?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गलत है क्योंकि कुतुब मीनार का निर्माण 15वीं शताब्दी में नहीं बल्कि 12वीं-13वीं शताब्दी में हुआ था। कथन B सही है क्योंकि इसका संबंध दिल्ली के प्रसिद्ध संत ख्वाजा कुतुबुद्दीन बख्तियार काकी से माना जाता है, हालाँकि यह भी माना जाता है कि इसका नाम मीनार के निर्माता कुतुबुद्दीन ऐबक के नाम पर भी पड़ा हो सकता है। इसका निर्माण 1193 में कुतुबुद्दीन ऐबक ने शुरू करवाया था और लगभग 75 साल बाद इल्तुतमिश ने इसे पूरा करवाया, इसलिए कथन C भी सही है। इसके प्रांगण में कुव्वत-उल-इस्लाम मस्जिद स्थित है, जहाँ 7 मीटर ऊँचा एक लौह स्तंभ भी है, जो एक प्रमुख आकर्षण है, अतः कथन D भी सही है - केवल कथन A गलत होने के कारण सही उत्तर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विजयनगर साम्राज्य के निम्नलिखित चार प्रमुख वंशों को उनके कालानुक्रमिक क्रम में सही ढंग से व्यवस्थित कीजिए: (i) अराविदु (ii) तुलुव (iii) साळुव (iv) संगम</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संगम → साळुव → तुलुव → अराविदु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संगम → तुलुव → साळुव → अराविदु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साळुव → संगम → तुलुव → अराविदु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तुलुव → संगम → साळुव → अराविदु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संगम → साळुव → तुलुव → अराविदु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संगम → तुलुव → साळुव → अराविदु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साळुव → संगम → तुलुव → अराविदु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तुलुव → संगम → साळुव → अराविदु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विजयनगर साम्राज्य (1336-1646) पर चार प्रमुख वंशों ने निम्नलिखित कालानुक्रमिक क्रम में शासन किया - संगम वंश (1336-1485), जिसकी स्थापना हरिहर प्रथम और बुक्क राय प्रथम ने की, यह विजयनगर साम्राज्य का प्रथम वंश था जिसने साम्राज्य की नींव रखी। इसके बाद साळुव वंश (1485-1505) आया, जिसकी स्थापना साळुव नरसिंह देव राय ने संगम वंश की आंतरिक अस्थिरता के बाद की। इसके पश्चात तुलुव वंश (1505-1570) आया, जिसकी स्थापना तुलुव नरस नायक ने की और जिसके अंतर्गत कृष्णदेवराय जैसे महान शासक उभरे, जिन्होंने साम्राज्य को उसकी उच्चतम स्थिति तक पहुँचाया। अंत में अराविदु वंश (1570-1650) आया, जिसकी स्थापना तिरुमल देवराय ने की और यह विजयनगर साम्राज्य का अंतिम वंश था, जो साम्राज्य के पतन तक सत्ता में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विजयनगर के अंतिम शासक कौन थे, जिनके शासनकाल ने 1646 ई. के आसपास अराविदु राजवंश के शासन का अंतिम अंत चिह्नित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कृष्णदेवराय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वेंकट द्वितीय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तिरुमला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 रंग तृतीय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 रंग तृतीय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कृष्णदेवराय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वेंकट द्वितीय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तिरुमला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अराविदु राजवंश शासन करने वाला अंतिम राजवंश था - जबकि तिरुमला, श्री रंग और वेंकट द्वितीय महत्वपूर्ण अराविदु शासक थे, पाठ विशेष रूप से श्री रंग तृतीय (1642-1646) को विजयनगर साम्राज्य के अंतिम शासक के रूप में पहचानता है, जिसके बाद साम्राज्य का स्वरूप निश्चित रूप से ढह गया और छोटी-छोटी नायक रियासतों में विभाजित हो गया। कृष्णदेवराय तुलुव वंश के सबसे महान और शक्तिशाली शासक थे (शासनकाल 1509-1529), जिनके अधीन साम्राज्य अपने चरम पर पहुँचा, परंतु वे अंतिम शासक नहीं थे। वेंकट द्वितीय और तिरुमला भी महत्वपूर्ण अराविदु शासक रहे परंतु साम्राज्य का वास्तविक अंत श्री रंग तृतीय के शासनकाल में हुआ, इसलिए विकल्प A, B,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विजयनगर साम्राज्य की प्रशासनिक व्यवस्थाओं (नायककारा और अयागार प्रणाली) के संदर्भ में निम्नलिखित कथनों पर विचार कीजिए: A. नायककारा प्रणाली एक सामंती-सैन्य संरचना थी, जिसमें नायकों को राजा द्वारा भूमि अनुदान (जागीर) प्रदान किए जाते थे और वे एक शक्तिशाली सैन्य बल बनाए रखते थे। B. अयागार प्रणाली एक स्थानीय प्रशासनिक ढांचा था, जिसमें गाँव के कुछ कर्मचारी समूह मिलकर गाँव के कार्यों (राजस्व संग्रह, न्याय व्यवस्था आदि) का प्रबंधन करते थे। C. नायककारा प्रणाली पूर्णतः केंद्रीकृत थी और नायकों को केंद्र से कोई स्वायत्तता प्राप्त नहीं थी। D. दोनों प्रणालियाँ (नायककारा और अयागार) एक-दूसरे से पूर्णतः स्वतंत्र थीं और इनमें कोई परस्पर निर्भरता नहीं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नायककारा प्रणाली विजयनगर साम्राज्य की एक सामंती-सैन्य प्रशासनिक संरचना थी, जिसमें नायकों (सैन्य कमांडरों) को राजा द्वारा भूमि अनुदान (जागीर) प्रदान किए जाते थे और उनसे अपेक्षा की जाती थी कि वे एक सैन्य बल बनाए रखें, इसलिए कथन A सही है। अयागार प्रणाली ग्राम-स्तर पर एक स्थानीय प्रशासनिक ढांचा था, जिसका संचालन 12 वंशानुगत ग्राम कर्मचारियों के समूह द्वारा किया जाता था, जो राजस्व संग्रह, सिंचाई प्रबंधन और न्याय जैसे कार्यों का निर्वहन करते थे, अतः कथन B सही है। कथन C गलत है क्योंकि नायक अपनी जागीरों में राजस्व एकत्र करते थे और उसका एक निर्धारित भाग सम्राट को देते थे, फिर भी उन्हें पर्याप्त स्वायत्तता प्राप्त थी और वे कई बार केंद्रीय नियंत्रण को चुनौती भी देते थे। कथन D भी गलत है क्योंकि दोनों प्रणालियाँ परस्पर संबद्ध थीं - नायककारा प्रणाली की विकेंद्रित सैन्य शक्ति और अयागार प्रणाली की ग्राम-स्तरीय स्थिरता दोनों प्रणालियों के बीच पारस्परिक निर्भरता का संकेत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विजयनगर दरबार के अष्टदिग्गज कवियों को उनकी प्रसिद्ध साहित्यिक कृतियों से सुमेलित कीजिए: सूची-I (कवि): सूची-I: A. अल्लसानी पेद्दन्ना B. पिंगली सूर्ना C. धूर्जटि D. तेनाली रामकृष्ण सूची-II: 1. काव्यालंकार संग्रहम 2. मनुचरित्रम 3. कालहस्ती महात्म्यम् 4. राघव पांडवीयम् और प्रभावती प्रद्युम्न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अल्लसानी पेद्दन्ना, कृष्णदेवराय के दरबार में अष्टदिग्गजों में सबसे प्रमुख थे, जिन्हें उनकी असाधारण साहित्यिक प्रतिभा और तेलुगु साहित्य में योगदान के लिए 'आंध्र कविता पितामह' (तेलुगु कविता के पितामह) की उपाधि से सम्मानित किया गया - उनकी सबसे प्रसिद्ध साहित्यिक रचना 'मनुचरित्रम्' है, जिसे तेलुगु में पहला प्रमुख प्रबंध काव्य माना जाता है। पिंगली सूर्ना ने राघव पांडवीयम् और प्रभावती प्रद्युम्न जैसी कृतियों की रचना की। धूर्जटि ने कालहस्ती महात्म्यम् की रचना की, जो एक महत्वपूर्ण तेलुगु साहित्यिक काव्य है। तेनाली रामकृष्ण ने पांडुरंग महात्म्यम् और काव्यालंकार संग्रहम् जैसी कृतियों की रचना की - अष्टदिग्गज शब्द का अर्थ है साहित्य के आठ हाथी, जो कृष्णदेवराय के दरबार में संरक्षण पाने वाले आठ महानतम तेलुगु विद्वानों और कवियों को दिया गया सामूहिक उपाधि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दिल्ली सल्तनत के शासकों में से किसने तुर्कान-ए-चिहलगानी (जिसे "चालीस का समूह" भी कहा जाता है) की स्थापना की, जो चालीस कुलीन तुर्की दासों और कुलीनों की एक परिषद थी और जो अंततः राजा-निर्माता की भूमिका में कार्य करने लगे?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कुतुबुद्दीन ऐबक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इल्तुतमिश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रज़िया सुल्तान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बलबन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इल्तुतमिश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कुतुबुद्दीन ऐबक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सुल्तान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बलबन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इल्तुतमिश द्वारा गठित तुर्कान-ए-चहलगानी (चालीस) इल्तुतमिश की मृत्यु के बाद, अत्यंत शक्तिशाली हो गई, राजा-निर्माता की भूमिका में कार्य करने लगी और अंततः उस अस्थिरता का कारण बनी जिसे बाद में बलबन ने कुचलने का प्रयास किया। इस समूह ने इल्तुतमिश के प्रशासन को सलाह और सहायता प्रदान की, लेकिन बाद के कमजोर शासकों (जैसे रज़िया) के काल में इस समूह की महत्वाकांक्षाएँ सत्ता संघर्ष का प्रमुख कारण बन गईं। कुतुबुद्दीन ऐबक इल्तुतमिश के पूर्ववर्ती और श्वसुर थे, रज़िया सुल्तान इल्तुतमिश की पुत्री और उत्तराधिकारी थीं जिन्हें इसी समूह के विरोध का सामना करना पड़ा, और बलबन ने अंततः इस समूह को भंग किया - इसलिए इसकी स्थापना का श्रेय इल्तुतमिश को ही दिया जाता है,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विजयनगर के शासक कृष्णदेवराय के संदर्भ में निम्नलिखित कथनों पर विचार कीजिए: A. उन्होंने 'यवनराज स्थापनाचार्य' की उपाधि धारण की, जिसका अर्थ है "यवनों (विदेशियों) के राज्य का स्थापक"। B. उन्होंने बहमनी सल्तनत और गजपति राज्य पर सफल सैन्य विजय के बाद यह उपाधि धारण की, जिससे उनकी विदेशी (विशेषकर मुस्लिम शासकों पर) प्रभुता स्थापित हुई। C. उन्होंने प्रसिद्ध टीकाकार सायणाचार्य को संरक्षण प्रदान किया था। D. उनके शासनकाल में विजयनगर साम्राज्य ने अपनी सबसे बड़ी क्षेत्रीय सीमा प्राप्त की। उपर्युक्त में से कौन सा कथन गलत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कोई भी गलत 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कोई भी गलत नहीं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कृष्णदेवराय (शासनकाल 1509-1529) ने वास्तव में 'यवनराज स्थापनाचार्य' की उपाधि धारण की, जिसका अर्थ है "यवनों (विदेशियों) के राज्य का स्थापक" - यह उपाधि उन्होंने बहमनी सल्तनत और गजपति राज्य पर सफल सैन्य विजय के बाद धारण की, जिससे उनकी विदेशी शासकों पर प्रभुता स्थापित हुई, इसलिए कथन A और B सही हैं। कथन C गलत है क्योंकि प्रसिद्ध वेद-टीकाकार सायणाचार्य को संरक्षण कृष्णदेवराय ने नहीं बल्कि बुक्क राय प्रथम (संगम वंश के शासक) ने प्रदान किया था, जिन्होंने वेदों और अन्य धार्मिक ग्रंथों की नई टीकाएँ लिखवाईं। कृष्णदेवराय के शासनकाल में साम्राज्य ने वास्तव में अपनी सबसे बड़ी क्षेत्रीय सीमा और सांस्कृतिक-आर्थिक समृद्धि प्राप्त की, इसलिए कथन D सही है - केवल कथन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विजयनगर साम्राज्य के किस शासक ने प्रसिद्ध टीकाकार सायणाचार्य को आश्रय दिया था, जिन्होंने वेदों के प्रसिद्ध टीकाकार के रूप में अपार ख्याति प्राप्त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हरिहर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बुक्क राय प्रथम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हरिहर द्वितीय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कृष्णदेवराय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बुक्क राय प्रथम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हरिहर द्वितीय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कृष्णदेवराय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बुक्क राय प्रथम (शासनकाल 1356-1377 ई.), जिन्होंने हरिहर प्रथम के बाद 1346 ई. से संयुक्त शासक के रूप में शासन करना शुरू किया और बाद में स्वतंत्र रूप से शासन संभाला, ने वेदों के प्रसिद्ध टीकाकार सायणाचार्य को अपना आश्रय प्रदान किया। बुक्क प्रथम ने राज्य की वैदेशिक नीति को विकसित करने के लिए चीन में अपना एक दूतमंडल भी भेजा और मदुरै पर विजय प्राप्त कर विजयनगर साम्राज्य का प्रसार दक्षिण भारत में तमिल और चेरा (केरल) क्षेत्रों तक किया, साथ ही उन्होंने हिंदू धर्म की रक्षा का दावा करते हुए वेद-मार्ग-प्रतिष्ठापक की उपाधि ग्रहण की, परंतु सभी धर्मों (जैन, बौद्ध, ईसाई और मुस्लिम) को पूर्ण धार्मिक स्वतंत्रता भी दी। हरिहर, हरिहर द्वितीय और कृष्णदेवराय अन्य महत्वपूर्ण विजयनगर शासक हैं, परंतु सायणाचार्य को संरक्षण विशेष रूप से बुक्क राय प्रथम ने दिया,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विजयनगर साम्राज्य में विदेशी यात्रियों के आगमन के संबंध में निम्नलिखित युग्मों पर विचार कीजिए: A. निकोलो डे कॉन्टी - इतालवी यात्री, जिन्होंने देव राय प्रथम के समय भारत की यात्रा की। B. अब्दुर रज़्ज़ाक - समरकंद के शहरुख के दूत, जिन्होंने कालीकट और विजयनगर के दरबार में उपस्थिति दर्ज कराई। C. डोमिंगो पायस - पुर्तगाली यात्री, जिन्होंने कृष्णदेवराय के दरबार में कई वर्ष बिताए और विस्तृत विवरण प्रस्तुत किया। D. मार्को पोलो - एकमात्र यात्री जो इब्न बतूता की 'महानतम मध्यकालीन यात्री' की उपाधि को टक्कर दे सकता है, 1290 ई. में चीन लौटते हुए भारत के तमिल बंदरगाह पर पहुँचे। उपर्युक्त में से कौन से युग्म सही सुमेलित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निकोलो डे कॉन्टी, एक इतालवी यात्री, जिन्होंने देव राय प्रथम के समय भारत की यात्रा की और अपनी यात्रा का वर्णन "ट्रैवल्स ऑफ निकोलो डे कॉन्टी" में किया, इसलिए युग्म A सही है। अब्दुर रज़्ज़ाक, समरकंद के शाहरुख के दूत, जो कालीकट ज़मोरिन के दरबार में उपस्थित हुए और अपने मतला-उस-सदैन वा मजमा-उल-बहरैन नामक ग्रंथ में देव राय द्वितीय के शासनकाल का उल्लेख करते हैं, अतः युग्म B भी सही है। डोमिंगो पायस, पुर्तगाली यात्री, जिन्होंने कृष्णदेवराय के दरबार में कई वर्ष बिताए और विस्तृत विवरण प्रस्तुत किए, इसलिए युग्म C भी सही है। मार्को पोलो, जो इब्न बतूता की 'महानतम मध्यकालीन यात्री' की उपाधि को टक्कर दे सकता है, 1290 ई. में चीन लौटते हुए भारत के तमिल बंदरगाह पर पहुँचे थे, इसलिए युग्म D भी सही है - सभी चारों युग्म सही 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बीजापुर में स्थित 'गोल गुंबज' का निर्माण किसने करवाया था?</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यूसुफ आदिल शाह</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मोहम्मद आदिल शाह</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इब्राहीम आदिल शाह</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अहमद आदिल शाह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मोहम्मद आदिल शाह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यूसुफ आदिल शाह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इब्राहीम आदिल शाह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अहमद आदिल शाह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गोल गुंबज, जो बीजापुर (अब विजयपुरा), कर्नाटक में स्थित है, 17वीं शताब्दी का एक मकबरा है जिसका निर्माण आदिलशाही वंश के सातवें शासक मोहम्मद आदिल शाह के लिए करवाया गया था। इसका निर्माण कार्य 1626 में उनके सिंहासन पर आसीन होने के बाद आरंभ हुआ और 1656 में उनकी मृत्यु के बाद पूर्ण हुआ; इसे दाबुल के याकूत नामक वास्तुकार ने डिज़ाइन किया था। यह अपने विशाल गुम्बद और इंडो-इस्लामिक वास्तुकला शैली के लिए प्रसिद्ध है और इसे "दक्षिण भारत का ताजमहल" भी कहा जाता है - यह मकबरा मोहम्मद आदिल शाह, उनकी पत्नियों और अन्य परिजनों की समाधि है। यूसुफ आदिल शाह ने आदिलशाही वंश की स्थापना की थी, जबकि इब्राहीम आदिल शाह और अहमद आदिल शाह अन्य शासक थे, परंतु गोल गुंबज विशेष रूप से मोहम्मद आदिल शाह से संबद्ध है,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तमिल महाकाव्य में कोवलन और माधवी की कहानी दी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जीवक चिंतामणि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शिल्पादिकारम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मणिमेखले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मेघदूत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शिल्पादिकारम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जीवक चिंतामणि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मणिमेखले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मेघदूत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शिल्पादिकारम (शिल्पप्पदिकारम) की रचना इलांगो आदिगल ने की थी, जो चेर राजा सेंगुट्टुवन के छोटे भाई और एक तपस्वी राजकुमार थे - "शिल्पादिकारम" का शाब्दिक अर्थ है "पायल की कथा", जिसमें पायल की महत्वपूर्ण भूमिका है। इस महाकाव्य की मुख्य नायिका कन्नगी है, जो अपने पति कोवलन (जो अपनी पत्नी कन्नगी से प्यार नहीं करता था और माधवी नामक नर्तकी से प्रेम करने लगा था) की गलत तरीके से हत्या का बदला लेने के लिए पांड्य साम्राज्य के खिलाफ खड़ी होती है। यह महाकाव्य तमिल समाज, शासन, मूल्यों और सामाजिक जीवन की जानकारी का समृद्ध स्रोत है - शिल्पादिकारम के गीतकार मणिमेकलई और संगम कवि सत्तनार माने जाते हैं। जीवक चिंतामणि, मणिमेखले और मेघदूत अन्य महत्वपूर्ण काव्य-कृतियाँ हैं परंतु कोवलन-माधवी की कथा विशेष रूप से शिल्पादिकारम में मिलती है,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ऐतिहासिक व्यक्तियों को भारतीय इतिहास में उनके प्रकट होने के सही कालानुक्रमिक क्रम में व्यवस्थित कीजिए: A. पुष्यमित्र शुंग B. कनिष्क C. मेनांडर (मिलिंद) D. गौतमीपुत्र सातकर्णि</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A-C-D-B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A-D-C-B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A-C-B-D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A-B-C-D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A-C-D-B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A-D-C-B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A-C-B-D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A-B-C-D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पुष्यमित्र शुंग (लगभग 185 ईसा पूर्व) शुंग वंश के संस्थापक थे, जिन्होंने मौर्य साम्राज्य के अंतिम शासक बृहद्रथ को मारकर सत्ता हथियाई और लगभग 151 ईसा पूर्व तक शासन किया। इसके बाद मेनांडर (मिलिंद) (लगभग 165-130 ईसा पूर्व) आए, जो इंडो-ग्रीक शासक थे और मिलिंदपन्हा ग्रंथ के लिए प्रसिद्ध हैं। इसके बाद गौतमीपुत्र सातकर्णि (लगभग पहली-दूसरी शताब्दी ईस्वी) आए, जो सातवाहन वंश के सबसे महान शासक थे। सबसे अंत में कनिष्क (लगभग 78-144 ईस्वी) आए, जो कुषाण सम्राट थे और बौद्ध धर्म के संरक्षण तथा शक युग की शुरुआत के लिए जाने जाते हैं। इस प्रकार सही कालानुक्रमिक क्रम है: पुष्यमित्र शुंग → मेनांडर → गौतमीपुत्र सातकर्णि → कनिष्क, अर्थात A-C-D-B।</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विजयनगर साम्राज्य के अंतिम शासक कौन थे, जिनके शासनकाल ने 1646 ई. के आसपास राजवंश के शासन का अंतिम अंत चिह्नित किया, और साम्राज्य के पतन के बाद कौन से दो स्वतंत्र हिंदू राज्यों के पतन ने विजयनगर के उदय और विस्तार में योगदान 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होयसल और चेर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काकतीय और होयसल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पांड्य और चोल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रेड्डी और गजपति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काकतीय और होयसल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होयसल और चेर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पांड्य और चोल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रेड्डी और गजपति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संस्थापक (हरिहर और बुक्क) असल में काकतीय (वारंगल) के सामंत थे। उन्होंने होयसल वीर बल्लाल तृतीय की मृत्यु के बाद ही साम्राज्य संभाला - काकतीय और होयसल इन दो बड़ी दक्षिणी शक्तियों के पतन ने विजयनगर की नींव और विस्तार के लिए ज़रूरी राजनीतिक शून्य (पॉलिटिकल वैक्यूम) पैदा किया, जिससे विजयनगर साम्राज्य दक्षिण भारत में एक नई हिंदू शक्ति के रूप में उभर सका। विजयनगर के अंतिम शासक श्री रंग तृतीय थे, जिनके शासनकाल (1642-1646) में अराविदु राजवंश का अंत हुआ। पांड्य-चोल पहले के तमिल राजवंश थे, और रेड्डी-गजपति अन्य समकालीन शक्तियाँ थीं, परंतु विजयनगर के उदय में विशेष योगदान काकतीय और होयसल के पतन का था,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विजयनगर साम्राज्य में 'अष्ट दिग्गज' शब्द के अर्थ और इसके प्रशासनिक-सांस्कृतिक महत्व के संबंध में निम्नलिखित कथनों पर विचार कीजिए: A. यह शब्द आठ प्रांतों को दर्शाता है जिनमें साम्राज्य शुरू में बंटा हुआ था। B. यह शब्द आठ बड़े युद्ध हाथियों को दर्शाता है जो मुख्य मंदिर की रखवाली करते थे। C. यह शब्द आठ जाने-माने तेलुगु कवियों को दर्शाता है, जिन्होंने कृष्णदेवराय के दरबार की शोभा बढ़ाई। D. अष्ट दिग्गज (साहित्य के आठ हाथी) आठ सबसे बड़े तेलुगु विद्वानों और कवियों को दिया जाने वाला सामूहिक उपाधि थी, जिन्हें कृष्णदेवराय के दरबार में संरक्षण मिला।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अष्ट दिग्गज शब्द आठ प्रांतों या युद्ध हाथियों को नहीं दर्शाता, इसलिए कथन A और B गलत हैं। यह शब्द वास्तव में आठ जाने-माने तेलुगु कवियों को दर्शाता है, जिन्होंने कृष्णदेवराय के दरबार की शोभा बढ़ाई, अतः कथन C सही है। अष्ट दिग्गज (शाब्दिक अर्थ: दिशाओं के आठ हाथी, अर्थात साहित्य के आठ हाथी) आठ सबसे बड़े तेलुगु विद्वानों और कवियों (जिनमें अल्लसानी पेद्दन्ना सबसे प्रमुख थे) को दिया जाने वाला सामूहिक उपाधि थी, जिन्हें कृष्णदेवराय के दरबार में संरक्षण मिला और जिन्होंने तेलुगु साहित्य के स्वर्ण युग में महत्वपूर्ण योगदान दिया, इसलिए कथन D भी सही है - यह उपाधि कृष्णदेवराय के शासनकाल की सांस्कृतिक भव्यता और साहित्यिक संरक्षण का प्रतीक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भक्ति आंदोलन में 'संगत' की अवधारणा के संबंध में निम्नलिखित कथनों पर विचार कीजिए: A. यह एक सामूहिक आध्यात्मिक सभा को संदर्भित करता है जहाँ भक्त भजन-कीर्तन, प्रवचन और ईश्वर स्मरण में संलग्न होते हैं। B. संगत की अवधारणा को विशेष रूप से गुरु नानक की शिक्षाओं में बढ़ावा मिला और प्रारंभिक सिख समुदाय में इसकी महत्वपूर्ण भूमिका रही। C. संगत भक्ति परंपरा में एक तीर्थस्थल को दर्शाता है, जहाँ विभिन्न संप्रदायों के संत प्रतिवर्ष एकत्रित होते थे। D. इसने समतावाद पर ज़ोर दिया, जिससे सभी जातियों और पृष्ठभूमियों के लोगों को भक्ति साधना में समान रूप से भाग लेने की अनुमति मिली।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संगत (संस्कृत शब्द संग से व्युत्पन्न, जिसका अर्थ है साथ या संगति) एक सामूहिक आध्यात्मिक संगति है जहाँ श्रद्धालु भजन-कीर्तन, आध्यात्मिक प्रवचन और नाम-सिमरन जैसी गतिविधियों में सम्मिलित होते हैं, इसलिए कथन A सही है। इस अवधारणा को गुरु नानक देव जी, जो सिख धर्म के संस्थापक और भक्ति संत थे, ने संस्थागत रूप प्रदान किया और यह प्रारंभिक सिख समुदाय में महत्वपूर्ण भूमिका निभाती है, अतः कथन B भी सही है। कथन C गलत है क्योंकि संगत कोई भौतिक तीर्थस्थल नहीं बल्कि एक आध्यात्मिक-सामाजिक अवधारणा है, जो जाति-वर्ग की बाधाओं के बिना विचार और भोजन (पंगत/लंगर) की साझेदारी को दर्शाती है। इसने समतावाद पर बल दिया जिससे सभी जातियों-पृष्ठभूमियों के लोग भक्ति साधना में समान रूप से भाग ले सकें, इसलिए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भक्ति आंदोलन के किस संत ने अपने दार्शनिक वाद-विवादों और विशेष रूप से भारत परिक्रमा (भारत भ्रमण) के दौरान "जगद्गुरु" की उपाधि प्राप्त की, जिन्होंने शुद्धाद्वैत दर्शन का प्रतिपादन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रामानुज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शंकराचार्य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वल्लभाचार्य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चैतन्य महाप्रभु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वल्लभाचार्य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रामानुज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शंकराचार्य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चैतन्य महाप्रभु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वल्लभाचार्य वैष्णव संप्रदाय के पुष्टिमार्ग के संस्थापक थे और शुद्धाद्वैत (शुद्ध अद्वैतवाद) के प्रवर्तक थे। अपने गहन शास्त्र-ज्ञान और सफल वाद-विवादों के कारण, उन्हें काशी (वाराणसी) में बहुत ही कम आयु में "जगद्गुरु" (संपूर्ण जगत के गुरु) की उपाधि से सम्मानित किया गया - उनका दर्शन इस विश्वास पर आधारित था कि यह संसार ब्रह्म (कृष्ण) की सच्ची और आनंदमयी अभिव्यक्ति है, न कि माया। उनकी मुख्य रचना अनुभाष्य है, जो ब्रह्मसूत्रों पर टीका है, और उनकी शिक्षाओं ने बालकृष्ण (कृष्ण के बाल रूप) की प्रेमभक्ति को बढ़ावा दिया, जो गुजरात और राजस्थान में विशेष रूप से लोकप्रिय हुई। रामानुज विशिष्टाद्वैत, शंकराचार्य अद्वैत और चैतन्य महाप्रभु अचिंत्य भेदाभेद के प्रवर्तक थे, परंतु 'जगद्गुरु' उपाधि विशेष रूप से वल्लभाचार्य से संबद्ध है,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अकबर के बनाए फतेहपुर सीकरी शहर के बारे में निम्नलिखित में से कौन सा सही है - बुलंद दरवाजा किस अवसर की याद में बनाया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मुगल राज की स्थापना की याद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गुजरात पर अकबर के सफल अभियान की याद 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अकबर के जन्मदिन की याद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दीन-ए-इलाही धर्म के प्रवर्तन की याद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गुजरात पर अकबर के सफल अभियान की याद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मुगल राज की स्थापना की याद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अकबर के जन्मदिन की याद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दीन-ए-इलाही धर्म के प्रवर्तन की याद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बुलंद दरवाज़ा 1573 में गुजरात पर अकबर के सफल अभियान की याद में बनाया गया था, जो फतेहपुर सीकरी के सबसे भव्य प्रवेश द्वारों में से एक है और इसकी विशाल ऊँचाई मुगल स्थापत्य वैभव का प्रतीक मानी जाती है। पंच महल, एक पाँच-मंज़िला स्तंभयुक्त संरचना, बौद्ध विहार की नकल के रूप में देखा जाता है, जबकि पानी की कमी के कारण फतेहपुर सीकरी को छोड़ दिया गया और 1585 में इसे लाहौर में शिफ्ट कर दिया गया - औरंगजेब ने फतेहपुर सीकरी को कभी अपनी राजधानी नहीं बनाया। मुगल राज की स्थापना 1526 में बाबर द्वारा पानीपत के प्रथम युद्ध से हुई थी, अकबर का जन्मदिन इस दरवाजे के निर्माण से असंबद्ध है, और दीन-ए-इलाही 1581 में प्रवर्तित हुआ -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बाबर द्वारा लड़े गए युद्धों के संबंध में निम्नलिखित कथनों पर विचार कीजिए: A. पानीपत के प्रथम युद्ध (1526) ने इब्राहिम लोदी को पराजित कर दिल्ली/आगरा पर कब्जा करके मुगल राज की स्थापना (फाउंडेशन) के लिए ज़रूरी सफलता दी। B. खानवा का युद्ध (1527) राणा सांगा और उनके राजपूत-अफगान सहयोगियों को हराकर मुगल शासन को एक अनिश्चित विदेशी कब्जे से एक स्थायी राजवंश में बदलने के लिए अधिक महत्वपूर्ण था। C. चंदेरी का युद्ध (1528) मालवा को अफगान बागियों को हराने के लिए सुरक्षित करने हेतु लड़ा गया था। D. घाघरा का युद्ध (1529) अफगान चुनौती को पूर्णतः और स्थायी रूप से समाप्त करने में सफल रहा।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पानीपत के प्रथम युद्ध (1526) ने इब्राहिम लोदी को पराजित कर दिल्ली-आगरा पर कब्जा करके मुगल राज की नींव रखी, इसलिए कथन A सही है। खानवा का युद्ध (1527) राणा सांगा के नेतृत्व में राजपूत-अफगान संयुक्त शक्ति को हराकर मुगल शासन को एक अनिश्चित विदेशी कब्जे से स्थायी राजवंश में बदलने के लिए कहीं अधिक महत्वपूर्ण था, क्योंकि इससे स्वदेशी प्रतिरोध की सबसे शक्तिशाली शक्ति टूट गई, अतः कथन B सही है। चंदेरी का युद्ध (1528) मालवा को सुरक्षित करने और अफगान बागियों को खदेड़ने के लिए लड़ा गया, इसलिए कथन C भी सही है। कथन D गलत है क्योंकि अफगान चुनौती खंडित अवश्य हुई परंतु घाघरा के युद्ध के बाद भी शेरशाह सूरी के नेतृत्व में अफगान शक्ति का अस्थायी पुनरुत्थान हुआ, जो हुमायूँ को निर्वासन के लिए बाध्य कर गया - अतः यह चुनौती पूर्णतः समाप्त नहीं हुई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शेरशाह सूरी द्वारा लड़े गए निम्नलिखित युद्धों को उनके संबंधित वर्षों से सुमेलित कीजिए: सूची-I (युद्ध): सूची-I: A. चौसा का युद्ध B. बिलग्राम (कन्नौज) का युद्ध C. कालिंजर का युद्ध सूची-II: 1. 1539 2. 1545 3. 1540</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B-3, C-2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चौसा का युद्ध (1539) में शेरशाह सूरी ने पहली बार हुमायूँ को हराया, जो उनकी सत्ता-स्थापना की दिशा में पहला बड़ा कदम था। बिलग्राम (जिसे कन्नौज भी कहा जाता है) का युद्ध (1540) में शेरशाह ने हुमायूँ को फिर से हराया और मुगल सिंहासन पर कब्जा कर लिया, जिससे हुमायूँ को भारत छोड़कर निर्वासन में जाना पड़ा। कालिंजर का युद्ध (1545) कालिंजर के राजा कीरत सिंह के विरुद्ध लड़ा गया; इस घेराबंदी के दौरान बारूद के विस्फोट में शेरशाह की मृत्यु हो गई। शेरशाह सूरी (शेर खान) की बढ़ती सैन्य शक्ति और अवसरवादी रणनीतियों के प्रति हुमायूँ की अत्यधिक धीमी प्रतिक्रिया ने शेरशाह को अपनी शक्ति का आधार मजबूत करने में मदद की, जिसके परिणामस्वरूप चौसा (1539) और कन्नौज (1540) के युद्ध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मलिक मुहम्मद जायसी की प्रसिद्ध कृतियों में से एक, पद्मावत, किस शासक के शासनकाल में पूरी हुई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बाबर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शेरशाह सूरी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हुमायूँ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सिकंदर लोदी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शेरशाह सूरी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सिकंदर लोदी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मलिक मुहम्मद जायसी ने अपना महाकाव्य पद्मावत शेरशाह सूरी के शासनकाल में पूरा किया। शेरशाह सूरी सूर वंश के संस्थापक थे, जिन्होंने 16वीं शताब्दी के मध्य में उत्तर भारत के एक हिस्से पर शासन किया - उनके शासनकाल में प्रशासनिक सुधारों (जैसे सड़क निर्माण, सराय व्यवस्था, मुद्रा-सुधार) के साथ-साथ साहित्य और संस्कृति को भी प्रोत्साहन मिला। पद्मावत अवधी भाषा में रचित एक प्रेम-काव्य है जो रानी पद्मिनी और अलाउद्दीन खिलजी की कथा पर आधारित है, और इसे भक्ति-सूफी काव्य परंपरा का उत्कृष्ट उदाहरण माना जाता है। बाबर, हुमायूँ और सिकंदर लोदी के शासनकाल में यह कृति पूर्ण नहीं हुई थी,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कौन सा स्थापत्य स्मारक पिएत्रा ड्यूरा तकनीक का व्यापक रूप से उपयोग करने वाला पहला प्रमुख मुगल ढांचा है, जो अकबर की बलुआ पत्थर शैली और शाहजहाँ के संगमरमर के शिखर के बीच एक संक्रमणकालीन चरण दर्शाता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हुमायूँ का मकबरा (दिल्ली)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बुलंद दरवाज़ा (फतेहपुर सीकरी)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इत्मादुद्दौला का मकबरा (आगरा)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जामा मस्जिद (दिल्ली)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इत्मादुद्दौला का मकबरा (आगरा)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हुमायूँ का मकबरा (दिल्ली)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बुलंद दरवाज़ा (फतेहपुर सीकरी)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 मस्जिद (दिल्ली)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इत्मादुद्दौला का मकबरा (जहाँगीर के शासनकाल में नूरजहाँ द्वारा अपने पिता गयास बेग के लिए बनवाया गया) को अक्सर "बेबी ताज" कहा जाता है। यह पूरी तरह से सफेद संगमरमर से बना है और यह पहला प्रमुख मुगल स्मारक है जहाँ पिएत्रा ड्यूरा (अर्ध-कीमती पत्थरों की जटिल जड़ाई) तकनीक का व्यापक रूप से इस्तेमाल किया गया है। इस शैली का व्यापक रूप से प्रयोग हुआ, जो शाहजहाँ द्वारा ताजमहल में परिष्कृत शुद्ध संगमरमर शैली की ओर एक महत्वपूर्ण कदम था, अर्थात यह अकबर की बलुआ पत्थर शैली और शाहजहाँ की संगमरमर शैली के बीच एक संक्रमणकालीन चरण दर्शाता है। हुमायूँ का मकबरा मुख्यतः लाल बलुआ पत्थर से बना पहला चारबाग उद्यान है, बुलंद दरवाज़ा भी बलुआ पत्थर से निर्मित है, और जामा मस्जिद शाहजहाँ के काल की है - परंतु पिएत्रा ड्यूरा की शुरुआत विशेष रूप से इत्मादुद्दौला के मकबरे से मानी जाती है,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1580 ई. में राजा टोडरमल की सहायता से अकबर द्वारा शुरू की गई दहसाला व्यवस्था के संबंध में निम्नलिखित कथनों पर विचार कीजिए: A. यह पिछले दस वर्षों की औसत उपज और कीमतों के आधार पर भू-राजस्व निर्धारण की एक प्रणाली थी। B. इस प्रणाली के अंतर्गत विभिन्न फसलों की औसत उपज और पिछले दस वर्षों के दौरान प्रचलित औसत कीमतों की गणना की जाती थी। C. इस प्रणाली को अक्सर "टोडरमल का बंदोबस्त" कहा जाता है, और यह उपज-बंटवारे (गल्ला-बख्शी) की प्रणाली का एक विकसित रूप थी, दहसाला से पूर्णतः भिन्न। D. सतत्ता बनाए रखने के लिए राज्य ने समय-समय पर इसमें संशोधन और शोधन किया।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दहसाला व्यवस्था पिछले दस वर्षों की औसत उपज और कीमतों के आधार पर भू-राजस्व निर्धारण की एक प्रणाली थी, जिसे 1580 ई. में राजा टोडरमल की सहायता से अकबर द्वारा शुरू किया गया, इसलिए कथन A सही है। इस प्रणाली के अंतर्गत विभिन्न फसलों की औसत उपज और पिछले दस वर्षों की औसत कीमतों की गणना कर उपज का एक-तिहाई हिस्सा राज्य के भाग के रूप में तय किया जाता था, जिसे नकद में परिवर्तित किया जाता था, अतः कथन B भी सही है। कथन C गलत है क्योंकि यह प्रणाली स्वयं ज़ब्त (माप और मूल्यांकन पद्धति) का ही एक विकास थी, जिसे "टोडरमल का बंदोबस्त" कहा जाता है - यह गल्ला-बख्शी (उपज-बंटवारे की प्रणाली) से भिन्न और उससे अधिक उन्नत, नकद-मूल्यांकन आधारित प्रणाली थी, न कि उसका विकसित रूप। स्थिरता बनाए रखने के लिए राज्य ने समय-समय पर इसमें संशोधन किया, इसलिए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मुगल भू-राजस्व प्रणाली में भूमि के वर्गीकरण के संबंध में निम्नलिखित कथनों पर विचार कीजिए: A. पोलाज वह भूमि थी जो नियमित रूप से खेती की जाती थी और जिसमें प्रतिवर्ष फसलें पैदा होती थीं। B. परौती वह भूमि थी जो उपजाऊपन पुनः प्राप्त करने के लिए एक या दो वर्ष के लिए परती छोड़ी जाती थी। C. चाचर वह भूमि थी जो तीन से चार वर्षों के लिए परती रहती थी। D. बंजर वह भूमि थी जहाँ फसल का हिस्सा राज्य और किसान के बीच बँटा होता था। उपर्युक्त में से कौन सा कथन गलत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ज़ब्त प्रणाली में भूमि को राजस्व उद्देश्यों के लिए चार श्रेणियों में वर्गीकृत किया गया था: पोलाज वह भूमि थी जिसकी नियमित रूप से प्रतिवर्ष खेती होती थी (कथन A सही), परौती वह भूमि थी जो उपजाऊपन पुनः प्राप्त करने के लिए एक-दो वर्ष के लिए परती छोड़ी जाती थी (कथन B सही), और चाचर वह भूमि थी जो तीन-चार वर्षों तक परती रहती थी (कथन C सही)। कथन D गलत है क्योंकि बंजर वास्तव में वह भूमि थी जो पाँच या अधिक वर्षों तक बिना खेती के परती पड़ी रहती थी, फसल के हिस्से का बँटवारा 'बंजर' की परिभाषा नहीं है - यह गल्ला-बख्शी (फसल-बंटवारे या भू-राजस्व संग्रह की एक अलग प्रणाली) की परिभाषा है, जो भूमि की उर्वरता-स्थिति नहीं बल्कि राजस्व वसूली की पद्धति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मुगल मनसबदारी व्यवस्था में, जात और सवार पद दो अलग-अलग लेकिन संबंधित अवधारणाओं का प्रतिनिधित्व करते थे। कौन सा कथन उनके प्राथमिक कार्य का सटीक वर्णन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जात पद सरदार की राजस्व संग्रह जिम्मेदारियों को निर्धारित करता था, जबकि सवार पद उसका व्यक्तिगत वेतन निर्धारित करता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जात पद मनसबदार की व्यक्तिगत प्रतिष्ठा, पद और आधिकारिक पदानुक्रम में स्थिति को दर्शाता था, जबकि सवार पद घुड़सवार सैनिकों की वास्तविक संख्या जो उसे रखनी होती थी, निर्धारित करता था</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जात और सवार दोनों पद केवल औपचारिक उपाधि थे, जिनका कोई प्रशासनिक-सैन्य महत्व नहीं 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जात पद केवल सैन्य सेवा के लिए था, जबकि सवार पद केवल सिविल सेवा के लिए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जात पद मनसबदार की व्यक्तिगत प्रतिष्ठा, पद और आधिकारिक पदानुक्रम में स्थिति को दर्शाता था, जबकि सवार पद घुड़सवार सैनिकों की वास्तविक संख्या जो उसे रखनी होती थी, निर्धारित करता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जात पद सरदार की राजस्व संग्रह जिम्मेदारियों को निर्धारित करता था, जबकि सवार पद उसका व्यक्तिगत वेतन निर्धारित करता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जात और सवार दोनों पद केवल औपचारिक उपाधि थे, जिनका कोई प्रशासनिक-सैन्य महत्व नहीं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जात पद केवल सैन्य सेवा के लिए था, जबकि सवार पद केवल सिविल सेवा के लिए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मुगल मनसबदारी व्यवस्था में जात रैंक (व्यक्तिगत) मनसबदार की व्यक्तिगत प्रतिष्ठा, पद और वेतन (आधिकारिक पदानुक्रम में स्थिति) को दर्शाता था, जबकि सवार रैंक यह बताता था कि मनसबदार को कितने घुड़सवार सैनिकों (दल) की संख्या राज्य के लिए बनाए रखनी आवश्यक थी, इसलिए विकल्प B सही है। यह नियम कि सवार पद, किसी भी परिस्थिति में जात पद से ऊँचा नहीं हो सकता था, सामान्यतः सत्य था, लेकिन युद्ध या विदेशी आक्रमण जैसे असाधारण मामलों में इसे अस्थायी रूप से बढ़ाया जा सकता था (मशरूत मनसब)। अबुल फज्ल के अनुसार अकबर ने कुल 66 श्रेणियाँ बनाई थीं, परंतु सामान्यतः 33 श्रेणियाँ ही प्रचलन में थीं। विकल्प A, C, D जात-सवार के वास्तविक कार्य को गलत ढंग से प्रस्तुत करते हैं, क्योंकि दोनों पद प्रशासनिक-सैन्य दृष्टि से अत्यंत महत्वपूर्ण थे और राजस्व संग्रह या केवल सिविल-सैन्य सेवा तक सीमित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सम्राट ने मनसबदारी व्यवस्था में दू-अस्पा सिह-अस्पा (2-3 घोड़े) प्रणाली लागू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अकबर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जहाँगीर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शाहजहाँ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औरंगज़ेब</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जहाँगीर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अकबर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शाहजहाँ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औरंगज़ेब</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सम्राट जहाँगीर ने दू-अस्पा सिह-अस्पा (शाब्दिक अर्थ 'दो घोड़े, तीन घोड़े') प्रणाली लागू की। इस संशोधन के तहत मनसबदार को उसकी जात रैंक बढ़ाए बिना सवार सैनिकों की बढ़ी हुई संख्या के लिए भुगतान किया जाता था - यह सैन्य आवश्यकताओं को सुव्यवस्थित करने और समग्र पदानुक्रम या मनसबदार की व्यक्तिगत स्थिति/वेतन (जात) को बढ़ाए बिना राज्य के लिए उपलब्ध सैनिकों की संख्या बढ़ाने का एक प्रयास था। इससे विशेष रूप से भरोसेमंद और सक्षम मनसबदारों को अतिरिक्त सैन्य दायित्व सौंपे जा सकते थे, बिना उनकी औपचारिक रैंक-प्रतिष्ठा में वृद्धि किए। अकबर ने मूल मनसबदारी व्यवस्था की स्थापना की, शाहजहाँ ने मासिक वेतनमान (महवारा) प्रणाली शुरू की, और औरंगज़ेब के काल में मनसबदारों की अत्यधिक संख्या के कारण व्यवस्था में संकट आया - परंतु दू-अस्पा सिह-अस्पा विशेष रूप से जहाँगीर से संबद्ध है,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शाहजहाँ द्वारा जागीरदारी व्यवस्था में शुरू की गई मासिक वेतन प्रणाली (महवारा) के संबंध में निम्नलिखित कथनों पर विचार कीजिए: A. इसका उद्देश्य अधिक कुलीनों को आकर्षित करने के लिए मनसबदारों के वेतन में वृद्धि करना था। B. जागीरों की कमी (जागीरदारी संकट) के कारण एक मनसबदार को रखने वाले सवारों की वास्तविक संख्या कम करना इसका उद्देश्य था। C. इसका उद्देश्य वफादार कुलीनों के लिए जागीरदारी व्यवस्था को वंशानुगत बनाना था। D. तन्खा जागीर वेतन के बदले में दी जाती थी और नियमित रूप से हस्तांतरित होती थी, जबकि वतन जागीर स्थानीय स्वायत्त शासकों को उनके पैत्रिक क्षेत्र में प्रदान की जाती थी, जो वंशानुगत और अहस्तांतरणीय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शाहजहाँ ने वेतन संरचना को युक्तिसंगत बनाने के लिए मासिक वेतनमान (महवारा) प्रणाली शुरू की। कथन A गलत है क्योंकि इसका उद्देश्य वेतन में वृद्धि करना नहीं बल्कि जागीरदारी संकट (मनसबदारों की बढ़ती संख्या के सापेक्ष जागीरों की कमी) के कारण एक मनसबदार को बनाए रखने वाले सवारों (सैनिकों) की संख्या को कम करना था, जिसे कथन B सही ढंग से बताता है - मासिक वेतनमान (जैसे 10-महीने, 8-महीने, 6-महीने का वेतनमान) ने मनसबदार की आधिकारिक जात पद को औपचारिक रूप से घटाए बिना उसके सवारों की संख्या को कम कर दिया। कथन C गलत है क्योंकि इसका उद्देश्य जागीरदारी को वंशानुगत बनाना नहीं था। तन्खा जागीर वेतन के बदले दी जाती थी और नियमित रूप से हस्तांतरित होती थी, जबकि वतन जागीर स्थानीय स्वायत्त शासकों (जैसे राजपूत राजाओं) को उनके पैत्रिक क्षेत्र में प्रदान की जाती थी और वंशानुगत-अहस्तांतरणीय होती थी, इसलिए कथन D भी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मुगलों के अधीन, रईसों को दी गई भूमि आधिकारिक तौर पर कागज़ पर खालसा (क्राउन लैंड) थी, लेकिन व्यवहार में उन्हें जागीर दी जाती थी। तन्खा जागीर और वतन जागीर में क्या मूलभूत अंतर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तन्खा जागीर मुस्लिम सरदारों के लिए थी, जबकि वतन जागीर हिंदू सरदारों के लिए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तन्खा जागीर अहस्तांतरणीय और वंशानुगत थी, जबकि वतन जागीर नियमित रूप से हस्तांतरित होती थी</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तन्खा जागीर वेतन के बदले में दी जाती थी और नियमित रूप से हस्तांतरित होती थी, जबकि वतन जागीर वंशानुगत और अहस्तांतरणीय थी, जो सरदार के पैत्रिक क्षेत्र को संदर्भित करती 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तन्खा जागीर केवल सैन्य सेवा के लिए थी, जबकि वतन जागीर केवल सिविल सेवा के लिए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तन्खा जागीर वेतन के बदले में दी जाती थी और नियमित रूप से हस्तांतरित होती थी, जबकि वतन जागीर वंशानुगत और अहस्तांतरणीय थी, जो सरदार के पैत्रिक क्षेत्र को संदर्भित करती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तन्खा जागीर मुस्लिम सरदारों के लिए थी, जबकि वतन जागीर हिंदू सरदारों के लिए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तन्खा जागीर अहस्तांतरणीय और वंशानुगत थी, जबकि वतन जागीर नियमित रूप से हस्तांतरित होती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तन्खा जागीर केवल सैन्य सेवा के लिए थी, जबकि वतन जागीर केवल सिविल सेवा के लिए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मुगल जागीरदारी व्यवस्था में तन्खा जागीर वेतन (नकद वेतन के बदले) के रूप में दी जाती थी और यह नियमित रूप से हस्तांतरित होती थी - यह जागीर का सामान्य प्रकार था, जो किसी विशिष्ट क्षेत्र से बंधा नहीं होता था। इसके विपरीत, वतन जागीर स्थानीय स्वायत्त शासकों (जैसे राजपूत राजाओं) को उनके पैत्रिक क्षेत्र में प्रदान की जाती थी, जो वंशानुगत और अहस्तांतरणीय थी और उनके स्थानीय अधिकार को स्वीकार करते हुए उन्हें शाही व्यवस्था में एकीकृत करती थी। यह विभाजन धर्म (मुस्लिम/हिंदू, विकल्प A) पर आधारित नहीं बल्कि क्षेत्र-प्रकृति पर आधारित था, विकल्प B तथ्यात्मक रूप से उलटा है, और यह विभाजन सैन्य/सिविल सेवा भेद (विकल्प D) पर भी आधारित नहीं था -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मुगल साहित्यिक कृतियों का उनके संबंधित लेखकों से मिलान कीजिए: सूची-I (कृति): सूची-I: A. तुज़ुक-ए-जहाँगीरी B. हुमायूँनामा C. पादशाहनामा D. रामचरितमानस सूची-II: 1. जहाँगीर 2. अबू फ़ज़ल 3. अब्दुल हमीद लाहौरी 4. तुलसीदास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तुज़ुक-ए-जहाँगीरी जहाँगीर की स्वयं की आत्मकथा है, जिसमें उन्होंने अपने शासनकाल की घटनाओं का वर्णन किया। हुमायूँनामा की रचना हुमायूँ की सौतेली बहन गुलबदन बेगम ने की, जबकि अकबरनामा और आइन-ए-अकबरी अबुल फज्ल द्वारा लिखे गए। पादशाहनामा अब्दुल हमीद लाहौरी द्वारा लिखित शाहजहाँ के शासनकाल का आधिकारिक इतिहास है। रामचरितमानस की रचना तुलसीदास ने अवधी बोली में की, जो रामायण का पुनर्कथन है और भक्ति साहित्य की अमूल्य कृति मानी जाती है - इसके विपरीत सूरसागर की रचना सूरदास ने ब्रजभाषा में की थी। इस प्रकार सही मिलान है: A-1 (जहाँगीर), B-2 (अबू फ़ज़ल - गुलबदन बेगम के स्थान पर मूल पाठ के अनुसार), C-3 (अब्दुल हमीद लाहौरी), D-4 (तुलसीदास)।</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भक्ति आंदोलन से जुड़ी साहित्यिक रचनाओं के संबंध में निम्नलिखित कथनों पर विचार कीजिए: A. रामचरितमानस तुलसीदास द्वारा अवधी बोली में लिखी गई। B. सूरसागर, सूर दास की ब्रज भाषा में लिखी कविताओं का संकलन है, जो कृष्ण के जीवन पर केंद्रित है। C. अभंग संत तुकाराम के मराठी में लिखे भक्ति गीत हैं, जो वारकरी परंपरा के केंद्र में हैं। D. इनमें से कोई भी रचना भक्ति आंदोलन के निर्गुण संप्रदाय से संबंधित नहीं है। उपर्युक्त में से कौन से कथन सही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रामचरितमानस अवधी बोली में तुलसीदास द्वारा रचित है, जो सगुण भक्ति (राम भक्ति) की श्रेष्ठ रचना है, इसलिए कथन A सही है। सूरसागर, सूर दास की सूरसारावली के साथ ब्रज भाषा में लिखी कविताओं का संकलन है, जो कृष्ण के जीवन पर केंद्रित है, अतः कथन B भी सही है। तुकाराम सबसे असरदार मराठी भक्ति कवि थे, और उनके अभंग (भक्ति गीत) महाराष्ट्र के वारकरी आंदोलन के केंद्र में बने हुए हैं, इसलिए कथन C भी सही है। कथन D गलत है क्योंकि रामचरितमानस, सूरसागर और अभंग तीनों सगुण भक्ति परंपरा से संबंधित हैं (निर्गुण से नहीं), इसलिए यह दावा करना कि कोई भी निर्गुण से संबंधित नहीं है, अस्पष्ट रूप से गलत प्रस्तुत करता है - प्रश्न में केवल इस बात की पुष्टि होती है कि ये तीनों सगुण परंपरा की रचनाएँ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इल्तुतमिश से संबंध में निम्न कथनों पर विचार कीजिए और यह पहचानिए कि इल्तुतमिश ने सल्तनत की स्थिरता के लिए सर्वाधिक महत्वपूर्ण कौन सा कदम उठाया -</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चाँदी के टंका और ताँबे के जीतल सिक्के चलाना और चंगेज खान के साथ सीधे संघर्ष को टालना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दिल्ली को स्थायी राजधानी घोषित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कुतुब मीनार का निर्माण पूर्ण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को अपनी उत्तराधिकारी घोषित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चाँदी के टंका और ताँबे के जीतल सिक्के चलाना और चंगेज खान के साथ सीधे संघर्ष को टालना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दिल्ली को स्थायी राजधानी घोषित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कुतुब मीनार का निर्माण पूर्ण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को अपनी उत्तराधिकारी घोषित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इल्तुतमिश (लगभग 1210-1236 ई.) को सल्तनत का वास्तविक संस्थापक माना जाता है, क्योंकि उन्होंने न केवल टंका (चाँदी) और जीतल (ताँबा) की मानकीकृत मुद्राएँ चलाईं, बल्कि ख्वारज़्मी राजकुमार जलालुद्दीन को शरण देने से इनकार करके चंगेज खान के साथ सीधे संघर्ष को सफलतापूर्वक टाला, जिससे युवा दिल्ली सल्तनत मंगोल आक्रमण के विनाशकारी प्रकोप से बच गई - यह कूटनीतिक व आर्थिक स्थिरीकरण उनकी सबसे बड़ी उपलब्धि मानी जाती है। कुतुब मीनार का निर्माण भी उन्होंने पूर्ण करवाया (विकल्प C), और रज़िया को उत्तराधिकारी घोषित किया (विकल्प D), किंतु सल्तनत की समग्र स्थिरता में सबसे निर्णायक योगदान मुद्रा-सुधार और मंगोल संकट का कूटनीतिक प्रबंधन ही माना जाता है - दिल्ली तो पहले से ही राजधानी थी (विकल्प B तथ्यतः अप्रासंगिक)।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मुगल काल में 'लीलावती' पुस्तक का फारसी भाषा में अनुवाद किसने किया, जो मूलतः 12वीं सदी के गणितज्ञ भास्कराचार्य की कृति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अब्दुल रहीम खानखाना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अब्दुल कादिर बदायूँनी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अबुल फज़ल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अबुल फैज़ी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अबुल फैज़ी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अब्दुल रहीम खानखाना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अब्दुल कादिर बदायूँनी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अबुल फज़ल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मुगल काल में फैज़ी (अबुल फज़ल के बड़े भाई और अकबर के दरबारी कवि) ने गणित की पुस्तक 'लीलावती' का फारसी भाषा में अनुवाद किया। लीलावती पुस्तक 12वीं सदी के प्रसिद्ध गणितज्ञ भास्कराचार्य की कृति है, जो अंकगणित और ज्यामिति के विभिन्न सिद्धांतों का सरल व रोचक ढंग से वर्णन करती है। यह अनुवाद अकबर के शासनकाल में हुए संस्कृत-फारसी अनुवाद कार्यक्रम का हिस्सा था, जिसके अंतर्गत महाभारत (रज़्मनामा), रामायण और अन्य संस्कृत ग्रंथों का भी फारसी में अनुवाद हुआ, जो अकबर की सुलह-ए-कुल नीति और सांस्कृतिक समन्वय के प्रयासों को दर्शाता है। अब्दुल रहीम खानखाना एक प्रसिद्ध कवि और अकबर के दरबारी नवरत्न थे, अब्दुल कादिर बदायूँनी इतिहासकार थे, और अबुल फज़ल आइन-ए-अकबरी के लेखक थे - परंतु लीलावती का अनुवाद विशेष रूप से फैज़ी ने किया, इसलिए विकल्प A, B,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दिल्ली के चाँदनी चौक में स्थित शीशगंज गुरुद्वारे का संबंध निम्नलिखित में से किस सिख गुरु से है, जिन्हें मुगल सम्राट औरंगज़ेब के आदेश पर 11 नवंबर 1675 को दिल्ली में शहीद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 हरिराय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 नानकदेव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 अर्जुनदेव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गुरु तेगबहादुर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गुरु तेगबहादुर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 हरिराय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 नानकदेव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 अर्जुनदेव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गुरुद्वारा सीस गंज साहिब, पुरानी दिल्ली के चाँदनी चौक में स्थित, दिल्ली के नौ ऐतिहासिक गुरुद्वारों में से एक है। यह वह स्थान है जहाँ मुगल सम्राट औरंगज़ेब के आदेश पर 11 नवंबर 1675 को नौवें सिख गुरु, गुरु तेगबहादुर का सिर काटा गया था, क्योंकि उन्होंने धार्मिक स्वतंत्रता (विशेषकर कश्मीरी पंडितों की रक्षा) के लिए बलिदान दिया। इसकी मूल संरचना बघेल सिंह द्वारा 1783 में बनवाई गई थी। 1857 के भारतीय विद्रोह के बाद, यहाँ स्थित मुगल कोतवाली (थाना) को ध्वस्त कर दिया गया और ज़मीन अंग्रेज़ों द्वारा सिखों को दी गई, जिसपर वर्तमान गुरुद्वारे का विस्तार हुआ। गुरु हरिराय, गुरु नानकदेव और गुरु अर्जुनदेव सिख धर्म के अन्य महत्वपूर्ण गुरु हैं, परंतु इस विशिष्ट गुरुद्वारे का संबंध केवल गुरु तेगबहादुर से है, इसलिए विकल्प A, B,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मुगल बादशाह फर्रुखसियर ने सफ़दर खां के नेतृत्व में किसके खिलाफ सेना भेजी थी, जिन्हें अंततः 1716 ई. में आत्मसमर्पण के बाद उनके सैकड़ों साथियों सहित दिल्ली में मार दिया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औरंगजेब</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बहादुर शाह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 सिंह बहादुर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आलमशाह द्वितीय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बंदा सिंह बहादुर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औरंगजेब</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बहादुर शाह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आलमशाह द्वितीय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 सिंह बहादुर (1670-1716 ई.), जिनका मूल नाम माधोदास था और जिनका जन्म एक राजपूत परिवार में हुआ था, गुरु गोविंद सिंह के संपर्क में आने के बाद उन्होंने स्वयं को गुरु का "बंदा" (सेवक) घोषित किया। उन्होंने सरहिंद पर विजय प्राप्त कर सूबेदार वजीर खाँ को हराया और मार डाला, जमींदारी प्रथा समाप्त कर किसानों को राहत दी, तथा मुगलों के खिलाफ छापामार युद्ध का नेतृत्व करते हुए पंजाब में मुगल शासन को लगभग समाप्त कर दिया। इसी बढ़ती चुनौती के जवाब में, मुगल बादशाह फर्रुखसियर ने सफ़दर खां के नेतृत्व में बंदा सिंह बहादुर के खिलाफ सेना भेजी, और 1716 ई. में आत्मसमर्पण के बाद उन्हें व उनके सैकड़ों साथियों को दिल्ली में मार डाला गया। औरंगजेब, बहादुर शाह और आलमशाह द्वितीय अन्य मुगल सम्राट थे, इस विशिष्ट अभियान से इनका सीधा संबंध नहीं,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अकबर की धार्मिक नीति और सुधारों के संबंध में निम्नलिखित कथनों पर विचार कीजिए: A. 1560 ई. में अकबर ने जज़िया कर समाप्त कर दिया। B. अकबर ने धर्मशास्त्रीय चर्चा करने के लिए फतेहपुर सीकरी में 1575 ई. में इबादतखाना बनवाया। C. 1581 ई. में अकबर ने दीन-ए-इलाही नामक धर्म का प्रवर्तन किया। D. 1583 ई. में अकबर ने इलाही संवत् के नाम से एक नया कैलेंडर जारी किया था। उपर्युक्त में से असत्य कथन का चयन कीजिए।</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में तिथि की भूल है - अकबर ने जज़िया कर 1560 ई. में नहीं बल्कि 1564 ई. में समाप्त किया था, इसलिए यह कथन असत्य है। कथन B सही है, अकबर ने धर्मशास्त्रीय चर्चा के लिए फतेहपुर सीकरी में 1575 ई. में इबादतखाना बनवाया, जहाँ विभिन्न धर्मों के विद्वान एकत्रित होकर वाद-विवाद करते थे। कथन C भी सही है, 1581 ई. में अकबर ने दीन-ए-इलाही नामक एक समन्वयवादी धर्म का प्रवर्तन किया, जो सुलह-ए-कुल की नीति का विस्तार था। कथन D भी सही है, 1583 ई. में अकबर ने इलाही संवत् नामक एक नया सौर कैलेंडर जारी किया, जो सूर्य की गति पर आधारित था - इस प्रकार तिथि-संबंधी त्रुटि के कारण केवल कथन A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अकबर के सुलह-ए-कुल (सार्वभौमिक शांति) के सिद्धांत के संबंध में निम्नलिखित कथनों पर विचार कीजिए: A. सुलह-ए-कुल एक अरबी शब्द है जिसका अर्थ है "सभी के साथ शांति" या "सार्वभौमिक शांति"। B. अकबर के मार्गदर्शन में अबुल फज़ल द्वारा विकसित, यह एक उदार नीति थी जो सभी प्रजा के साथ समान व्यवहार करने पर बल देती थी, चाहे उनकी धार्मिक आस्था कुछ भी हो। C. इस सिद्धांत के अनुसार राजनीतिक स्थिरता सुनिश्चित करने के लिए गैर-मुसलमानों का अनिवार्य रूप से इस्लाम में धर्मांतरण आवश्यक था। D. इस नीति के अनुसार शरिया कानून का कड़ाई से पालन और धर्मियों का उत्पीड़न सुनिश्चित करना ही राज्य का प्रमुख उद्देश्य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सुलह-ए-कुल एक अरबी शब्द है जिसका अर्थ है "सभी के साथ शांति" या "सार्वभौमिक शांति", इसलिए कथन A सही है। अकबर के मार्गदर्शन में अबुल फज़ल द्वारा विकसित यह एक उदार नीति थी जो सभी प्रजा के साथ समान व्यवहार, धार्मिक भेदभाव न करने, सद्भाव और विविध आबादियों के बीच सामंजस्य को बढ़ावा देने का आदेश देती थी, अतः कथन B भी सही है। कथन C और D दोनों पूर्णतः गलत हैं क्योंकि सुलह-ए-कुल नीति का उद्देश्य ठीक इसके विपरीत था - यह अनिवार्य धर्मांतरण या शरिया के कड़े पालन पर बल नहीं देती थी, बल्कि धार्मिक सहिष्णुता, समता और गैर-मुसलमानों (विशेषकर हिंदुओं) के जज़िया व तीर्थ करों के उन्मूलन पर बल देती थी - यह नीति अकबर की धार्मिक नीति का सार सबसे बेहतर ढंग से प्रस्तुत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मध्यकालीन भारत के इतिहास से संबंधित, हैदराबाद नगर की स्थापना किसने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 कुतुब शाह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इब्राहीम आदिल शाह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अलाउद्दीन बहमन शाह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निज़ाम-उल-मुल्क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कुली कुतुब शाह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इब्राहीम आदिल शाह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अलाउद्दीन बहमन शाह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निज़ाम-उल-मुल्क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हैदराबाद की स्थापना 1591 ई. में कुतुबशाही वंश के पाँचवें शासक मुहम्मद कुली कुतुब शाह ने की थी। उन्होंने गोलकोंडा किले से राजधानी स्थानांतरित कर हैदराबाद को एक नए नगर के रूप में बसाया और इसका नाम अपनी पत्नी हैदर महल के नाम पर रखा। उसी वर्ष चारमीनार का निर्माण भी करवाया गया, जो इस नगर की ऐतिहासिक और सांस्कृतिक पहचान बन गया और आज भी हैदराबाद का प्रतीक चिह्न माना जाता है। इब्राहीम आदिल शाह बीजापुर के आदिलशाही शासक थे, अलाउद्दीन बहमन शाह ने बहमनी सल्तनत की स्थापना की थी, और निज़ाम-उल-मुल्क हैदराबाद के निज़ाम राजवंश (18वीं सदी में स्थापित) के संस्थापक थे - इनमें से किसी ने हैदराबाद नगर की मूल स्थापना नहीं की, इसलिए विकल्प B,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किसने अपना महाकाव्य 'पद्मावत' शेरशाह सूरी के शासनकाल में पूरा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कबीर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मलिक मुहम्मद जायसी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सिकंदर लोदी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मलिक मुहम्मद जायसी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सिकंदर लोदी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मलिक मुहम्मद जायसी ने अपना महाकाव्य पद्मावत शेरशाह सूरी के शासनकाल में पूरा किया। शेरशाह सूरी सूर वंश के संस्थापक थे, जिन्होंने 16वीं शताब्दी के मध्य में उत्तर भारत के एक हिस्से पर शासन किया, और अपने प्रशासनिक कौशल (सड़क-सराय व्यवस्था, न्यायिक सुधार, मुद्रा-सुधार) के लिए भी जाने जाते हैं। पद्मावत अवधी भाषा में रचित एक सूफी-भक्ति प्रेम-काव्य है जो रानी पद्मिनी और अलाउद्दीन खिलजी की कथा पर आधारित रूपक शैली में लिखा गया है, जिसमें आध्यात्मिक तत्व भी समाहित हैं। कबीर निर्गुण भक्ति के संत-कवि थे, सूरदास सगुण भक्ति के कृष्ण-भक्त कवि थे, और सिकंदर लोदी दिल्ली सल्तनत के लोदी वंश के शासक थे - इनमें से किसी ने पद्मावत की रचना नहीं की,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सूफी परंपरा के इतिहास के संदर्भ में निम्नलिखित युग्मों (सूफी सिलसिला-संस्थापक/विशेषता) पर विचार कीजिए: A. चिश्ती सिलसिला - ख्वाजा मोइनुद्दीन चिश्ती (अजमेर), प्रेम-सहिष्णुता-खुलेपन पर बल B. सुहरावर्दी सिलसिला - बहाउद्दीन ज़करिया (मुल्तान क्षेत्र), अपेक्षाकृत रूढ़िवादी और राज्य के समर्थन को स्वीकार करने वाला C. फिरदौसी सिलसिला - शेख बदरुद्दीन समरकंदी से जुड़ा हुआ D. नक्शबंदी सिलसिला - शेख अहमद सरहिंदी (मुजद्दिद अल्फ सानी) के अनुयायियों द्वारा भारत में लाया गया, शरीअत के कठोर पालन पर बल उपर्युक्त में से कौन से युग्म सही सुमेलित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चिश्ती सिलसिला भारत में ख्वाजा मोइनुद्दीन चिश्ती (अजमेर) द्वारा आरंभ किया गया, जिसने प्रेम, सहिष्णुता और खुलेपन पर बल दिया, इसलिए युग्म A सही है। सुहरावर्दी सिलसिला बहाउद्दीन ज़करिया (मुल्तान क्षेत्र) द्वारा लाया गया, जो चिश्तियों की तुलना में अधिक रूढ़िवादी था और राज्य के समर्थन को स्वीकार करता था, अतः युग्म B भी सही है। फिरदौसी सिलसिला शेख बदरुद्दीन समरकंदी से जुड़ा हुआ है, लेकिन यह अन्य सिलसिलों की तुलना में कम प्रमुख रहा, इसलिए युग्म C सही है। नक्शबंदी सिलसिला भारत में यह शेख अहमद सरहिंदी (मुजद्दिद अल्फ सानी) के अनुयायियों द्वारा लाया गया, जो शरीअत के कठोर पालन पर बल देता था, विशेषकर मुगल काल में इसका प्रसार हुआ, अतः युग्म D भी सही है - सभी चारों युग्म सही 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शैक्षणिक संस्थानों को उनकी स्थापना के कालक्रमानुसार सुव्यवस्थित कीजिए: (i) हिंदू कॉलेज, कलकत्ता (ii) दिल्ली कॉलेज (iii) भारतीय महिला विश्वविद्यालय, बॉम्बे (iv) मोहम्मडन-एंग्लो ओरिएंटल कॉलेज</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(ii), (iv), (iii)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(ii), (i), (iv), (iii)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(iv), (ii), (iii)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(iv), (i), (ii), (iii)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(i), (ii), (iv), (iii)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(ii), (i), (iv), (iii)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(iv), (ii), (iii)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(iv), (i), (ii), (iii)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राम मोहन राय ने 1817 में डेविड हेयर और एलेक्ज़ेंडर डफ के सहयोग से कलकत्ता में प्रसिद्ध हिंदू कॉलेज की स्थापना की, जो इस सूची में सबसे पहला संस्थान है। इसके बाद दिल्ली कॉलेज की स्थापना 1824 में हुई। इसके बाद मोहम्मडन-एंग्लो ओरिएंटल कॉलेज की स्थापना 1875 में अलीगढ़ में सर सैयद अहमद खान द्वारा हुई। सबसे अंत में भारतीय महिला विश्वविद्यालय की स्थापना 1916 में बॉम्बे में डी.के. कर्वे द्वारा हुई, जो भारत का प्रथम महिला विश्वविद्यालय था। इस प्रकार सही कालानुक्रमिक क्रम है: हिंदू कॉलेज (1817) → दिल्ली कॉलेज (1824) → मोहम्मडन-एंग्लो ओरिएंटल कॉलेज (1875) → भारतीय महिला विश्वविद्यालय (1916), अर्थात (i)-(ii)-(iv)-(iii)।</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छत्रपति शिवाजी महाराज के आध्यात्मिक गुरु कौन थे, जिन्होंने धर्म, स्वराज और देशभक्ति के आदर्शों से उन्हें प्रेरित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 तुकाराम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समर्थ रामदास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दादाजी कोंडदेव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एकनाथ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समर्थ रामदास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 तुकाराम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दादाजी कोंडदेव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एकनाथ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समर्थ रामदास छत्रपति शिवाजी महाराज के आध्यात्मिक गुरु थे, जिन्होंने उन्हें धर्म, स्वराज और देशभक्ति के आदर्शों से प्रेरित किया। रामदास ने शक्ति, अनुशासन और राष्ट्र व ईश्वर के प्रति समर्पण के महत्व पर ज़ोर दिया, और शिवाजी उनका गहरा सम्मान करते थे तथा अक्सर उनका आशीर्वाद व मार्गदर्शन लेते थे। दादाजी कोंडदेव जहाँ शिवाजी के संरक्षक और प्रशासनिक गुरु थे, वहीं समर्थ रामदास ने उनके आध्यात्मिक और नैतिक मार्गदर्शन की भूमिका निभाई। संत तुकाराम वारकरी परंपरा के प्रमुख भक्ति कवि थे, जिन्होंने अभंग रचनाओं के माध्यम से भक्ति का प्रचार किया, परंतु वे शिवाजी के प्रत्यक्ष आध्यात्मिक गुरु नहीं माने जाते। एकनाथ भी एक भक्ति संत थे परंतु शिवाजी से सीधा संबंध रामदास जितना प्रगाढ़ नहीं था,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1670 ई. में मराठा और मुगल सेनाओं के बीच लड़े गए सिंहगढ़ के युद्ध का नेतृत्व मराठा पक्ष से किस सेनापति ने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तानाजी मालुसरे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शिवाजी स्वयं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बाजी राव प्रथम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तानाजी मालुसरे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शिवाजी स्वयं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बाजी राव प्रथम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सिंहगढ़ का युद्ध 4 फरवरी 1670 को छत्रपति शिवाजी महाराज के एक विश्वसनीय सेनापति तानाजी मालुसरे के नेतृत्व वाली मराठा सेना और मुगलों के एक राजपूत अधिकारी उदयभान राठौर की कमान वाली मुगल सेना के बीच लड़ा गया था। युद्ध का उद्देश्य मुगल नियंत्रण से कोंढाणा किले (जिसका बाद में नाम बदलकर सिंहगढ़ किला कर दिया गया) को पुनः प्राप्त करना था। यद्यपि मराठों की जीत हुई, लेकिन तानाजी मालुसरे युद्ध में वीरगति को प्राप्त हुए। उनके सम्मान में, शिवाजी ने तानाजी की बहादुरी के सम्मान में किले का नाम कोंढाणा से बदलकर सिंहगढ़ रख दिया, जिसका अर्थ है "शेर का किला"। बाजी राव प्रथम बाद के काल के पेशवा थे और संभाजी शिवाजी के पुत्र थे, परंतु इस विशिष्ट युद्ध का नेतृत्व तानाजी मालुसरे ने किया, इसलिए विकल्प B,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मुगल स्रोतों में निम्नलिखित में से कौन सा मुगल स्मारक मूल रूप से 'किला-ए-मुबारक' (पवित्र किला) के नाम से जाना जाता था, जिसे शाहजहाँ ने बनवाया और जो 1643 ई. में पूरा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आगरा किला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पंच महल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लाल किला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ताज महल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लाल किला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आगरा किला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 महल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ताज महल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लाल किला (लाल किला) शाहजहाँ द्वारा बनवाया गया था और 1643 ई. में पूरा हुआ था, इसे मूल रूप से किला-ए-मुबारक (पवित्र किला) के नाम से जाना जाता था। किले की 2.5 किलोमीटर लंबी दीवारें लाल बलुआ पत्थर से बनी हैं। यह 1857 तक लगभग 200 वर्षों तक मुगल सम्राटों का मुख्य निवास स्थान रहा और यह किला संगमरमर, फूलों की सजावट और जटिल नक्काशी से सुसज्जित, मुगल वास्तुकला के शिखर का प्रतिनिधित्व करता है। आगरा किला भी मुगल स्थापत्य का महत्वपूर्ण उदाहरण है परंतु इसका मूल नाम किला-ए-मुबारक नहीं था; पंच महल फतेहपुर सीकरी की एक संरचना है, और ताजमहल एक मकबरा है, न कि किला - इसलिए विकल्प A, B,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मुगल काल के संदर्भ में, गल्ला-बख्शी अवधारणा किससे संबंधित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सैनिकों को उनकी सैन्य सेवाओं के लिए भूमि प्रदान करने की एक प्रणाली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फसल-बंटवारे की एक प्रणाली जिसमें उपज काश्तकार और राज्य के बीच बंटवारा किया जाता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राजस्व आकलन हेतु भूमि मापन की एक विधि</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अतिरिक्त उपज के लिए किसानों को नकद भुगतान की एक प्रणाली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फसल-बंटवारे की एक प्रणाली जिसमें उपज काश्तकार और राज्य के बीच बंटवारा किया जाता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सैनिकों को उनकी सैन्य सेवाओं के लिए भूमि प्रदान करने की एक प्रणाली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राजस्व आकलन हेतु भूमि मापन की एक विधि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अतिरिक्त उपज के लिए किसानों को नकद भुगतान की एक प्रणाली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मुगल काल में, विशेषकर अकबर के शासनकाल में, कई भू-राजस्व प्रणालियाँ प्रचलित थीं। ऐसी ही एक प्रणाली गल्ला-बख्शी थी, जिसे बटाई प्रणाली के नाम से भी जाना जाता है - इस प्रणाली के तहत, वास्तविक फसल उपज को किसान (काश्तकार) और राज्य के बीच निश्चित अनुपात में विभाजित किया जाता था, आमतौर पर एक-तिहाई राज्य को जाता था। यह ज़ब्त या दहसाला प्रणाली के विपरीत, एक उपज-बंटवारे की प्रणाली थी, जो भूमि माप और नकद मूल्यांकन पर आधारित नहीं थी बल्कि वास्तविक फसल के भौतिक बंटवारे पर आधारित थी। गल्ला-बख्शी प्रणाली उन क्षेत्रों में उपयोगी थी जहाँ सटीक भूमि मापन कठिन था। यह सैनिकों को भूमि देने, भूमि मापन की विधि, या नकद भुगतान से संबंधित नहीं है, इसलिए विकल्प A, C,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मध्यकालीन भारत में हुंडी शब्द के अर्थ और महत्व के संबंध में निम्नलिखित कथनों पर विचार कीजिए: A. हुंडी मूलतः एक साख पत्र या विनिमय पत्र होता था जिसका उपयोग व्यापार और धन हस्तांतरण को सुगम बनाने के लिए किया जाता था। B. यह एक निश्चित अवधि के बाद और अक्सर छूट पर देय होता था। C. हुंडी के उपयोग से लंबी दूरी का व्यापार आसान और सुरक्षित हो गया, क्योंकि व्यापारियों को बड़ी मात्रा में नकदी नहीं रखनी पड़ती थी। D. सर्राफ (श्रॉफ) मुद्रा परिवर्तक और बैंकर होते थे जो हुंडी से लेन-देन करने के मुख्य व्यक्ति थे, तथा कई हुंडियों में बीमा प्रावधान भी शामिल होते थे। उपर्युक्त में से कौन से कथन सही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मध्यकालीन भारत में हुंडी मूलतः एक साख पत्र या विनिमय पत्र होता था जिसका उपयोग व्यापार और धन हस्तांतरण को सुगम बनाने के लिए किया जाता था, इसलिए कथन A सही है। यह एक निश्चित अवधि के बाद और अक्सर छूट पर देय होता था, अतः कथन B भी सही है। इसके उपयोग से व्यापारियों को बड़ी मात्रा में नकदी न रखनी पड़े, जिससे लंबी दूरी का व्यापार आसान और सुरक्षित हो गया, इसलिए कथन C भी सही है। सर्राफ (श्रॉफ) मुद्रा परिवर्तक और बैंकर होते थे जो हुंडी से लेन-देन करने के मुख्य व्यक्ति थे, जिनमें से कई हुंडियों में माल के मूल्य और गंतव्य के आधार पर एक छोटा सा शुल्क लेकर बीमा प्रावधान भी शामिल होता था, इसलिए कथन D भी सही है - इस प्रकार हुंडी प्रणाली भारत में बैंकिंग और ऋण नेटवर्क के प्रारंभिक रूप को दर्शाती है, जो सभी चारों कथनों की सत्यता से स्पष्ट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