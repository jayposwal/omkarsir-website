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शताब्दी में मुग़ल साम्राज्य के पतन के दौरान उभरे क्षेत्रीय राज्यों के वर्गीकरण के संदर्भ में निम्नलिखित कथनों पर विचार कीजिए: A. अवध, बंगाल और हैदराबाद को 'उत्तराधिकारी राज्य' (Successor States) माना जाता है, जिन्होंने मुग़ल सत्ता को औपचारिक रूप से चुनौती नहीं दी। B. मैसूर, केरल और राजपूत राज्यों को 'स्वतंत्र राज्य' (Independent Kingdoms) के रूप में वर्गीकृत किया गया, जो मुग़ल नियंत्रण से पूर्णतः बाहर स्वतंत्र रूप से उभरे। C. मराठा, सिख और जाट राज्यों को 'नवीन राज्य' (New States/Rebel States) कहा जाता है, जो मुग़ल सत्ता के विरुद्ध प्रत्यक्ष विद्रोह द्वारा स्थापित हुए थे। D. अवध के संस्थापक सआदत खां तथा बंगाल के संस्थापक मुर्शिद कुली खां ने मुग़ल बादशाह के प्रति अपनी औपचारिक निष्ठा तुरंत समाप्त कर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18वीं शताब्दी में मुग़ल सत्ता के विघटन के दौरान तीन प्रमुख श्रेणियों में क्षेत्रीय राज्य उभरे थे। प्रथम श्रेणी 'उत्तराधिकारी राज्यों' की थी जिसमें हैदराबाद (निज़ाम-उल-मुल्क, 1724), बंगाल (मुर्शिद कुली खां, 1717) और अवध (सआदत खां बुरहान-उल-मुल्क, 1722) शामिल थे; इन राज्यों ने स्वायत्त शासन स्थापित किया किंतु मुग़ल बादशाह के प्रति नाममात्र की औपचारिक निष्ठा बनाए रखी और सिक्के व खुतबा बादशाह के नाम पर जारी रखा, अतः कथन D गलत है। द्वितीय श्रेणी 'स्वतंत्र राज्यों' की थी जिसमें मैसूर (हैदर अली), केरल (राजा मार्तंड वर्मा) तथा राजपूत राज्य शामिल थे, जो मुग़ल सत्ता के कमजोर होने पर पूरी तरह स्वतंत्र रूप से उभरे। तृतीय श्रेणी 'नवीन या विद्रोही राज्यों' की थी जिसमें मराठा, सिख, जाट और रुहेला-बंगश अफगान शामिल थे, जिनका उदय मुग़ल केंद्रीय सत्ता के विरुद्ध सशस्त्र विद्रोह के बल पर हुआ था। अतः कथन A, B और C सही होने के कारण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यूरोपीय शक्तियों के प्रारंभिक इतिहास से संबंधित निम्नलिखित संधियों एवं युद्धों का सही मिलान कीजिए: सूची-I: सूची-I: A. टॉरडेसिलस की संधि (Treaty of Tordesillas) B. स्वाली का युद्ध (Battle of Swally) C. करनाल का युद्ध (Battle of Karnal) D. वांडिवाश का युद्ध (Battle of Wandiwash) सूची-II: 1. 1494 ई. (स्पेन और पुर्तगाल के मध्य विश्व विभाजन) 2. 1612 ई. (अंग्रेजों द्वारा पुर्तगाली नौसेना की पराजय) 3. 1739 ई. (नादिरशाह द्वारा मुहम्मद शाह की पराजय) 4. 1760 ई. (अंग्रेजों द्वारा फ्रांसीसियों की निर्णायक पराजय)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 जून 1494 को हस्ताक्षरित टॉरडेसिलस की ऐतिहासिक संधि के माध्यम से पोप अलेक्जेंडर VI के निर्देश पर गैर-यूरोपीय विश्व को केप वर्डे द्वीप के 370 लीग पश्चिम में एक काल्पनिक रेखा खींचकर स्पेन और पुर्तगाल के मध्य विभाजित किया गया था। 1612 में सूरत के निकट स्वाली के समुद्री युद्ध में कैप्टन थॉमस बेस्ट के नेतृत्व में ब्रिटिश नौसेना ने पुर्तगालियों को पराजित कर सूरत में स्थायी अंग्रेजी फैक्ट्री की नींव रखी। 13 फरवरी 1739 को करनाल के युद्ध में फारस के शासक नादिरशाह ने मुग़ल बादशाह मुहम्मद शाह 'रंगीला' की विशाल सेना को पराजित कर दिल्ली में भीषण कत्लेआम किया तथा मयूर सिंहासन (तख्त-ए-ताऊस) और कोहिनूर हीरा लूटा। 22 जनवरी 1760 को तृतीय कर्नाटक युद्ध के दौरान वांडिवाश के निर्णायक युद्ध में ब्रिटिश जनरल सर आयर कूट ने फ्रांसीसी कमांडर काउंट डी लाली को परास्त कर भारत में फ्रांसीसी साम्राज्य का अंत कर दिया।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1717 ई. में मुग़ल बादशाह फर्रुखसियर द्वारा ब्रिटिश ईस्ट इंडिया कंपनी को जारी किए गए 'शाही फरमान' (कंपनी का मैग्नाकार्टा) में निम्नलिखित में से कौन-सा प्रावधान शामिल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₹3,000 के निश्चित वार्षिक भुगतान पर बंगाल में कंपनी के समस्त व्यापार को सीमा शुल्क (Customs Duty) से पूर्ण मुक्ति।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माल के आंतरिक परिवहन हेतु 'दस्तक' (दैनिक व्यापार पास) जारी करने का अनन्य अधिकार।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बंबई में कंपनी द्वारा ढाले गए सिक्कों को केवल बंगाल प्रेसीडेंसी में वैध मुद्रा के रूप में मान्यता।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सूरत में ₹10,000 के वार्षिक कर के बदले सभी करों से मुक्ति तथा कलकत्ता के आसपास अतिरिक्त भूमि पट्टे पर लेने की अनुमति।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बंबई में कंपनी द्वारा ढाले गए सिक्कों को केवल बंगाल प्रेसीडेंसी में वैध मुद्रा के रूप में मान्यता।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₹3,000 के निश्चित वार्षिक भुगतान पर बंगाल में कंपनी के समस्त व्यापार को सीमा शुल्क (Customs Duty) से पूर्ण मुक्ति।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माल के आंतरिक परिवहन हेतु 'दस्तक' (दैनिक व्यापार पास) जारी करने का अनन्य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सूरत में ₹10,000 के वार्षिक कर के बदले सभी करों से मुक्ति तथा कलकत्ता के आसपास अतिरिक्त भूमि पट्टे पर लेने की अनुमति।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1717 में ब्रिटिश ईस्ट इंडिया कंपनी के दूत जॉन सुरमन (जिसमें सर्जन विलियम हैमिल्टन भी शामिल थे) के प्रयासों से मुग़ल बादशाह फर्रुखसियर ने एक अत्यंत व्यापक व्यापारिक फरमान जारी किया, जिसे इतिहासकार रॉबर्ट ऑर्म ने कंपनी का 'मैग्नाकार्टा' (अधिकार पत्र) कहा था। इस फरमान के तहत कंपनी को मात्र ₹3,000 के वार्षिक भुगतान पर बंगाल में सीमा शुल्क मुक्त व्यापार की अनुमति मिली तथा माल के परिवहन हेतु 'दस्तक' जारी करने का अधिकार मिला। सूरत में ₹10,000 वार्षिक शुल्क पर समस्त चुंगी कर माफ कर दिए गए और कलकत्ता के आसपास 38 अतिरिक्त गांवों को पट्टे पर लेने की स्वीकृति दी गई। सबसे महत्वपूर्ण वित्तीय प्रावधान यह था कि बंबई की टकसाल में ढाले गए कंपनी के सिक्कों को केवल बंगाल ही नहीं, बल्कि संपूर्ण मुग़ल साम्राज्य में आधिकारिक वैध मुद्रा (Legal Tender) के रूप में प्रचलन की पूर्ण मान्यता दी गई थी। अतः विकल्प C गलत प्रावधान होने के कारण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पुर्तगाली गवर्नरों के योगदान एवं उनके कालक्रम के संदर्भ में निम्नलिखित कथनों पर विचार कीजिए: A. फ्रांसिस्को डी अल्मेडा (1505-1509) ने हिंद महासागर में नौसैनिक संप्रभुता स्थापित करने हेतु 'शांत जल की नीति' (Blue Water Policy) लागू की। B. अल्फांसो डी अल्बुकर्क (1509-1515) ने 1510 में बीजापुर के सुल्तान युसूफ आदिल शाह से गोवा जीता और सती प्रथा को प्रतिबंधित किया। C. नीनो दा कुन्हा (1529-1538) ने 1530 में पुर्तगाली भारत की राजधानी कोचीन से गोवा स्थानांतरित की और हुगली में केंद्र स्थापित किया। D. अल्फांसो डी सूजा (1542-1545) के शासनकाल में प्रसिद्ध जेसुइट संत फ्रांसिस्को जेवियर भारत आए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पुर्तगाली प्रशासन का विकास चार प्रमुख गवर्नरों के कालक्रम से जुड़ा है। प्रथम गवर्नर फ्रांसिस्को डी अल्मेडा (1505-1509) ने हिंद महासागर पर पूर्ण नियंत्रण स्थापित करने के लिए 'ब्लू वाटर पॉलिसी' और कार्टाज-आर्मेडा व्यवस्था लागू की तथा 1509 में दीव के युद्ध में मिस्र-गुजरात संयुक्त बेड़े को हराया। अल्फांसो डी अल्बुकर्क (1509-1515) भारत में पुर्तगाली सत्ता का वास्तविक संस्थापक था, जिसने 1510 में गोवा पर कब्जा किया, मलक्का व होर्मुज पर नियंत्रण पाया, भारतीय महिलाओं से विवाह को प्रोत्साहित किया और अपने अधिकार क्षेत्र में सती प्रथा बंद कराई। नीनो दा कुन्हा (1529-1538) ने 1530 में सरकारी मुख्यालय कोचीन से गोवा स्थानांतरित कर गोवा को आधिकारिक राजधानी बनाया तथा बसीन (1534), दीव (1535) और हुगली पर प्रभुत्व स्थापित किया। गवर्नर मार्टिम अल्फांसो डी सूजा (1542-1545) के समय प्रसिद्ध ईसाई संत फ्रांसिस्को जेवियर धर्मप्रचार हेतु गोवा पहुंचे। अतः चारों कथन A, B, C और D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17वीं-18वीं शताब्दी में भारत में स्थापित डच व्यापारिक केंद्रों (कारखानों) के संदर्भ में निम्नलिखित में से कौन-सा स्थल डचों का प्रमुख मुख्यालय/कारखाना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मसूलीपट्टनम (1605) एवं पुलीकट (1609)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चिनसुरा (1635) एवं नागपट्टिनम (1658)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फोर्ट विलियम (कलकत्ता)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कालीकट (1666) एवं कोचीन (1663)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फोर्ट विलियम (कलकत्ता)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मसूलीपट्टनम (1605) एवं पुलीकट (1609)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चिनसुरा (1635) एवं नागपट्टिनम (1658)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कालीकट (1666) एवं कोचीन (1663)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डच ईस्ट इंडिया कंपनी (VOC - Vereenigde Oostindische Compagnie, 1602) ने भारत में अपना पहला कारखाना 1605 में मसूलीपट्टनम (आंध्र प्रदेश) में स्थापित किया था। 1609 में पुलीकट डचों का मुख्य केंद्र बना, जहां उन्होंने 'फोर्ट गैल्ड्रिया' का निर्माण कराया और स्वर्ण 'पगोडा' सिक्के ढाले। 1690 में पुलीकट के स्थान पर कोरोमंडल तट पर नागपट्टिनम को डचों का मुख्य प्रशासनिक केंद्र बनाया गया। बंगाल में डचों का प्रमुख व्यापारिक केंद्र चिनसुरा था, जहां उन्होंने 'फोर्ट गुस्तावस' का निर्माण किया। इसके अतिरिक्त सूरत (1616), बिमलीपट्टनम (1641), कराईकल (1645), कोचीन (1663) और कालीकट (1666) में डचों के प्रसिद्ध कारखाने थे। इसके विपरीत, कलकत्ता स्थित 'फोर्ट विलियम' की नींव 1696-1700 में जॉब चार्नॉक द्वारा ब्रिटिश ईस्ट इंडिया कंपनी के मुख्यालय एवं सैन्य दुर्ग के रूप में रखी गई थी, जिसका डचों से कोई संबंध नहीं था।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शताब्दी में मुग़ल दरबार में 'किंगमेकर' (राजा निर्माता) के रूप में विख्यात 'सैयद बंधुओं' के संदर्भ में निम्नलिखित कथनों पर विचार कीजिए: A. सैयद बंधुओं में अब्दुल्ला खां (वज़ीर) और हुसैन अली खां बरहा (मीर बख्शी) शामिल थे। B. उन्होंने 1713 में जहांदार शाह को अपदस्थ कर फर्रुखसियर को मुग़ल सिंहासन पर बैठाने में निर्णायक भूमिका निभाई। C. 1719 ई. में सैयद बंधुओं ने फर्रुखसियर की हत्या करवा कर रफ़ी-उद-दरजात और रफ़ी-उद-दौला को अल्पकाल के लिए बादशाह बनाया। D. मुहम्मद शाह 'रंगीला' ने निज़ाम-उल-मुल्क और मुहम्मद अमीन खां के सहयोग से 1720-1722 में सैयद बंधुओं का पतन सुनिश्चित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 मुग़ल काल में 'सैयद बंधु' (अब्दुल्ला खां और हुसैन अली खां बरहा) भारतीय इतिहास में 'राजा निर्माता' (Kingmakers) के नाम से प्रसिद्ध हैं। उन्होंने 1713 में जुल्फिकार खां और जहांदार शाह को पराजित कर फर्रुखसियर को बादशाह बनाया। कालांतर में फर्रुखसियर द्वारा उनके विरुद्ध षड्यंत्र रचने पर 1719 में सैयद बंधुओं ने पेशवा बालाजी विश्वनाथ के सहयोग से फर्रुखसियर को अपदस्थ कर अंधा करवा दिया और उसकी हत्या कर दी। इसके बाद उन्होंने रफ़ी-उद-दरजात (क्षयरोग से मृत्यु), रफ़ी-उद-दौला (पेचिश से मृत्यु) और अंत में सितंबर 1719 में मुहम्मद शाह 'रंगीला' को सिंहासन पर बैठाया। 1720 में तुरानी दल के नेता चिन किलिच खां (निज़ाम-उल-मुल्क) और अमीन खां के सहयोग से हुसैन अली की हत्या कर दी गई तथा 1722 में बिलोचपुर की लड़ाई के बाद अब्दुल्ला खां को बंदी बनाकर विष दे दिया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 में ब्रिटिश राजनीतिक प्रभुत्व की स्थापना से जुड़ी घटनाओं के संदर्भ में निम्नलिखित कथनों पर विचार कीजिए: A. 23 जून 1757 को प्लासी के युद्ध में रॉबर्ट क्लाइव ने नवाब सिराजुद्दौला को पराजित कर मीर जाफर को बंगाल का नवाब बनाया। B. 1760 की संधि के तहत मीर जाफर को हटाकर मीर कासिम को नवाब बनाया गया, जिसने अपनी राजधानी मुर्शिदाबाद से मुंगेर स्थानांतरित की। C. 22 अक्टूबर 1764 को बक्सर के युद्ध में हेक्टर मुनरो के नेतृत्व वाली अंग्रेजी सेना ने मीर कासिम, शुजाउद्दौला और शाह आलम द्वितीय की संयुक्त सेना को पराजित किया। D. 1765 की इलाहाबाद की संधि के द्वारा मुग़ल बादशाह शाह आलम द्वितीय ने कंपनी को बंगाल, बिहार और उड़ीसा की दीवानी अधिकार प्रदान किए।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में ब्रिटिश राजनीतिक प्रभुत्व की आधारशिला 23 जून 1757 को प्लासी के युद्ध से रखी गई, जहाँ रॉबर्ट क्लाइव ने मीर जाफर, राय दुर्लभ, यार लतीफ और जगत सेठ के विश्वासघात के बल पर नवाब सिराजुद्दौला को हराया और मीर जाफर को कठपुतली नवाब बनाया। 1760 में कंपनी ने मीर जाफर के स्थान पर मीर कासिम को नवाब बनाया जिसने स्वतंत्र प्रशासन हेतु राजधानी मुर्शिदाबाद से मुंगेर स्थानांतरित की, वहां तोप व बंदूक का कारखाना लगाया और आंतरिक व्यापार पर सभी भारतीय व्यापारियों के चुंगी कर समाप्त कर दिए। इसके परिणामस्वरूप 22 अक्टूबर 1764 को ऐतिहासिक बक्सर का युद्ध हुआ, जिसमें मेजर हेक्टर मुनरो ने बंगाल के पूर्व नवाब मीर कासिम, अवध के नवाब शुजाउद्दौला और मुग़ल सम्राट शाह आलम द्वितीय की संयुक्त त्रिगुट सेना को निर्णायक रूप से पराजित किया। अगस्त 1765 में क्लाइव ने इलाहाबाद की दो संधियों द्वारा बंगाल में 'द्वैध शासन' (Dual Government) लागू किया तथा ₹26 लाख वार्षिक पेंशन के बदले बंगाल, बिहार और उड़ीसा के दीवानी अधिकार प्राप्त किए। अतः सभी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1773 के रेगुलेटिंग एक्ट (Regulating Act of 1773) के प्रमुख प्रावधानों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 के गवर्नर पद को 'बंगाल का गवर्नर-जनरल' नाम दिया गया और वॉरेन हेस्टिंग्स पहले गवर्नर-जनरल बने।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गवर्नर-जनरल की सहायता हेतु 4 सदस्यीय कार्यकारी परिषद (Executive Council) का गठन किया गया, जिसमें निर्णय बहुमत से लिए जाते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1774 में फोर्ट विलियम (कलकत्ता) में सुप्रीम कोर्ट ऑफ ज्यूडिकेचर की स्थापना हुई, जिसके प्रथम मुख्य न्यायाधीश सर एलिजा इम्पे बने।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कोर्ट ऑफ डायरेक्टर्स को कंपनी के राजस्व, दीवानी व सैन्य मामलों की सीधी रिपोर्ट बंगाल के गवर्नर-जनरल को प्रस्तुत करने का निर्देश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कोर्ट ऑफ डायरेक्टर्स को कंपनी के राजस्व, दीवानी व सैन्य मामलों की सीधी रिपोर्ट बंगाल के गवर्नर-जनरल को प्रस्तुत करने का निर्देश दिया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बंगाल के गवर्नर पद को 'बंगाल का गवर्नर-जनरल' नाम दिया गया और वॉरेन हेस्टिंग्स पहले गवर्नर-जनरल बने।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गवर्नर-जनरल की सहायता हेतु 4 सदस्यीय कार्यकारी परिषद (Executive Council) का गठन किया गया, जिसमें निर्णय बहुमत से लिए जाते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1774 में फोर्ट विलियम (कलकत्ता) में सुप्रीम कोर्ट ऑफ ज्यूडिकेचर की स्थापना हुई, जिसके प्रथम मुख्य न्यायाधीश सर एलिजा इम्पे बने।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1773 का रेगुलेटिंग एक्ट ब्रिटिश संसद द्वारा ईस्ट इंडिया कंपनी के भारतीय मामलों पर संसदीय नियंत्रण स्थापित करने का पहला प्रत्यक्ष कानूनी प्रयास था। इसके तहत बंगाल के गवर्नर को तीनों प्रेसीडेंसियों (बंगाल, बंबई, मद्रास) का सर्वोच्च प्रशासनिक अधिकारी 'गवर्नर-जनरल ऑफ बंगाल' बनाया गया तथा लॉर्ड वॉरेन हेस्टिंग्स पहले गवर्नर-जनरल बने। गवर्नर-जनरल की सहायता के लिए 4 सदस्यीय परिषद (फिलिप फ्रांसिस, क्लेवरिंग, मॉनसन, बारवेल) बनाई गई जिसमें निर्णय बहुमत से होते थे। 1774 में कलकत्ता में सुप्रीम कोर्ट स्थापित हुआ जिसमें मुख्य न्यायाधीश सर एलिजा इम्पे तथा तीन अन्य न्यायाधीश (रॉबर्ट चैंबर्स, स्टीफन सीज़र लेमेस्टर, जॉन हाइड) थे। इस अधिनियम में स्पष्ट कानूनी निर्देश था कि कंपनी का संचालन निकाय 'कोर्ट ऑफ डायरेक्टर्स' भारत के राजस्व, नागरिक और सैन्य मामलों की समस्त रिपोर्ट ब्रिटिश सरकार (क्राउन) को प्रस्तुत करेगा, न कि गवर्नर-जनरल को। अतः विकल्प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1784 के पिट्स इंडिया एक्ट (Pitt's India Act of 1784) के संदर्भ में निम्नलिखित कथनों पर विचार कीजिए: A. इस अधिनियम द्वारा ब्रिटेन में 6 सदस्यीय 'बोर्ड ऑफ कंट्रोल' (नियंत्रण बोर्ड) की स्थापना कर द्वैध शासन प्रणाली (Double Government) स्थापित की गई। B. कंपनी के व्यापारिक मामले 'कोर्ट ऑफ डायरेक्टर्स' के पास रहे, जबकि नागरिक, सैन्य और राजस्व (प्रशासनिक) मामले 'बोर्ड ऑफ कंट्रोल' के अधीन कर दिए गए। C. गवर्नर-जनरल की कार्यकारी परिषद के सदस्यों की संख्या 4 से घटाकर 3 कर दी गई, जिसमें एक स्थान कमांडर-इन-चीफ के लिए आरक्षित था। D. इस अधिनियम में पहली बार भारत में कंपनी के अधीन क्षेत्रों को 'भारत में ब्रिटिश संपत्ति' (British Possessions in India) नाम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प्रधानमंत्री विलियम पिट जूनियर द्वारा प्रस्तुत 1784 का पिट्स इंडिया एक्ट 1773 के रेगुलेटिंग एक्ट के दोषों को दूर करने तथा कंपनी पर क्राउन का प्रभावी नियंत्रण स्थापित करने हेतु लाया गया था। इसने कंपनी के वाणिज्यिक और राजनीतिक कार्यों को पूरी तरह अलग कर दिया। राजनीतिक, सैन्य और राजस्व नियंत्रण हेतु 6 सदस्यीय 'बोर्ड ऑफ कंट्रोल' (जिसमें राज्य सचिव, चांसलर ऑफ एक्सचेकर और 4 प्रिवी काउंसलर शामिल थे) गठित किया गया, जबकि व्यापारिक अधिकार 'कोर्ट ऑफ डायरेक्टर्स' के पास रहे। गवर्नर-जनरल की परिषद के सदस्यों की संख्या 4 से घटाकर 3 की गई ताकि गतिरोध की स्थिति में गवर्नर-जनरल अपने निर्णायक मत (Casting Vote) का प्रभावी प्रयोग कर सके। इस अधिनियम ने मद्रास और बंबई प्रेसीडेंसी पर बंगाल का नियंत्रण सुदृढ़ किया और पहली बार भारत में कंपनी के अधिकृत क्षेत्र को आधिकारिक तौर पर 'ब्रिटिश अधिकृत भारतीय क्षेत्र' (British Possessions in India) नाम दिया गया।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काल की भू-राजस्व नीतियों (Land Revenue Systems) एवं उनसे जुड़े प्रमुख व्यक्तित्वों का सही मिलान कीजिए: सूची-I: सूची-I: A. स्थायी बंदोबस्त (Permanent Settlement, 1793) B. रैयतवाड़ी व्यवस्था (Ryotwari System, 1820) C. महालवाड़ी व्यवस्था (Mahalwari System, 1822/1833) D. सूर्यास्त का नियम (Sunset Law) सूची-II: 1. लॉर्ड कॉर्नवालिस एवं जॉन शोर (ब्रिटिश भारत का लगभग 19% क्षेत्र) 2. थॉमस मुनरो एवं कैप्टन अलेक्जेंडर रीड (ब्रिटिश भारत का 51% क्षेत्र) 3. हॉल्ट मैकेंज़ी एवं रॉबर्ट मार्टिन्स बर्ड (ब्रिटिश भारत का 30% क्षेत्र) 4. स्थायी बंदोबस्त में निर्धारित तिथि तक सूर्यास्त से पूर्व कर जमा न करने पर जमींदारी नीलामी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कॉर्नवालिस ने 1793 में सर जॉन शोर की योजना के आधार पर बंगाल, बिहार, उड़ीसा, वाराणसी और उत्तरी कर्नाटक में स्थायी बंदोबस्त (जमींदारी प्रणाली) लागू किया, जिसमें जमींदारों को भूमि का वंशानुगत स्वामी मानकर 10/11 भाग कंपनी और 1/11 भाग जमींदार के लिए निश्चित किया गया तथा 'सनसेट क्लॉज' के तहत तय तिथि पर सूर्यास्त से पहले लगान न चुकाने पर जमींदारी नीलाम कर दी जाती थी। रैयतवाड़ी प्रणाली कैप्टन रीड (1792 में बारामहल) और थॉमस मुनरो (1820) द्वारा मद्रास, बंबई और असम में लागू की गई, जिसमें किसान (रैयत) को सीधे भूमि का मालिक मानकर 20-30 वर्षों में पुनर्मूल्यांकन की व्यवस्था थी। महालवाड़ी प्रणाली हॉल्ट मैकेंज़ी (1822) और आर.एम. बर्ड (1833, उत्तर भारत में भू-राजस्व व्यवस्था का जनक) द्वारा संयुक्त प्रांत (यूपी), पंजाब और मध्य प्रांत में संपूर्ण ग्राम (महाल) पर सामूहिक रूप से लागू की गई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लॉर्ड वेलेस्ली की 'सहायक संधि प्रणाली' (Subsidiary Alliance System, 1798-1805) के संदर्भ में निम्नलिखित कथनों पर विचार कीजिए: A. भारतीय राज्य को अपने क्षेत्र में ब्रिटिश सेना रखनी होती थी और उसके भरण-पोषण हेतु नकद धन या क्षेत्र समर्पित करना पड़ता था। B. संबंधित राज्य को अपनी विदेश नीति कंपनी को सौंपनी होती थी और वह गवर्नर-जनरल की पूर्व अनुमति के बिना किसी अन्य राज्य से युद्ध या संधि नहीं कर सकता था। C. भारतीय शासक को अपने दरबार में एक ब्रिटिश रेजीडेंट रखना अनिवार्य था और सभी गैर-अंग्रेज यूरोपीय लोगों को सेवा से निष्कासित करना होता था। D. सहायक संधि स्वीकार करने वाले राज्यों का सही कालक्रम: हैदराबाद (1798), मैसूर (1799), तंजौर (1799), अवध (1801), पेशवा (1802), भोंसले (1803), सिंधिया (1804)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वेलेस्ली (1798-1805) ने फ्रांसीसी प्रभाव को समाप्त करने और ब्रिटिश सर्वोच्चता स्थापित करने के लिए सहायक संधि प्रणाली को व्यापक रूप दिया (यद्यपि इसका प्रारंभिक प्रयोग फ्रांसीसी गवर्नर डुप्ले ने किया था)। इस संधि के तहत भारतीय शासकों ने अपनी बाह्य संप्रभुता त्याग दी, अपनी स्वतंत्र सेना भंग कर ब्रिटिश सहायक सेना रखी और आंतरिक मामलों में ब्रिटिश रेजीडेंट का हस्तक्षेप स्वीकार किया। कंपनी ने इसके बदले राज्यों को बाह्य आक्रमणों और आंतरिक विद्रोहों से सुरक्षा का आश्वासन दिया। इस व्यवस्था को स्वीकार करने वाले प्रमुख राज्यों का सही कालक्रम हैदराबाद (1798 व 1800), मैसूर (चतुर्थ आंग्ल-मैसूर युद्ध 1799 के बाद), तंजौर (1799), अवध (1801), पेशवा बाजीराव द्वितीय (बसीन की संधि 1802), भोंसले (देवगांव की संधि 1803), सिंधिया (सुरजी-अर्जुनगांव 1803) तथा जोधपुर, जयपुर, भरतपुर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लॉर्ड डलहौजी की 'हड़प नीति' (Doctrine of Lapse / व्यपगत सिद्धांत) के संदर्भ में निम्नलिखित कथनों पर विचार कीजिए: A. इस नीति के तहत यदि किसी आश्रित रियासत के शासक की बिना प्राकृतिक पुरुष उत्तराधिकारी के मृत्यु हो जाती थी, तो गोद लिए पुत्र को राजनीतिक उत्तराधिकार नहीं मिलता था। B. हड़प नीति के तहत विलय किए गए राज्यों का सही कालानुक्रम: सतारा (1848), संबलपुर व जैतपुर (1849), बघाट (1850), उदयपुर (1852), झांसी (1853/1854), नागपुर (1854) है। C. अवध का 1856 में ब्रिटिश साम्राज्य में विलय 'हड़प नीति' के अंतर्गत नहीं, बल्कि आउट्रम रिपोर्ट के आधार पर 'कुशासन' (Misgovernance) का आरोप लगाकर किया गया था। D. 1857 के विद्रोह से पूर्व हड़प नीति के तहत विलय किया जाने वाला अंतिम प्रमुख राज्य झांसी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डलहौजी (1848-1856) ने कंपनी के साम्राज्य विस्तार हेतु 'व्यपगत का सिद्धांत' (Doctrine of Lapse) लागू किया। इसके तहत भारतीय राज्यों को तीन श्रेणियों में बांटा गया था और ब्रिटिश संरक्षण में बने राज्यों को बिना पूर्व अनुमति दत्तक पुत्र लेने का अधिकार समाप्त कर दिया गया। सतारा (1848) इस नीति का पहला शिकार बना, जिसके बाद संबलपुर व जैतपुर (1849), बघाट (1850), उदयपुर-एमपी (1852), झांसी (1853-54) और नागपुर (1854) का विलय हुआ। नागपुर (1854) हड़प नीति के तहत विलय होने वाला अंतिम प्रमुख राज्य था (झांसी 1853 में हुआ था, अतः कथन D गलत है)। अवध का विलय फरवरी 1856 में नवाब वाजिद अली शाह पर रेजिडेंट जेम्स आउट्रम की रिपोर्ट के आधार पर कुशासन का आरोप लगाकर किया गया था, जो 1857 के विद्रोह का एक प्रमुख कारण बना।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1857 के महान विद्रोह के प्रमुख केंद्रों और उनके विद्रोही नेतृत्वकर्ताओं के संदर्भ में निम्नलिखित युग्मों पर विचार कीजिए: A. दिल्ली: औपचारिक नेतृत्व बहादुर शाह ज़फ़र, वास्तविक सैन्य कमान जनरल बख्त खां B. कानपुर: नाना साहेब (धोंधू पंत), तात्या टोपे (रामचंद्र पांडुरंग) एवं अजीमुल्लाह खां C. लखनऊ (अवध): बेगम हज़रत महल एवं बृजिस क़ाद्र D. बिहार (जगदीशपुर): बाबू कुंवर सिंह एवं अमर सिंह; बरेली: खान बहादुर खां; फैजाबाद: मौलवी अहमदुल्लाह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क्रांति का 10 मई 1857 को मेरठ छावनी से प्रारंभ हुआ। दिल्ली में 82 वर्षीय मुग़ल सम्राट बहादुर शाह द्वितीय को भारत का सम्राट घोषित किया गया, लेकिन वास्तविक सैन्य शक्ति बरेली से आए जनरल बख्त खां के अधीन 10 सदस्यीय प्रशासनिक परिषद के पास थी, जिन्हें 'साहिब-ए-आलम बहादुर' की उपाधि मिली थी। कानपुर में अंतिम पेशवा बाजीराव द्वितीय के दत्तक पुत्र नाना साहेब ने कमान संभाली, जिनके प्रमुख सैन्य सलाहकार तात्या टोपे और कूटनीतिक सलाहकार अजीमुल्लाह खां (जिन्हें क्रांति प्रचारक व 'भारतीय मैकियावेली' कहा गया) थे। लखनऊ में बेगम हज़रत महल ने अपने अल्पवयस्क पुत्र बृजिस क़ाद्र को नवाब घोषित कर विद्रोह का संचालन किया। बिहार के जगदीशपुर में 80 वर्षीय ज़मींदार कुंवर सिंह ने अंग्रेजों को कड़ी टक्कर दी, जबकि बरेली में रुहेला शासक के वंशज खान बहादुर खां तथा फैजाबाद में मौलवी अहमदुल्लाह ने विद्रोह का नेतृत्व किया। अतः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विद्रोह के दौरान दिल्ली पर ब्रिटिश सेना द्वारा पुनः अधिकार करने तथा बहादुर शाह ज़फ़र के संदर्भ में निम्नलिखित में से कौन-सा तथ्य ऐतिहासिक रूप से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दिल्ली पर अंग्रेजों ने 20 सितंबर 1857 को भीषण संघर्ष के बाद पुनः कब्जा किया, जिसमें अंग्रेज सेनापति जॉन निकोलसन घातक रूप से घायल हुआ।</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लेफ्टिनेंट हडसन ने हुमायूं के मकबरे से बहादुर शाह के शहजादों (मिर्जा मुगल, मिर्जा खिज्र सुल्तान) को पकड़कर कत्ल कर दिया।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बहादुर शाह ज़फ़र को आजीवन कारावास हेतु रंगून (बर्मा) निर्वासित किया गया, जहाँ 1862 ई. में उनकी मृत्यु हो गई।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पूर्णतः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पूर्णतः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दिल्ली पर अंग्रेजों ने 20 सितंबर 1857 को भीषण संघर्ष के बाद पुनः कब्जा किया, जिसमें अंग्रेज सेनापति जॉन निकोलसन घातक रूप से घायल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लेफ्टिनेंट हडसन ने हुमायूं के मकबरे से बहादुर शाह के शहजादों (मिर्जा मुगल, मिर्जा खिज्र सुल्तान) को पकड़कर कत्ल कर 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बहादुर शाह ज़फ़र को आजीवन कारावास हेतु रंगून (बर्मा) निर्वासित किया गया, जहाँ 1862 ई. में उनकी मृत्यु हो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विद्रोह के दमन का निर्णायक मोड़ दिल्ली की पुनर्विजय थी। अंग्रेज सेनापति जॉन निकोलसन, सर अर्चिडेल विल्सन और कर्नल बेयर्ड स्मिथ के नेतृत्व में लंबी घेराबंदी के बाद 20 सितंबर 1857 को दिल्ली पर अंग्रेजों का पुनः कब्जा हुआ। इस संघर्ष में जॉन निकोलसन मारा गया। लेफ्टिनेंट हडसन ने हुमायूं के मकबरे के पास आत्मसमर्पण कराने के बाद मुग़ल राजकुमारों (मिर्जा मुगल, मिर्जा खिज्र सुल्तान, मिर्जा अबू बक्र) को गोली मार दी। बहादुर शाह ज़फ़र और उनकी बेगम ज़ीनत महल पर मुकदमा चलाकर उन्हें रंगून (म्यांमार) निर्वासित कर दिया गया, जहाँ 7 नवंबर 1862 को अंतिम मुग़ल बादशाह की मृत्यु हो गई। दिल्ली के पतन के साथ ही मुग़ल राजवंश का औपचारिक अंत हो गया और उत्तर भारत में विद्रोह की केंद्रीय धुरी टूट गई।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1857 के विद्रोह की असफलता के प्रमुख कारणों के संदर्भ में निम्नलिखित कथनों पर विचार कीजिए: A. विद्रोह का प्रसार भौगोलिक रूप से सीमित था; पूर्वी, दक्षिणी और पश्चिमी भारत के अधिकांश भाग तथा पंजाब व सिंध इससे अछूते रहे। B. भारतीय समाज के प्रभावशाली वर्गों-बड़े जमींदारों, साहूकारों, व्यापारियों और आधुनिक शिक्षित मध्यम वर्ग ने विद्रोह का सक्रिय समर्थन किया। C. ग्वालियर के सिंधिया, इंदौर के होल्कर, हैदराबाद के निज़ाम, पटियाला व कश्मीर के शासकों ने अंग्रेजों को सक्रिय वित्तीय व सैन्य सहायता प्रदान की। D. विद्रोहियों के पास एक सुसंगत राष्ट्रीय विचारधारा, आधुनिक हथियार तथा कुशल केंद्रीय संगठन एवं संचार तंत्र का अभाव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विद्रोह अनेक कारणों से असफल रहा। इसका भौगोलिक प्रसार मुख्य रूप से उत्तर एवं मध्य भारत (दिल्ली, अवध, रुहेलखंड, बिहार, बुंदेलखंड) तक सीमित था, जबकि दक्षिण भारत, पूर्वी भारत और पश्चिमी भारत बड़े पैमाने पर शांत रहे। सबसे बड़ी कमजोरी यह थी कि शिक्षित मध्यम वर्ग (जो ब्रिटिश शासन को आधुनिकता का अग्रदूत मानता था), बड़े व्यापारी तथा साहूकार विद्रोह से पूरी तरह अलग रहे (अतः कथन B गलत है)। तत्कालीन गवर्नर-जनरल लॉर्ड कैनिंग ने स्वीकार किया था कि यदि सिंधिया और हैदराबाद के निज़ाम जैसे देशी शासकों ने 'तूफान में तरंग-अवरोधक' (Breakwaters in Storm) की भूमिका न निभाई होती, तो हमारा शासन बह गया होता। विद्रोहियों के पास व्यक्तिगत निष्ठाएं थीं लेकिन भविष्य की कोई वैकल्पिक राजनीतिक संरचना या एकीकृत आधुनिक राष्ट्रीय विचार नहीं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एवं 19वीं शताब्दी के प्रारंभिक नागरिक, जनजातीय एवं किसान विद्रोहों के संदर्भ में निम्नलिखित कथनों पर विचार कीजिए: A. दक्षिण भारत में 'पॉलिगर विद्रोह' (1799-1805) अत्यधिक भू-राजस्व और पारंपरिक स्वायत्तता छीने जाने के विरुद्ध वीरपांड्य कट्टाबोम्मन और मरुदु बंधुओं द्वारा लड़ा गया। B. पश्चिमी घाट (महाराष्ट्र) में 'रामोसी विद्रोह' (1822) चित्तर सिंह के नेतृत्व में तथा 1826-29 में उमाजी नाइक के नेतृत्व में हुआ। C. बिहार/झारखंड में 'संथाल विद्रोह' (1855-1856) का नेतृत्व सिद्धू, कान्हू, चांद और भैरव ने दीकुओं (बाहरी शोषकों) और साहूकारों के विरुद्ध किया। D. आंध्र प्रदेश के विशाखापत्तनम क्षेत्र में 'कोंडा डोरा विद्रोह' (1922-1924) का नेतृत्व तपस्वी अल्लूरी सीताराम राजू ने मुट्ठादारों के शोषण के विरुद्ध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औपनिवेशिक शोषण के विरुद्ध 1857 से पूर्व और पश्चात् अनेक स्थानीय प्रतिरोध हुए। तमिलनाडु के तिरुनेलवेली क्षेत्र में नायक शासकों के सैन्य सरदारों (पॉलिगरों) ने वीरपांड्य कट्टाबोम्मन (पंचालंकुरिची) और शिवगंगा के मरुदु पांडियन बंधुओं के नेतृत्व में 1799-1805 तक दो पॉलियार युद्ध लड़े। महाराष्ट्र के सतारा-पुणे क्षेत्र में पेशवाओं के अधीन पुलिस कार्य करने वाले रामोसियों ने मराठा साम्राज्य के पतन के बाद बेरोजगारी व भारी करों के खिलाफ चित्तर सिंह (1822) और उमाजी नाइक के नेतृत्व में विद्रोह किया। 30 जून 1855 को भोगनाडीह से संथालों ने 'दामिन-ए-कोह' क्षेत्र में महाजनों व ब्रिटिश अधिकारियों के खिलाफ 'हुल' (संथाल विद्रोह) शुरू किया जिसके नेता सिद्धू-कान्हू थे। 1922-24 में रम्पा/कोंडा डोरा क्षेत्र में अल्लूरी सीताराम राजू (तपस्वी रामराजू) ने शोषणकारी वन कानूनों व बेगार के खिलाफ छापामार युद्ध लड़ा।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1902 में लॉर्ड कर्जन द्वारा विश्वविद्यालयों की स्थिति की समीक्षा और उच्च शिक्षा सुधारों की सिफारिश हेतु गठित आयोग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थॉमस रैले (Thomas Raleigh)</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विलियम हंटर (William Hunter)</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चार्ल्स वुड (Charles Wood)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माइकल सैडलर (Michael Sadler)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 थॉमस रैले (Thomas Raleigh)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विलियम हंटर (William Hunter)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चार्ल्स वुड (Charles Wood)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माइकल सैडलर (Michael Sadler)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1902 में लॉर्ड कर्जन ने भारतीय विश्वविद्यालयों की दशा की जांच करने, उनके स्तर को सुधारने और उनके सांगठनिक ढांचे में संशोधन के सुझाव देने हेतु सर थॉमस रैले की अध्यक्षता में 'रैले आयोग' (विश्वविद्यालय आयोग) का गठन किया, जिसमें सैयद हुसैन बिलग्रामी और जस्टिस गुरुदास बनर्जी दो भारतीय सदस्य शामिल थे। इस आयोग की सिफारिशों के आधार पर 'भारतीय विश्वविद्यालय अधिनियम, 1904' (Indian Universities Act, 1904) पारित किया गया। इस अधिनियम के तहत विश्वविद्यालयों में सीनेट और सिंडिकेट पर सरकारी नियंत्रण बढ़ा दिया गया, अशासकीय कॉलेजों के संबद्धता नियमों को कठोर किया गया तथा उच्च शिक्षा की स्वायत्तता को सीमित कर दिया गया, जिसकी राष्ट्रवादी नेताओं ने तीखी आलोचना की। हंटर आयोग 1882 में प्राथमिक शिक्षा हेतु तथा सैडलर आयोग 1917 में कलकत्ता विश्वविद्यालय हेतु गठित हुआ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1901 में लॉर्ड कर्जन के कार्यकाल के दौरान अकालों से सुरक्षा और कृषि उत्पादकता बढ़ाने हेतु गठित 'भारतीय सिंचाई आयोग'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कॉलिन स्कॉट-मॉनक्रीफ (Colin Scott-Moncrieff)</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एंटनी मैकडोनेल (Antony MacDonnell)</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एंड्रयू फ्रेजर (Andrew Fraser)</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जेम्स लायल्स (James Lyall)</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कॉलिन स्कॉट-मॉनक्रीफ (Colin Scott-Moncrieff)</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एंटनी मैकडोनेल (Antony MacDonnell)</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एंड्रयू फ्रेजर (Andrew Fraser)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जेम्स लायल्स (James Lyall)</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1899-1900 के भीषण अकाल के बाद लॉर्ड कर्जन ने पूरे भारत में जल संसाधनों के प्रबंधन और सिंचाई तंत्र के विकास हेतु 1901 में सर कॉलिन स्कॉट-मॉनक्रीफ की अध्यक्षता में 'भारतीय सिंचाई आयोग' (Irrigation Commission) की नियुक्ति की। इस आयोग ने 1903 में अपनी रिपोर्ट सौंपी, जिसमें नहरों के निर्माण, अतिरिक्त 65 लाख एकड़ क्षेत्र की सिंचाई तथा विशेषकर पंजाब, सिंध और दक्कन में विस्तृत सिंचाई अवसंरचना की दीर्घकालिक रणनीतियों की सिफारिश की गई थी। इसके अतिरिक्त कर्जन ने 1900 में सर एंटनी मैकडोनेल की अध्यक्षता में 'अकाल आयोग' (Famine Commission) तथा 1902 में सर एंड्रयू फ्रेजर की अध्यक्षता में 'पुलिस सुधार आयोग' (Police Commission) का गठन किया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1835 के प्रेस अधिनियम को पारित कर 1823 के कठोर अनुज्ञप्ति नियमों (Licensing Regulations) को निरस्त करने के कारण किस गवर्नर-जनरल को "भारतीय प्रेस का मुक्तिदाता" (Liberator of the Indian Press)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विलियम बेंटिंक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चार्ल्स मेटकाफ (Charles Metcalfe)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ऑकलैंड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डलहौजी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चार्ल्स मेटकाफ (Charles Metcalfe)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विलियम बेंटिंक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ऑकलैंड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डलहौजी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कार्यवाहक गवर्नर-जनरल सर चार्ल्स मेटकाफ (1835-1836) ने भारत में प्रेस की स्वतंत्रता की दिशा में युगांतरकारी कदम उठाया। उन्होंने 1823 में जॉन एडम्स द्वारा लागू किए गए कठोर और दमनकारी 'प्रेस ऑर्डिनेंस' (जिसके कारण राजा राममोहन राय को अपनी फारसी पत्रिका 'मिरात-उल-अखबार' का प्रकाशन बंद करना पड़ा था) को निरस्त कर दिया। मेटकाफ ने प्रसिद्ध 'प्रेस एक्ट, 1835' (अधिनियम XI) पारित किया, जिसके तहत मुद्रक और प्रकाशक को केवल प्रेस के स्थान की एक सामान्य घोषणा करना पर्याप्त था। इस अत्यंत उदारवादी नीति द्वारा भारतीय समाचार पत्रों के तीव्र विकास का मार्ग प्रशस्त हुआ, जिसके फलस्वरूप चार्ल्स मेटकाफ को 'भारतीय प्रेस का मुक्तिदाता' की उपाधि से सम्मानित किया गया।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1883 के प्रसिद्ध 'इल्बर्ट बिल विवाद' (Ilbert Bill Controversy) के संदर्भ में निम्नलिखित कथनों पर विचार कीजिए: A. यह विधेयक लॉर्ड रिपन के कार्यकाल में उनकी विधि सदस्य सर सी.पी. इल्बर्ट द्वारा तैयार किया गया था। B. इसका उद्देश्य भारतीय जिला मजिस्ट्रेटों और सत्र न्यायाधीशों को यूरोपीय (ब्रिटिश) अपराधियों पर मुकदमा चलाने का अधिकार देकर न्यायिक भेदभाव समाप्त करना था। C. भारत में रहने वाले यूरोपीय और एंग्लो-इंडियन समुदाय ने इसके विरोध में 'यूरोपीय रक्षा संघ' (European Defence Association) बनाकर हिंसक आंदोलन किया। D. तीव्र विरोध के कारण 1884 में संशोधित विधेयक में प्रावधान किया गया कि यूरोपीय अभियुक्तों को कम से कम आधी यूरोपीय सदस्यों वाली जूरी द्वारा विचारण की मांग करने का अधिकार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रिपन (1880-1884) के कार्यकाल में प्रस्तुत इल्बर्ट बिल औपनिवेशिक भारत का अत्यंत महत्वपूर्ण राजनीतिक घटनाक्रम था। उस समय नस्लीय आधार पर भारतीय जजों को यूरोपीय नागरिकों के मुकदमों की सुनवाई का अधिकार नहीं था। सर कर्टनी इल्बर्ट ने इस भेदभाव को दूर करने हेतु 1883 में बिल पेश किया। इसके विरोध में कलकत्ता और असम के चाय बागान मालिकों तथा यूरोपीय समुदाय ने संगठित 'श्वेत विद्रोह' (White Mutiny) किया और रिपन का बहिष्कार किया। अंततः सरकार झुक गई और जनवरी 1884 में समझौतावादी संशोधन किया गया, जिसके तहत यूरोपीय अभियुक्त 12 सदस्यीय जूरी की मांग कर सकते थे जिसमें कम से कम 7 सदस्य यूरोपीय हों। इस विवाद ने भारतीयों को यह स्पष्ट संदेश दिया कि अंग्रेजों से अपने अधिकार मांगने के लिए एक अखिल भारतीय राजनीतिक संगठन की अनिवार्य आवश्यकता है, जिसने 1885 में कांग्रेस की स्थापना की पृष्ठभूमि तैयार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1945-1946 के ऐतिहासिक 'आजाद हिंद फौज (INA) लाल किला मुकदमों' के संदर्भ में निम्नलिखित कथनों पर विचार कीजिए: A. पहला ऐतिहासिक मुकदमा नवंबर 1945 में दिल्ली के लाल किले में कर्नल प्रेम सहगल, कर्नल गुरबख्श सिंह ढिल्लन और मेजर शाहनवाज खान पर चलाया गया। B. विद्रोही INA अधिकारियों की पैरवी हेतु कांग्रेस द्वारा गठित बचाव पक्ष की अधिवक्ता टीम का नेतृत्व भूलाभाई देसाई ने किया। C. बचाव पक्ष की विधिक टीम में जवाहरलाल नेहरू, तेज बहादुर सप्रू, आसफ अली, कैलाश नाथ काटजू और शरत चंद्र बोस शामिल थे। D. ब्रिटिश सरकार ने जनआक्रोश और सेना में असंतोष के बावजूद तीनों अधिकारियों को दी गई मृत्युदंड की सजा को क्रियान्वित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विश्व युद्ध की समाप्ति के बाद ब्रिटिश सरकार ने लाल किले में आजाद हिंद फौज (INA) के युद्धबंदियों पर राजद्रोह और हत्या के आरोप में सैन्य अदालत (Court Martial) में मुकदमा चलाया। 5 से 11 नवंबर 1945 के बीच चले पहले ट्रायल में हिंदू (प्रेम सहगल), सिख (गुरबख्श ढिल्लन) और मुस्लिम (शाहनवाज खान) तीनों समुदायों के वरिष्ठ सैन्य अधिकारियों पर एक साथ मुकदमा चला, जिससे पूरे देश में अभूतपूर्व राष्ट्रीय एकता व जनउभार देखा गया। कांग्रेस ने 'INA रक्षा समिति' बनाई, जिसके मुख्य प्रवक्ता भूलाभाई देसाई थे और 25 वर्षों बाद जवाहरलाल नेहरू ने पहली बार वकीलों का गाउन पहना। जनदबाव और संभावित सैन्य विद्रोह को देखते हुए तत्कालीन कमांडर-इन-चीफ सर क्लॉड ऑचिनलेक ने अपने विशेषाधिकार का प्रयोग करते हुए तीनों की सजा को पूरी तरह माफ कर दिया (अतः कथन D गलत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18-23 फरवरी 1946 के दौरान हुए ऐतिहासिक 'रॉयल इंडियन नेवी (RIN) विद्रोह' की शुरुआत बंबई बंदरगाह पर किस नौसैनिक जहाज (HMIS) से हुई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एच.एम.आई.एस. तलवार (HMIS Talwar)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एच.एम.आई.एस. हिंदुस्तान (HMIS Hindustan)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एच.एम.आई.एस. अकबर (HMIS Akbar)</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एच.एम.आई.एस. शमशेर (HMIS Shamsher)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एच.एम.आई.एस. तलवार (HMIS Talwar)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एच.एम.आई.एस. हिंदुस्तान (HMIS Hindustan)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एच.एम.आई.एस. अकबर (HMIS Akbar)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एच.एम.आई.एस. शमशेर (HMIS Shamsher)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रॉयल इंडियन नेवी (शाही भारतीय नौसेना) का विद्रोह 18 फरवरी 1946 को बंबई बंदरगाह पर स्थित प्रशिक्षण पोत 'HMIS तलवार' के लगभग 1,100 नौसैनिकों (Ratings) द्वारा शुरू किया गया। विद्रोह का तात्कालिक कारण घटिया भोजन, नस्लीय भेदभाव, अंग्रेज अधिकारियों द्वारा दुर्व्यवहार तथा बी.सी. दत्त द्वारा जहाज पर 'भारत छोड़ो' लिखने के कारण गिरफ्तारी थी। यह विद्रोह कराची में 'HMIS हिंदुस्तान' तथा कलकत्ता, मद्रास, विशाखापट्टनम सहित 78 जहाजों और 20 तटवर्ती प्रतिष्ठानों में 20,000 नाविकों तक फैल गया। नौसैनिकों ने एम.एस. खान के नेतृत्व में 'नौसेना केंद्रीय हड़ताल समिति' बनाई और अपने जहाजों पर कांग्रेस, मुस्लिम लीग और कम्युनिस्ट पार्टी के झंडे एक साथ फहराए। अंततः 23 फरवरी 1946 को सरदार वल्लभभाई पटेल और मोहम्मद अली जिन्ना के आश्वासन पर उन्होंने आत्मसमर्पण किया।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1946 के 'कैबिनेट मिशन' (Cabinet Mission Plan) के सदस्यों एवं मुख्य प्रस्तावों के संदर्भ में निम्नलिखित कथनों पर विचार कीजिए: A. कैबिनेट मिशन 24 मार्च 1946 को भारत पहुंचा, जिसमें पैथिक लॉरेंस (भारत सचिव), स्टैफोर्ड क्रिप्स (व्यापार बोर्ड अध्यक्ष) और ए.वी. अलेक्जेंडर (नौसेना प्रमुख) शामिल थे। B. तत्कालीन वायसराय लॉर्ड वेवेल कैबिनेट मिशन के आधिकारिक तीन ब्रिटिश कैबिनेट सदस्यों में शामिल नहीं थे। C. मिशन ने पृथक पाकिस्तान की मांग को औपचारिक रूप से खारिज कर दिया और एक अविभाजित भारतीय संघ (Union of India) का प्रस्ताव रखा। D. संघ के पास केवल तीन विषय-रक्षा, विदेश मामले और संचार होंगे, जबकि शेष सभी अवशिष्ट शक्तियां (Residuary Powers) प्रांतों में निहित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प्रधानमंत्री क्लीमेंट एटली ने 1946 में भारत की संवैधानिक गतिरोध को समाप्त करने हेतु तीन सदस्यीय कैबिनेट मिशन भारत भेजा, जिसके अध्यक्ष लॉर्ड पैथिक लॉरेंस थे तथा सर स्टैफोर्ड क्रिप्स और ए.वी. अलेक्जेंडर सदस्य थे (वायसराय लॉर्ड वेवेल ने इसमें मध्यस्थ की भूमिका निभाई किंतु वे कैबिनेट सदस्य नहीं थे)। 16 मई 1946 को घोषित योजना में मिशन ने पाकिस्तान की मांग को अव्यावहारिक बताते हुए खारिज किया। इसने त्रि-स्तरीय संघीय ढांचे की सिफारिश की जिसमें केंद्र केवल रक्षा, विदेश और संचार देखेगा तथा संघ के पास इसके लिए कर लगाने की शक्ति होगी। अन्य सभी विषय और अवशिष्ट शक्तियां प्रांतों के पास रखी गईं। देशी रियासतों पर ब्रिटिश सर्वोच्चता (Paramountcy) समाप्त करने और संविधान सभा के गठन का मार्ग प्रशस्त किया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कैबिनेट मिशन योजना, 1946 के 'प्रांतीय समूहीकरण' (Grouping of Provinces) तथा मतदान प्रणाली के संदर्भ में निम्नलिखित कथनों पर विचार कीजिए: A. प्रांतों को तीन वर्गों में विभाजित किया गया: वर्ग 'A' (हिंदू बहुल - मद्रास, बंबई, संयुक्त प्रांत, बिहार, मध्य प्रांत, उड़ीसा), वर्ग 'B' (मुस्लिम बहुल - पंजाब, पश्चिमोत्तर सीमा प्रांत, सिंध) और वर्ग 'C' (बंगाल एवं असम)। B. संघीय विधायिका में किसी प्रमुख सांप्रदायिक मुद्दे पर निर्णय हेतु 'त्रैतीय बहुमत' (उपस्थित कुल सदस्य, हिंदू सदस्य एवं मुस्लिम सदस्य तीनों का अलग-अलग बहुमत) आवश्यक था। C. संविधान सभा के सदस्यों का चुनाव प्रांतीय विधानसभाओं द्वारा अप्रत्यक्ष रूप से आनुपातिक प्रतिनिधित्व प्रणाली के एकल संक्रमणीय मत द्वारा होना था। D. मुस्लिम लीग और कांग्रेस के बीच समूहीकरण (Grouping) के अनिवार्य अथवा ऐच्छिक होने की व्याख्या पर गतिरोध उत्पन्न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के अंतर्गत प्रांतों को तीन वर्गों-A (हिंदू बहुल), B (पश्चिमोत्तर मुस्लिम बहुल) और C (पूर्वोत्तर मुस्लिम बहुल बंगाल व असम) में वर्गीकृत किया गया। प्रत्येक वर्ग को अपने प्रांतीय और समूह संविधान बनाने का अधिकार था। संघीय विधायिका में अल्पसंख्यकों के हितों की रक्षा हेतु सांप्रदायिक मामलों पर 'ट्रिपल मेजॉरिटी' का प्रावधान था। संविधान सभा में कुल 389 सदस्य (292 ब्रिटिश प्रांतों से, 93 देशी रियासतों से और 4 चीफ कमिश्नर क्षेत्रों से) आनुपातिक प्रतिनिधित्व से चुने जाने थे। कांग्रेस का मानना था कि धारा 15 के अनुसार ग्रुपिंग ऐच्छिक (Optional) है और असम या पश्चिमोत्तर प्रांत ग्रुप से बाहर रह सकते हैं, जबकि लीग इसे अनिवार्य (Compulsory) मानती थी। इसी व्याख्यात्मक टकराव के कारण कैबिनेट मिशन अंततः असफल हो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1809 ई. में ब्रिटिश ईस्ट इंडिया कंपनी और महाराजा रणजीत सिंह के मध्य हस्ताक्षरित 'अमृतसर की संधि' (शाश्वत मैत्री संधि) के समय भारत के ब्रिटिश गवर्नर-जनरल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वेलेस्ली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मिंटो प्रथम (Lord Minto 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हेस्टिंग्स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लॉर्ड कॉर्नवालिस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लॉर्ड मिंटो प्रथम (Lord Minto 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वेलेस्ली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हेस्टिंग्स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कॉर्नवालिस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अप्रैल 1809 को अमृतसर की ऐतिहासिक संधि महाराजा रणजीत सिंह और ब्रिटिश ईस्ट इंडिया कंपनी (चार्ल्स मेटकाफ के माध्यम से) के बीच हस्ताक्षरित हुई थी। उस समय भारत के गवर्नर-जनरल लॉर्ड मिंटो प्रथम (1807-1813) थे। नेपोलियन और रूस के मध्य 1807 की टिल्सिट संधि के बाद संभावित फ्रांसीसी आक्रमण की आशंका से अंग्रेजों ने यह कूटनीतिक समझौता किया। इस संधि के तहत सतलज नदी को सिख साम्राज्य और ब्रिटिश प्रभाव क्षेत्र के बीच की सीमा स्वीकार किया गया। रणजीत सिंह ने सतलज के पूर्व में स्थित सिखों की 'सिस-सतलज' रियासतों (पटियाला, नाभा, जींद आदि) पर अपना दावा छोड़ दिया, जिसके बदले अंग्रेजों ने सतलज के उत्तर-पश्चिम में रणजीत सिंह को स्वतंत्र विस्तार की छूट दी और दोनों पक्षों ने शाश्वत मित्रता का वचन दिया।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ब्रिटिश काल के दौरान गठित निम्नलिखित प्रमुख प्रशासनिक एवं सुधार आयोगों का उनके स्थापना वर्ष एवं गवर्नर-जनरल से सही मिलान कीजिए: सूची-I: सूची-I: A. रैले विश्वविद्यालय आयोग (Raleigh Commission) B. स्कॉट-मॉनक्रीफ सिंचाई आयोग (Irrigation Commission) C. हंटर शिक्षा आयोग (Hunter Education Commission) D. फ्रेजर पुलिस आयोग (Fraser Police Commission) सूची-II: 1. 1902 ई. (लॉर्ड कर्जन) 2. 1901 ई. (लॉर्ड कर्जन) 3. 1882 ई. (लॉर्ड रिपन) 4. 1902 ई. (लॉर्ड कर्जन)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काल में प्रशासनिक पुनर्गठन हेतु कई महत्वपूर्ण आयोग बने। 1882 में लॉर्ड रिपन ने सर विलियम हंटर की अध्यक्षता में प्राथमिक व माध्यमिक शिक्षा की प्रगति की समीक्षा हेतु 'हंटर आयोग' नियुक्त किया जिसने महिला शिक्षा और स्थानीय निकायों को प्राथमिक शिक्षा सौंपने पर बल दिया। लॉर्ड कर्जन के काल में 1901 में सर कॉलिन स्कॉट-मॉनक्रीफ की अध्यक्षता में 'सिंचाई आयोग' गठित हुआ जिसने नहर प्रणाली के विस्तार की योजना बनाई। 1902 में सर थॉमस रैले की अध्यक्षता में 'विश्वविद्यालय आयोग' बना जिसके आधार पर 1904 का अधिनियम आया। 1902 में ही सर एंड्रयू फ्रेजर की अध्यक्षता में 'पुलिस आयोग' गठित हुआ जिसने सीआईडी (CID) की स्थापना और पुलिस वेतन व प्रशिक्षण में सुधार की सिफारिश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1921 में संयुक्त प्रांत (वर्तमान उत्तर प्रदेश) के हरदोई, बहराइच, सीतापुर और बाराबंकी जिलों में उभरे प्रसिद्ध 'एका आंदोलन' (Eka Movement) के मुख्य नेतृत्वकर्ता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बाबा रामचंद्र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मदारी पासी (Madari Pasi)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स्वामी सहजानंद सरस्वती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यदुनंदन शर्मा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मदारी पासी (Madari Pasi)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 रामचंद्र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सहजानंद सरस्वती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यदुनंदन शर्मा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 आंदोलन (1921-1922) अवध के उत्तरी जिलों-हरदोई, बहराइच, सीतापुर और बाराबंकी में उभरा एक शक्तिशाली किसान आंदोलन था। प्रारंभ में यह असहयोग आंदोलन और खिलाफत आंदोलन की पृष्ठभूमि में कांग्रेस और खिलाफत नेताओं द्वारा शुरू किया गया था, किंतु शीघ्र ही इसका नेतृत्व 'मदारी पासी' और सहदेव जैसे स्थानीय निम्न जाति के किसान नेताओं के हाथों में आ गया। आंदोलनकारियों ने गंगा नदी के तट पर धार्मिक शपथ (एका) ली कि वे तय लगान से 50% अधिक की गैर-कानूनी वसूली नहीं देंगे, बेगार नहीं करेंगे और बेदखल की गई जमीन नहीं छोड़ेंगे। चूंकि मदारी पासी का रुख उग्र और हिंसक हो गया था, इसलिए कांग्रेस ने स्वयं को इससे अलग कर लिया और मार्च 1922 तक अधिकारियों ने कठोर सैन्य बल से इसे दबा दिया।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अगस्त 1921 में केरल के मालाबार क्षेत्र में भड़के 'मोपला विद्रोह' (Moplah Rebellion) के संदर्भ में निम्नलिखित कथनों पर विचार कीजिए: A. मोपला (मप्पिला) मुख्यतः मुस्लिम काश्तकार/किरायेदार किसान (कनक्कारन) थे, जो उच्च जाति के हिंदू जमींदारों (जन्मी) के अधीन खेती करते थे। B. 1792 में ब्रिटिश ईस्ट इंडिया कंपनी द्वारा मलाबार पर अधिकार के बाद जन्मी जमींदारों को पश्चिमी निजी संपत्ति अधिकार देकर किसानों को बेदखल करने की असीमित शक्ति दी गई। C. यह विद्रोह खिलाफत आंदोलन और असहयोग आंदोलन के साथ घनिष्ठ रूप से जुड़ा हुआ था तथा अली मुसलियार एवं कुन्हम्मद हाजी इसके प्रमुख नेता थे। D. 1921 में पोन्नानी में हुई भीषण 'वैगन ट्रेजेडी' (Wagon Tragedy) मोपला कैदियों के दम घुटने की घटना से संबंधित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मालाबार का मोपला विद्रोह (1921) 19वीं सदी से चले आ रहे कृषक असंतोष का चरम बिंदु था। मालाबार की पारंपरिक व्यवस्था में जन्मी (जमींदार) और कनक्कारन (मोपला काश्तकार) उपज साझा करते थे, लेकिन ब्रिटिश कानूनों ने जन्मी को भूमि का निरपेक्ष स्वामी बनाकर अत्यधिक लगान (75-80%) और मनमानी बेदखली के अधिकार दे दिए। 1921 में खिलाफत नेता अली मुसलियार की गिरफ्तारी की अफवाह पर विद्रोह भड़का और वरियमकुनाथ कुन्हम्मद हाजी ने समानांतर प्रशासन चलाया। कालांतर में इसने उग्र सांप्रदायिक रूप ले लिया। नवंबर 1921 में 64 मोपला कैदियों को एक बंद मालगाड़ी डिब्बे में ले जाते समय दम घुटने से मृत्यु हो गई, जिसे इतिहास में 'वैगन ट्रेजेडी' कहा जाता है। 1971 में केरल सरकार ने मोपला विद्रोहियों को स्वतंत्रता सेनानी का दर्जा दिया।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1851 ई. में स्थापित 'ब्रिटिश इंडियन एसोसिएशन' (British Indian Association)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1851 में कलकत्ता में 'लैंडहोल्डर्स सोसाइटी' (जमींदारी संघ) और 'बंगाल ब्रिटिश इंडिया सोसाइटी' के विलय से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पहले अध्यक्ष राजा राधाकांत देब तथा सचिव देवेंद्रनाथ टैगोर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संस्था ने 1853 के चार्टर अधिनियम के नवीनीकरण के समय ब्रिटिश संसद को याचिका भेजी, जिसमें गवर्नर-जनरल की परिषद में गैर-सरकारी सदस्यों को शामिल करने की मांग की गई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संस्था मुख्य रूप से भारत के गरीब कृषकों और औद्योगिक श्रमिकों के अधिकारों का प्रतिनिधित्व करती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संस्था मुख्य रूप से भारत के गरीब कृषकों और औद्योगिक श्रमिकों के अधिकारों का प्रतिनिधित्व करती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स्थापना 1851 में कलकत्ता में 'लैंडहोल्डर्स सोसाइटी' (जमींदारी संघ) और 'बंगाल ब्रिटिश इंडिया सोसाइटी' के विलय से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पहले अध्यक्ष राजा राधाकांत देब तथा सचिव देवेंद्रनाथ टैगोर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संस्था ने 1853 के चार्टर अधिनियम के नवीनीकरण के समय ब्रिटिश संसद को याचिका भेजी, जिसमें गवर्नर-जनरल की परिषद में गैर-सरकारी सदस्यों को शामिल करने की मांग की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इंडियन एसोसिएशन की स्थापना अक्टूबर 1851 में कलकत्ता में द्वारकानाथ टैगोर की लैंडहोल्डर्स सोसाइटी (1838) और जॉर्ज थॉमसन की बंगाल ब्रिटिश इंडिया सोसाइटी (1843) के विलय से की गई थी। इसके अध्यक्ष राधाकांत देब और महासचिव देवेंद्रनाथ टैगोर थे। यह भारत का पहला राजनीतिक संगठन था जिसने स्थानीय हितों के बजाय अखिल भारतीय दृष्टिकोण अपनाया। 1853 के चार्टर एक्ट से पूर्व इसने ब्रिटिश संसद को याचिका भेजकर पृथक विधान परिषद की स्थापना, उच्च सेवाओं के भारतीयकरण और गैर-सरकारी सदस्यों के समावेश की मांग की, जिसे 1853 के चार्टर में आंशिक रूप से स्वीकार किया गया। यद्यपि इसका दृष्टिकोण राष्ट्रवादी था, परंतु इसका नेतृत्व और चरित्र मुख्य रूप से उच्चवर्गीय जमींदार और अभिजात वर्ग का था, न कि कृषकों या श्रमिकों का। अतः विकल्प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ब्रिटिश भारत के प्रारंभिक राजनीतिक संगठनों एवं उनके संस्थापकों का सही मिलान कीजिए: सूची-I: सूची-I: A. बॉम्बे एसोसिएशन (1852) B. मद्रास महाजन सभा (1884) C. ईस्ट इंडिया एसोसिएशन (1866, लंदन) D. पूना सार्वजनिक सभा (1870) सूची-II: 1. दादाभाई नौरोजी एवं जगन्नाथ शंकरसेठ 2. पी. रंगैया नायडू, पी. आनंद चार्लू एवं एम. वीराघवाचारी 3. दादाभाई नौरोजी 4. महादेव गोविंद रानाडे, जी.वी. जोशी एवं एस.एच. चिपलूनकर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कांग्रेस-पूर्व राजनीतिक संगठनों ने राष्ट्रीय चेतना के विकास में आधारभूत भूमिका निभाई। 26 अगस्त 1852 को दादाभाई नौरोजी और जगन्नाथ शंकरसेठ के प्रयासों से बंबई की पहली राजनीतिक संस्था 'बॉम्बे एसोसिएशन' बनी। 16 मई 1884 को मद्रास प्रेसीडेंसी में पी. रंगैया नायडू (अध्यक्ष), पी. आनंद चार्लू और वीराघवाचारी (सचिव) द्वारा 'मद्रास महाजन सभा' की स्थापना हुई। दादाभाई नौरोजी ने 1866 में लंदन में 'ईस्ट इंडिया एसोसिएशन' का गठन किया ताकि ब्रिटिश जनता और संसद को भारतीय समस्याओं से अवगत कराया जा सके और भारतीय कल्याण हेतु दबाव बनाया जा सके। 1870 में एम.जी. रानाडे और जी.वी. जोशी ('काका') ने सरकार और जनता के बीच मध्यस्थता हेतु 'पूना सार्वजनिक सभा' की स्थापना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28 दिसंबर 1885 को 'भारतीय राष्ट्रीय कांग्रेस' (INC) की स्थापना एवं उसके प्रथम अधिवेशन के संदर्भ में निम्नलिखित कथनों पर विचार कीजिए: A. कांग्रेस का प्रथम अधिवेशन बंबई के 'गोकुलदास तेजपाल संस्कृत कॉलेज' में व्योमेश चंद्र बनर्जी की अध्यक्षता में आयोजित हुआ। B. इस प्रथम ऐतिहासिक अधिवेशन में पूरे भारत से कुल 72 प्रतिनिधियों (Delegates) ने भाग लिया था। C. अवकाशप्राप्त ब्रिटिश आई.सी.एस. अधिकारी एलन ऑक्टेवियन ह्यूम (A.O. Hume) को कांग्रेस का मुख्य सूत्रधार व प्रथम महासचिव माना जाता है। D. तत्कालीन वायसराय लॉर्ड डफरिन ने कांग्रेस की स्थापना का प्रत्यक्ष विरोध किया था और पहले अधिवेशन पर पूर्ण प्रतिबंध लगा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28 दिसंबर 1885 को बंबई के गोकुलदास तेजपाल संस्कृत कॉलेज में भारतीय राष्ट्रीय कांग्रेस की स्थापना हुई। यह सम्मेलन पहले पूना में आयोजित होना था किंतु वहां हैजा (Cholera) फैलने के कारण इसे बंबई स्थानांतरित किया गया। इस ऐतिहासिक प्रथम अधिवेशन की अध्यक्षता प्रख्यात बैरिस्टर व्योमेश चंद्र बनर्जी (W.C. Bonnerjee) ने की तथा इसमें 72 प्रतिष्ठित प्रतिनिधियों ने हिस्सा लिया। सेवानिवृत्त अंग्रेज सिविल सेवक ए.ओ. ह्यूम इसके संस्थापक महासचिव बने। तत्कालीन वायसराय लॉर्ड डफरिन ने प्रारंभ में इसका विरोध नहीं किया बल्कि इसे एक गैर-हानिकारक मंच माना तथा 1886 के दूसरे कलकत्ता अधिवेशन में प्रतिनिधियों को 'गार्डन पार्टी' भी दी, यद्यपि बाद में उन्होंने इसे 'सूक्ष्म अल्पसंख्यक' (Microscopic Minority) कहकर उपहास उड़ाया था (अतः कथन D गलत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राष्ट्रीय कांग्रेस की स्थापना से जुड़े प्रमुख सिद्धांतों (Theories) एवं उनके प्रतिपादकों का सही मिलान कीजिए: सूची-I: सूची-I: A. सुरक्षा कपाट सिद्धांत (Safety Valve Theory) B. तड़ित चालक सिद्धांत (Lightning Conductor Theory) C. षड्यंत्र सिद्धांत (Conspiracy Theory) D. डफरिन के दिमाग की उपज (Brainchild of Dufferin) सूची-II: 1. लाला लाजपत राय (यंग इंडिया, 1916) 2. गोपाल कृष्ण गोखले (1913) 3. रजनी पाम दत्त (इंडिया टुडे, 1940) 4. व्योमेश चंद्र बनर्जी (1898)</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उत्पत्ति को लेकर इतिहासकारों और नेताओं ने विभिन्न सिद्धांत प्रस्तुत किए। लाला लाजपत राय ने 1916 में 'यंग इंडिया' में 'सुरक्षा कपाट सिद्धांत' (Safety Valve Theory) देते हुए लिखा कि ह्यूम ने अंग्रेजों को 1857 जैसे संभावित जनाक्रोश से बचाने हेतु डफरिन की सलाह पर कांग्रेस बनाई। गोपाल कृष्ण गोखले ने 1913 में 'तड़ित चालक सिद्धांत' (Lightning Conductor Theory) दिया, जिसके अनुसार भारतीय राष्ट्रवादियों ने ह्यूम को एक तड़ित चालक के रूप में इस्तेमाल किया ताकि ब्रिटिश सरकार नवजात आंदोलन को कुचल न सके। मार्क्सवादी इतिहासकार रजनी पाम दत्त ने 'इंडिया टुडे' में 'षड्यंत्र सिद्धांत' रखा कि कांग्रेस साम्राज्यवाद और बुर्जुआ वर्ग के बीच गुप्त मिलीभगत का परिणाम थी। व्योमेश चंद्र बनर्जी ने 1898 में लिखा कि कांग्रेस वास्तव में लॉर्ड डफरिन के दिमाग की उपज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प्रारंभिक राष्ट्रवादी (उदारवादी/नरमपंथी) नेताओं की कार्यपद्धति के संदर्भ में 3-P (त्रिसूत्रीय नीति) का क्या अर्थ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प्रार्थना, याचिका और विरोध (Prayer, Petition and Protest)</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प्रचार, प्रसार और प्रदर्शन (Publicity, Promotion and Protest)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शांति, प्रगति और समृद्धि (Peace, Progress and Prosperity)</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योजना, उत्पादन और मूल्य (Planning, Production and Price)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प्रार्थना, याचिका और विरोध (Prayer, Petition and Protest)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प्रचार, प्रसार और प्रदर्शन (Publicity, Promotion and Protest)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शांति, प्रगति और समृद्धि (Peace, Progress and Prosperity)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योजना, उत्पादन और मूल्य (Planning, Production and Price)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1885 से 1905 के काल को कांग्रेस का 'उदारवादी चरण' (Moderate Phase) कहा जाता है, जिसके प्रमुख नेता दादाभाई नौरोजी, फिरोजशाह मेहता, गोपाल कृष्ण गोखले, दिनशा वाचा और सुरेंद्रनाथ बनर्जी थे। उदारवादियों की कार्यप्रणाली संवैधानिक सीमाओं के भीतर शांतिपूर्ण और क्रमिक सुधारों पर आधारित थी। उनकी कार्यपद्धति को '3-P' यानी 'प्रार्थना (Prayer), याचिका (Petition) और विरोध (Protest)' कहा जाता था। वे ब्रिटिश न्यायप्रियता में अटूट विश्वास रखते थे और ज्ञापन, शिष्टमंडल व याचिकाओं द्वारा अपनी मांगें ब्रिटिश संसद तक पहुंचाते थे। 1889 में लंदन में विलियम वेडरबर्न की अध्यक्षता में 'ब्रिटिश कमेटी ऑफ कांग्रेस' बनाई गई जिसने 'इंडिया' नामक पत्रिका निकाली। बाद में उग्रवादी नेताओं (तिलक, लाजपत राय) ने इस पद्धति को 'राजनीतिक भिक्षावृत्ति' (Political Mendicancy) कहकर खारिज किया।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शासन के दौरान भारत से 'धन के बहिर्गमन' (Drain of Wealth) के सिद्धांत के संदर्भ में निम्नलिखित कथनों पर विचार कीजिए: A. दादाभाई नौरोजी ने 1867 में लंदन में 'इंग्लैंड्स डेट टू इंडिया' पत्र में पहली बार धन निष्कासन का सिद्धांत प्रस्तुत किया। B. नौरोजी ने अपनी प्रसिद्ध पुस्तक 'Poverty and Un-British Rule in India' (1901) में धन निष्कासन को 'अनिष्टों का अनिष्ट' (Evil of all Evils) कहा। C. रमेश चंद्र दत्त (R.C. Dutt) ने अपनी पुस्तक 'The Economic History of India' (1901) में धन निकासी का विस्तृत सांख्यिकीय विश्लेषण किया। D. 1896 के कलकत्ता कांग्रेस अधिवेशन (अध्यक्ष: रहीमतुल्लाह सयानी) में कांग्रेस ने धन निष्कासन के सिद्धांत को औपचारिक रूप से स्वीकार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धन के बहिर्गमन (Drain of Wealth) का अर्थ था कि भारतीय राजस्व और संसाधनों का एक बड़ा हिस्सा बिना किसी भौतिक या आर्थिक प्रतिफल के ब्रिटेन भेजा जा रहा था। दादाभाई नौरोजी ने 2 मई 1867 को ईस्ट इंडिया एसोसिएशन के समक्ष 'इंग्लैंड्स डेट टू इंडिया' निबंध पढ़ा और बाद में 1901 में 'Poverty and Un-British Rule in India' प्रकाशित की जिसमें उन्होंने 'गृह प्रभार' (Home Charges), अधिकारियों की पेंशन, रेलवे पर गारंटीकृत ब्याज और मुनाफे को भारत की निर्धनता का मुख्य कारण बताया। आर.सी. दत्त ने 'इकोनॉमिक हिस्ट्री ऑफ इंडिया' में लिखा कि अंग्रेजों का कर रूपी स्पंज गंगा से धन सोखकर टेम्स में निचोड़ता है। 1896 के कलकत्ता अधिवेशन में कांग्रेस ने इस सिद्धांत को आधिकारिक प्रस्ताव के रूप में स्वीकार किया। एम.जी. रानाडे और जी.वी. जोशी ने भी इस सिद्धांत का समर्थन किया।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 राममोहन राय (1772-1833) एवं 'ब्रह्म समाज' के संदर्भ में निम्नलिखित कथनों पर विचार कीजिए: A. राजा राममोहन राय को 'भारतीय पुनर्जागरण का जनक', 'आधुनिक भारत का अग्रदूत' तथा 'नवप्रभात का तारा' कहा जाता है। B. उन्होंने 1815 में 'आत्मीय सभा' तथा 20 अगस्त 1828 को कलकत्ता में 'ब्रह्म सभा' (कालांतर में ब्रह्म समाज) की स्थापना की। C. उनके अथक प्रयासों से लॉर्ड विलियम बेंटिंक ने सती प्रथा निषेध अधिनियम, 1829 (नियम XVII) पारित कर सती प्रथा को गैर-कानूनी घोषित किया। D. मुग़ल बादशाह अकबर द्वितीय ने उन्हें 'राजा' की उपाधि देकर अपने पेंशन के मामले हेतु इंग्लैंड भेजा, जहाँ 1833 में ब्रिस्टल में उनका निधन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राममोहन राय भारत में सामाजिक-धार्मिक सुधार आंदोलन के प्रवर्तक थे। उन्होंने एकेश्वरवाद का प्रचार करने हेतु 1809 में फारसी में 'तुहफ़त-उल-मुवाहिदीन' (एकेश्वरवादियों को उपहार) तथा 1820 में 'प्रीसेप्ट्स ऑफ जीसस' लिखी। 1815 में उन्होंने आत्मीय सभा तथा 1828 में ब्रह्म समाज बनाया जिसका उद्देश्य निराकार ब्रह्म की उपासना, मूर्तिपूजा का खंडन और जातिवाद का विरोध था। उनके प्रयासों से 4 दिसंबर 1829 को लॉर्ड विलियम बेंटिंक ने विनियम 17 द्वारा सती प्रथा को दंडनीय अपराध घोषित किया। 1817 में डेविड हेयर के सहयोग से कलकत्ता में हिंदू कॉलेज तथा 1825 में वेदांत कॉलेज की स्थापना की। मुग़ल सम्राट अकबर द्वितीय ने उन्हें 'राजा' की पदवी देकर अपनी पेंशन वृद्धि हेतु लंदन भेजा, जहाँ 27 सितंबर 1833 को ब्रिस्टल में मेनिनजाइटिस से उनकी मृत्यु हो गई।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ब्रह्म समाज के विभिन्न विभाजनों एवं उनसे संबंधित सुधारकों का सही मिलान कीजिए: सूची-I: सूची-I: A. तत्वबोधिनी सभा (1839) B. आदि ब्रह्म समाज (1866) C. भारतवर्षीय ब्रह्म समाज (1866) D. साधारण ब्रह्म समाज (1878) सूची-II: 1. देवेंद्रनाथ टैगोर (राजा राममोहन राय के विचारों का प्रसार) 2. देवेंद्रनाथ टैगोर (पारंपरिक हिंदू संस्कारों से जुड़ाव) 3. केशव चंद्र सेन (उदारवादी व सार्वभौमिक दृष्टिकोण) 4. आनंद मोहन बोस एवं शिवनाथ शास्त्री (कूचबिहार विवाह विवाद के बाद)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राममोहन राय के निधन के बाद 1839 में देवेंद्रनाथ टैगोर ने 'तत्वबोधिनी सभा' बनाई जिसने 'तत्वबोधिनी पत्रिका' निकाली और 1842 में ब्रह्म समाज में शामिल हुए। 1858 में केशव चंद्र सेन ब्रह्म समाज में आए। 1866 में विचारों के मतभेद (केशव सेन द्वारा अन्य धर्मों के ग्रंथों के पाठ और अंतर्जातीय विवाह पर बल) के कारण पहला विभाजन हुआ: देवेंद्रनाथ के गुट को 'आदि ब्रह्म समाज' और केशव चंद्र सेन के गुट को 'भारतीय ब्रह्म समाज' कहा गया। 1878 में जब केशव चंद्र सेन ने अपनी 13 वर्षीय अल्पवयस्क पुत्री का विवाह कूचबिहार के राजा से वैदिक रीति से कर दिया (जो 1872 के नेटिव मैरिज एक्ट का उल्लंघन था), तो उनके अनुयायियों ने अलग होकर आनंद मोहन बोस, शिवनाथ शास्त्री और द्वारकानाथ गांगुली के नेतृत्व में 'साधारण ब्रह्म समाज' की स्थापना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स्वामी दयानंद सरस्वती (1824-1883) एवं 'आर्य समाज' के संदर्भ में निम्नलिखित कथनों पर विचार कीजिए: A. स्वामी दयानंद सरस्वती (मूलशंकर) ने 10 अप्रैल 1875 को बंबई में 'आर्य समाज' की स्थापना की तथा 1877 में लाहौर इसका मुख्य केंद्र बना। B. उन्होंने प्रसिद्ध नारा दिया "वेदों की ओर लौटो" (Back to the Vedas) और अपनी अमर कृति 'सत्यार्थ प्रकाश' (1875) मूल रूप से हिंदी में लिखी। C. आर्य समाज ने अन्य धर्मों में परिवर्तित हो चुके हिंदुओं की हिंदू धर्म में वापसी हेतु ऐतिहासिक 'शुद्धि आंदोलन' (Shuddhi Movement) चलाया। D. स्वामी दयानंद पहले व्यक्ति थे जिन्होंने 'स्वराज्य' शब्द का प्रयोग किया और हिंदी को 'राष्ट्रभाषा' के रूप में स्वीकार करने पर बल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दयानंद सरस्वती (जन्म: गुजरात के टंकारा में 1824, बचपन का नाम मूलशंकर) ने स्वामी विरजानंद से मथुरा में वेदों की शिक्षा ली। 1875 में बंबई में आर्य समाज की स्थापना की गई जिसके 10 सिद्धांत 1877 के लाहौर अधिवेशन में अंतिम रूप से तय हुए। उन्होंने मूर्तिपूजा, अवतारवाद, बलि प्रथा और जन्म आधारित जातिवाद का खंडन किया किंतु वेदों को 'अपौरुषेय' और ईश्वरीय ज्ञान माना। 1874-75 में उन्होंने उदयपुर में नवलखा महल में 'सत्यार्थ प्रकाश' की रचना की। उन्होंने पाखंड खंडिनी पताका फहराई, 'पाखंड खंडन' और 'वेद भाष्य' लिखे। उन्होंने धर्मांतरित हिंदुओं के पुनर्प्रवेश हेतु 'शुद्धि आंदोलन' चलाया और गौ-रक्षा हेतु 'गोरक्षिणी सभा' बनाई। वैलेंटाइन शिरोल ने अपनी पुस्तक 'इंडियन अनरेस्ट' में आर्य समाज को 'भारतीय अशांति का जनक' कहा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1892-1893 में आर्य समाज के दो गुटों में हुए विभाजन के संदर्भ में 'दयानंद एंग्लो-वैदिक (DAV) कॉलेज' गुट (पाश्चात्य शिक्षा समर्थक) का नेतृत्व किसने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हंसराज एवं लाला लाजपत राय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स्वामी श्रद्धानंद एवं पंडित लेखराम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मुंशीराम एवं गुरुदत्त विद्यार्थी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 राधाकांत देब एवं देवेंद्रनाथ टैगोर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लाला हंसराज एवं लाला लाजपत 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श्रद्धानंद एवं पंडित लेखराम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मुंशीराम एवं गुरुदत्त विद्यार्थी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राधाकांत देब एवं देवेंद्रनाथ टैगोर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1892-93 में आर्य समाज में मांसाहार बनाम शाकाहार तथा शिक्षा के माध्यम (पाश्चात्य अंग्रेजी शिक्षा बनाम प्राचीन वैदिक शिक्षा) के प्रश्न पर विभाजन हुआ। पाश्चात्य शिक्षा और अंग्रेजी माध्यम के समर्थक दल को 'कॉलेज पार्टी' कहा गया, जिसका नेतृत्व लाला हंसराज और लाला लाजपत राय ने किया; इस दल ने 1886 में लाहौर में पहले 'दयानंद एंग्लो-वैदिक (DAV) स्कूल' और कॉलेज की स्थापना की। इसके विपरीत, विशुद्ध वैदिक शिक्षा और गुरुकुल परंपरा के समर्थक दल को 'गुरुकुल पार्टी' (महात्मा दल) कहा गया, जिसका नेतृत्व स्वामी श्रद्धानंद (महात्मा मुंशीराम) और पंडित लेखराम ने किया; इन्होंने 1902 में हरिद्वार के कांगड़ी में 'गुरुकुल कांगड़ी विश्वविद्यालय' की स्थापना की।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स्वामी विवेकानंद (1863-1902) एवं 'रामकृष्ण मिशन' के संदर्भ में निम्नलिखित कथनों पर विचार कीजिए: A. स्वामी विवेकानंद (नरेंद्रनाथ दत्त) ने सितंबर 1893 में अमेरिका के शिकागो में आयोजित 'प्रथम विश्व धर्म संसद' में ऐतिहासिक भाषण दिया था। B. 1 मई 1897 को उन्होंने अपने गुरु रामकृष्ण परमहंस के आध्यात्मिक आदर्शों और मानव सेवा हेतु 'रामकृष्ण मिशन' की स्थापना की। C. रामकृष्ण मिशन का मुख्यालय हावड़ा (पश्चिम बंगाल) के 'बेलूर मठ' में स्थापित किया गया। D. उन्होंने अंग्रेजी में 'प्रबुद्ध भारत' (Prabuddha Bharata) तथा बंगाली में 'उद्बोधन' (Udbodhan) पत्रिकाओं का प्रकाशन प्रारंभ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विवेकानंद (1863-1902) आधुनिक भारत के महान आध्यात्मिक और नव-वेदांती विचारक थे। 11 सितंबर 1893 को शिकागो की धर्म संसद में उन्होंने "मेरे अमेरिकी भाइयो और बहनो" से संबोधन शुरू कर अद्वैत वेदांत का विश्व में डंका बजाया, जिसके बाद न्यूयॉर्क हेराल्ड ने लिखा कि ऐसे विद्वान देश में ईसाई मिशनरी भेजना मूर्खता है। उन्होंने 1896 में न्यूयॉर्क में 'वेदांत सोसाइटी' बनाई। 1 मई 1897 को कलकत्ता में रामकृष्ण मिशन की स्थापना की जिसका आदर्श वाक्य "आत्मनो मोक्षार्थम् जगद्धिताय च" (अपनी मुक्ति और जगत के कल्याण हेतु) है। 1899 में बेलूर मठ मुख्य केंद्र बना। उन्होंने अंग्रेजी में मासिक 'प्रबुद्ध भारत' और बंगाली में 'उद्बोधन' निकाला तथा 'ज्ञान योग', 'भक्ति योग', 'कर्म योग' और 'राज योग' पुस्तकें लिखीं। सुभाष चंद्र बोस ने उन्हें "आधुनिक राष्ट्रीय आंदोलन का आध्यात्मिक पिता" कहा।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19वीं शताब्दी के प्रमुख सामाजिक एवं धार्मिक सुधार आंदोलनों तथा उनके स्थापना स्थलों का सही मिलान कीजिए: सूची-I: सूची-I: A. थियोसोफिकल सोसाइटी (1875/1882) B. प्रार्थना समाज (1867) C. सत्यशोधक समाज (1873) D. सेवा सदन (1908) सूची-II: 1. न्यूयॉर्क (1875) एवं अडयार, मद्रास (1882) 2. बंबई (डॉ. आत्माराम पांडुरंग एवं एम.जी. रानाडे) 3. पूना (महात्मा ज्योतिराव फुले) 4. बंबई (बहरामजी एम. मालाबारी एवं दयाराम गिदुमल)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1875 में रूसी महिला मैडम एच.पी. ब्लावत्स्की और अमेरिकी कर्नल एच.एस. ओल्कोट ने न्यूयॉर्क में 'थियोसोफिकल सोसाइटी' बनाई, जिसका अंतरराष्ट्रीय मुख्यालय 1882 में मद्रास के निकट अडयार में बना; 1893 में एनी बेसेंट इससे जुड़ीं और 1898 में बनारस में सेंट्रल हिंदू कॉलेज बनाया। मार्च 1867 में केशव चंद्र सेन की प्रेरणा से बंबई में आत्माराम पांडुरंग, एम.जी. रानाडे और आर.जी. भंडारकर ने 'प्रार्थना समाज' बनाया जिसने सुबोध पत्रिका निकाली। 24 सितंबर 1873 को ज्योतिराव फुले ने पूना में 'सत्यशोधक समाज' बनाया जिसका उद्देश्य शूद्रों और अति-शूद्रों को ब्राह्मणवादी शोषण से मुक्त कराना था। 1908 में पारसी सुधारक बहरामजी मालाबारी (जिन्होंने 1891 का एज ऑफ कंसेंट एक्ट पारित कराया) और दयाराम गिदुमल ने बेसहारा महिलाओं के कल्याण हेतु बंबई में 'सेवा सदन' की स्थापना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 सैयद अहमद खां (1817-1898) एवं 'अलीगढ़ आंदोलन' के संदर्भ में निम्नलिखित कथनों पर विचार कीजिए: A. सर सैयद अहमद खां ने 1864 में गाजीपुर में 'साइंटिफिक सोसाइटी' की स्थापना की, जो पश्चिमी विज्ञान और इतिहास का उर्दू में अनुवाद करती थी। B. उन्होंने 1870 में सामाजिक और धार्मिक कुरीतियों के विरुद्ध 'तहज़ीब-उल-अख़लाक़' (सभ्यता और नैतिकता) नामक उर्दू पत्रिका शुरू की। C. 1875 में उन्होंने अलीगढ़ में 'मुहम्मडन एंग्लो-ओरिएंटल (MAO) कॉलेज' की स्थापना की, जो 1920 में अलीगढ़ मुस्लिम विश्वविद्यालय (AMU) बना। D. 1888 में उन्होंने राजा शिवप्रसाद 'सितारे हिंद' के साथ मिलकर कांग्रेस के बढ़ते प्रभाव का विरोध करने हेतु 'यूनाइटेड इंडियन पैट्रियोटिक एसोसिएशन' बनाई।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सैयद अहमद खां 19वीं सदी में मुस्लिम समाज में आधुनिक वैज्ञानिक दृष्टिकोण और अंग्रेजी शिक्षा के प्रमुख अग्रदूत थे। 1857 के विद्रोह के बाद उन्होंने 'अस्बाब-ए-बगावत-ए-हिंद' (भारतीय विद्रोह के कारण) पुस्तक लिखी। 1864 में गाजीपुर में साइंटिफिक सोसाइटी बनाई जिसे बाद में अलीगढ़ लाया गया। 1870 में लंदन यात्रा से लौटकर उन्होंने 'तहज़ीब-उल-अख़लाक़' पत्रिका निकाली और कुरान की तर्कसंगत व्याख्या की तथा पीरी-मुरीदी और पर्दा प्रथा का विरोध किया। 1875 में स्थापित एम.ए.ओ. कॉलेज के प्रथम प्राचार्य थियोडोर बेक थे। प्रारंभ में वे हिंदू-मुस्लिम एकता के समर्थक थे और भारत को "सुंदर दुल्हन की दो आंखें" कहते थे, किंतु बाद में ब्रिटिश प्रभाव में उन्होंने कांग्रेस का कड़ा विरोध किया और 1888 में देशभक्त एसोसिएशन तथा 1893 में 'मुहम्मडन एंग्लो-ओरिएंटल डिफेंस एसोसिएशन' का गठन किया।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1873 में महाराष्ट्र में 'सत्यशोधक समाज' की स्थापना करने वाले महात्मा ज्योतिराव फुले द्वारा रचित उस विश्वविख्यात पुस्तक का नाम क्या है जिसे उन्होंने अमेरिकी अश्वेत दासों की मुक्ति को समर्पित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गुलामगिरी (Gulamgiri, 1873)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सार्वजनिक सत्यधर्म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 का कोड़ा (Asud)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अछूतों की कैफियत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गुलामगिरी (Gulamgiri, 1873)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सत्यधर्म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किसान का कोड़ा (Asud)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अछूतों की कैफियत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महात्मा ज्योतिराव गोविंदराव फुले (1827-1890) महाराष्ट्र के महान समाज सुधारक, विचारक और लेखक थे। उन्होंने 1873 में 'गुलामगिरी' (Slavery) नामक कालजयी पुस्तक लिखी, जिसे उन्होंने अमेरिकी गृहयुद्ध के दौरान अश्वेत दासों को मुक्त कराने वाले अमेरिकी नागरिकों को समर्पित किया। इस पुस्तक में उन्होंने पौराणिक हिंदू आख्यानों (जैसे परशुराम और वामन अवतार) की ऐतिहासिक पुनर्व्याख्या करते हुए बताया कि कैसे आर्य आक्रमणकारियों ने भारत के मूल निवासियों (शूद्रों व अति-शूद्रों) को पराजित कर उन्हें दास बनाया। उन्होंने 1848 में पूना के भिड़ेवाड़ा में भारत का पहला बालिका विद्यालय खोला जिसमें उनकी पत्नी सावित्रीबाई फुले पहली शिक्षिका बनीं। उनकी अन्य प्रसिद्ध रचनाओं में 'सार्वजनिक सत्यधर्म पुस्तक', 'शेतकऱ्याचा आसूड' (किसान का कोड़ा) और 'तृतीय रत्न' नाटक शामिल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1820-1830 के दशक में बंगाल में उभरे 'यंग बंगाल आंदोलन' (Young Bengal Movement) के संदर्भ में निम्नलिखित कथनों पर विचार कीजिए: A. इस आंदोलन के प्रवर्तक हिंदू कॉलेज, कलकत्ता के युवा आंग्ल-भारतीय प्राध्यापक हेनरी विवियन डेरोजियो (1809-1831) थे। B. डेरोजियो फ्रांसीसी क्रांति के विचारों (स्वतंत्रता, समानता, बंधुत्व) और टॉम पेन की पुस्तक 'राइट्स ऑफ मैन' से गहरे प्रभावित थे। C. उन्होंने वाद-विवाद और स्वतंत्र चिंतन को बढ़ावा देने हेतु 'एकेडेमिक एसोसिएशन' (1828) और 'सोसाइटी फॉर द एक्विजिशन ऑफ जनरल नॉलेज' की स्थापना की। D. सुरेंद्रनाथ बनर्जी ने डेरोजियो के अनुयायियों को "बंगाल में आधुनिक सभ्यता के अग्रदूत" कहा तथा डेरोजियो को "आधुनिक भारत का प्रथम राष्ट्रवादी कवि"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यंग बंगाल आंदोलन 19वीं सदी के प्रारंभिक बंगाल का सबसे उग्र और बौद्धिक आंदोलन था। इसके प्रणेता हेनरी विवियन डेरोजियो थे जिन्होंने 1826 से 1831 तक हिंदू कॉलेज में अध्यापन किया। उन्होंने छात्रों को स्वतंत्र रूप से सोचने, सभी रूढ़ियों पर सवाल उठाने और सत्य की खोज करने हेतु प्रेरित किया। उनके शिष्यों (डेरोजियंस - जैसे कृष्णमोहन बनर्जी, रामगोपाल घोष, दक्षिणारंजन मुखर्जी) ने पारंपरिक हिंदू संस्कारों पर खुले प्रहार किए। डेरोजियो ने 'द फकीर ऑफ जंगहीरा' जैसी देशभक्तिपूर्ण कविताएं लिखीं और उन्हें भारत का पहला आधुनिक राष्ट्रवादी कवि माना जाता है। 1831 में कॉलेज प्रबंधन ने उन्हें धर्मविरोधी विचारों के प्रचार के आरोप में पदच्युत कर दिया और मात्र 22 वर्ष की आयु में हैजा से उनका देहावसान हो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1856 में 'हिंदू विधवा पुनर्विवाह अधिनियम' (Hindu Widows' Remarriage Act, 1856 / Act XV) को पारित कराने में किस महान बंगाली समाज सुधारक की सर्वाधिक निर्णायक भूमिका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ईश्वर चंद्र विद्यासागर (Ishwar Chandra Vidyasagar)</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 राममोहन राय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स्वामी दयानंद सरस्वती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महादेव गोविंद रानाडे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ईश्वर चंद्र विद्यासागर (Ishwar Chandra Vidyasagar)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 राममोहन 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स्वामी दयानंद सरस्वती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महादेव गोविंद रानाडे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पंडित ईश्वर चंद्र विद्यासागर (1820-1891) संस्कृत कॉलेज कलकत्ता के प्रख्यात प्राचार्य, शिक्षाविद और समाज सुधारक थे। उन्होंने प्राचीन संस्कृत शास्त्रों (विशेषकर पराशर स्मृति) के उद्धरणों से यह अकाट्य प्रमाण प्रस्तुत किया कि हिंदू धर्मशास्त्रों में विधवा विवाह की स्पष्ट स्वीकृति है। उन्होंने लगभग 1,000 हस्ताक्षरों के साथ ब्रिटिश सरकार को याचिका भेजी। लॉर्ड डलहौजी के कार्यकाल में इसका मसौदा तैयार हुआ और 26 जुलाई 1856 को लॉर्ड कैनिंग के शासनकाल में 'हिंदू विधवा पुनर्विवाह अधिनियम, 1856' (अधिनियम 15) पारित हुआ। 7 दिसंबर 1856 को कलकत्ता में विद्यासागर की उपस्थिति में पहला कानूनी विधवा विवाह संपन्न हुआ। विद्यासागर ने महिला शिक्षा हेतु जे.ई.डी. बेथून के साथ मिलकर 1849 में बेथून स्कूल की स्थापना में भी अग्रणी भूमिका निभाई।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भारत में पारित प्रमुख सामाजिक सुधार अधिनियमों एवं उनके लागू होने के वर्षों का सही मिलान कीजिए: सूची-I: सूची-I: A. सती प्रथा निषेध अधिनियम (विनियम XVII) B. बाल विवाह निषेध / सहमति आयु अधिनियम (Age of Consent Act) C. विशेष विवाह अधिनियम (Civil/Native Marriage Act) D. बाल विवाह निरोधक अधिनियम (शारदा एक्ट) सूची-II: 1. 1829 ई. (लॉर्ड विलियम बेंटिंक) 2. 1891 ई. (लॉर्ड लैंसडाउन - विवाह की न्यूनतम आयु 12 वर्ष) 3. 1872 ई. (लॉर्ड नॉर्थब्रुक - केशव चंद्र सेन के प्रयास) 4. 1929 ई. (लॉर्ड इरविन - बालिकाओं हेतु 14 वर्ष, बालकों हेतु 18 वर्ष)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काल में सामाजिक कुरीतियों के विरुद्ध कानून बने। 1829 में सती प्रथा निषेध कानून लॉर्ड बेंटिंक ने बनाया। 1872 में 'नेटिव मैरिज एक्ट' (सिविल मैरिज एक्ट) केशव चंद्र सेन के प्रयासों से आया जिसने बहुविवाह प्रतिबंधित किया और लड़कियों की शादी की आयु 14 वर्ष तय की। 1891 में बहरामजी मालाबारी के प्रयासों से 'सहमति आयु अधिनियम' (Age of Consent Act) बना जिसने 12 वर्ष से कम आयु की बालिकाओं के विवाह को अपराध घोषित किया (बाल गंगाधर तिलक ने इसे भारतीय धर्म में विदेशी हस्तक्षेप मानकर विरोध किया था)। 1929 में अजमेर के प्रसिद्ध शिक्षाविद व सांसद डॉ. हरविलास शारदा के प्रयासों से 'शारदा एक्ट' पारित हुआ जो 1 अप्रैल 1930 को लागू हुआ, जिसके तहत विवाह की न्यूनतम आयु बालकों हेतु 18 वर्ष और बालिकाओं हेतु 14 वर्ष निर्धारित की गई।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1878 के कुख्यात 'वर्नाक्युलर प्रेस एक्ट' (Vernacular Press Act / देशी भाषा समाचार पत्र अधिनियम) के संदर्भ में निम्नलिखित कथनों पर विचार कीजिए: A. यह दमनकारी अधिनियम तत्कालीन वायसराय लॉर्ड लिटन (1876-1880) द्वारा भारतीय भाषाओं के राष्ट्रवादी समाचार पत्रों को कुचलने हेतु लाया गया था। B. इसे 'मुंह बंद करने वाला अधिनियम' (Gagging Act) कहा गया क्योंकि यह केवल भारतीय भाषा (देशी) के अखबारों पर लागू होता था, अंग्रेजी अखबारों पर नहीं। C. शिशिर कुमार घोष और मोतीलाल घोष द्वारा संपादित 'अमृत बाजार पत्रिका' रातोंरात बंगाली से अंग्रेजी भाषा में परिवर्तित हो गई ताकि इस कानून से बचा जा सके। D. वर्ष 1882 में उदारवादी वायसराय लॉर्ड रिपन ने वर्नाक्युलर प्रेस एक्ट को पूरी तरह निरस्त (Repeal)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1876-78 के भीषण अकाल और 1877 के दिल्ली दरबार पर भारतीय भाषा के समाचार पत्रों में तीखी आलोचना से क्रुद्ध होकर लॉर्ड लिटन ने मार्च 1878 में 'वर्नाक्युलर प्रेस एक्ट' (अधिनियम IX) पारित किया। यह कानून आयरिश प्रेस कानूनों की तर्ज पर बनाया गया था। इसके तहत जिला मजिस्ट्रेट को अधिकार था कि वह किसी भी भारतीय भाषा के मुद्रक से सुरक्षा बांड भरवा ले और सरकार विरोधी सामग्री छापने पर बिना न्यायिक अपील के प्रेस जब्त कर ले। यह कानून ईश्वर चंद्र विद्यासागर के 'सोम प्रकाश', 'भारत मिहिर', 'ढाका प्रकाश' और 'सहाचर' पर विशेष रूप से लक्षित था। इससे बचने हेतु 'अमृत बाजार पत्रिका' रातोंरात अंग्रेजी में छपने लगी। 1882 में लॉर्ड रिपन ने प्रेस की स्वतंत्रता बहाल करते हुए इस काले कानून को समाप्त कर दिया।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1881 में लॉर्ड रिपन के कार्यकाल में पारित 'प्रथम कारखाना अधिनियम' (First Factory Act, 1881) का मुख्य केंद्र बिंदु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7 वर्ष से कम आयु के बच्चों के नियोजन पर प्रतिबंध तथा 7 से 12 वर्ष के बच्चों हेतु कार्य के घंटे प्रतिदिन 9 घंटे सीमित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महिला श्रमिकों हेतु कार्य के घंटे प्रतिदिन 11 घंटे निर्धारित करना तथा साप्ताहिक अवकाश की व्यवस्था।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पुरुष श्रमिकों हेतु कार्य के घंटे 8 घंटे प्रतिदिन तय करना तथा न्यूनतम मजदूरी की गारंटी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श्रमिकों को भविष्य निधि (PF) और चिकित्सा बीमा प्रदान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7 वर्ष से कम आयु के बच्चों के नियोजन पर प्रतिबंध तथा 7 से 12 वर्ष के बच्चों हेतु कार्य के घंटे प्रतिदिन 9 घंटे सीमित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महिला श्रमिकों हेतु कार्य के घंटे प्रतिदिन 11 घंटे निर्धारित करना तथा साप्ताहिक अवकाश की व्यवस्था।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पुरुष श्रमिकों हेतु कार्य के घंटे 8 घंटे प्रतिदिन तय करना तथा न्यूनतम मजदूरी की गारंटी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श्रमिकों को भविष्य निधि (PF) और चिकित्सा बीमा प्रदान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1881 का प्रथम कारखाना अधिनियम लॉर्ड रिपन के कार्यकाल में ब्रिटिश सूती मिल मालिकों के दबाव और भारत में बाल श्रम के शोषण को रोकने हेतु लाया गया था। यह अधिनियम केवल उन कारखानों पर लागू होता था जहाँ कम से कम 100 श्रमिक काम करते थे और भाप शक्ति का प्रयोग होता था। इसमें प्रावधान था कि 7 वर्ष से कम आयु के बच्चों को कारखाने में काम पर नहीं रखा जा सकता; 7 से 12 वर्ष की आयु के बच्चों के लिए काम के घंटे अधिकतम 9 घंटे प्रतिदिन तय किए गए तथा उन्हें महीने में 4 दिन का अनिवार्य अवकाश और खतरनाक मशीनों की फेंसिंग (घेराबंदी) का नियम बनाया गया। यह कानून वयस्कों और महिलाओं पर लागू नहीं था। महिलाओं और 50 से अधिक श्रमिकों वाले कारखानों के लिए 1891 में लॉर्ड लैंसडाउन के समय 'द्वितीय कारखाना अधिनियम' पारित हुआ।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1899-1900 के ऐतिहासिक 'मुंडा विद्रोह' (उलगुलान / महान हलचल) एवं भगवान बिरसा मुंडा के संदर्भ में निम्नलिखित कथनों पर विचार कीजिए: A. यह विद्रोह छोटानागपुर क्षेत्र (झारखंड) में आदिवासियों की पारंपरिक सामूहिक भू-स्वामित्व व्यवस्था 'खूंटकट्टी' को ठेकेदारों और महाजनों (दीकुओं) द्वारा नष्ट किए जाने के विरुद्ध हुआ था। B. बिरसा मुंडा ने स्वयं को भगवान का दूत (धरती आबा / जगत पिता) घोषित किया और एक नए 'बिरसैत' पंथ की स्थापना की। C. बिरसा मुंडा ने ऐलान किया: "दिक्कुओं से हमारी लड़ाई होगी और उनके खून से जमीन इस तरह लाल होगी जैसे लाल झंडा।" D. विद्रोह के दमन के पश्चात ब्रिटिश सरकार ने 1908 में 'छोटानागपुर काश्तकारी अधिनियम' (Chotanagpur Tenancy Act, 1908) पारित कर खूंटकट्टी अधिकारों को मान्यता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छोटानागपुर का मुंडा उलगुलान (1899-1900) आधुनिक भारत का सर्वाधिक संगठित और प्रेरणादायी जनजातीय विद्रोह था। मुंडाओं की पारंपरिक 'खूंटकट्टी' (संयुक्त जोतदारी) व्यवस्था को समाप्त कर ब्रिटिश कानूनों ने जमींदारों, साहूकारों और मिशनरियों (जिन्हें 'दीकु' यानी बाहरी शोषक कहा जाता था) का शिकंजा कस दिया था। बिरसा मुंडा (1875-1900) ने सिंहबोंगा (एकमात्र ईश्वर) की आराधना का संदेश दिया और धार्मिक व राजनीतिक आंदोलन को एकीकृत किया। उन्होंने रांची, खूंटी और तमाड़ में ब्रिटिश चौकियों और मिशनरियों पर हमले किए। 3 फरवरी 1900 को जमकोपाई जंगल से बिरसा मुंडा को सोते हुए गिरफ्तार किया गया और 9 जून 1900 को रांची जेल में हैजा (संदिग्ध परिस्थितियों) से 25 वर्ष की आयु में उनका बलिदान हुआ। 1908 में पारित सीएनटी एक्ट ने आदिवासी भूमि के गैर-आदिवासियों को हस्तांतरण पर पूर्ण रोक लगा दी।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19वीं एवं 20वीं शताब्दी के प्रमुख जनजातीय/किसान विद्रोहों एवं उनके नेतृत्वकर्ताओं का सही मिलान कीजिए: सूची-I: सूची-I: A. कोल विद्रोह (1831-1832) B. संथाल विद्रोह (1855-1856) C. रम्पा विद्रोह (1922-1924) D. खासी विद्रोह (1829-1833) सूची-II: 1. बुद्धू भगत एवं मदारा महतो (छोटा नागपुर) 2. सिद्धू, कान्हू, चांद एवं भैरव (दामिन-ए-कोह) 3. अल्लूरी सीताराम राजू (आंध्र प्रदेश) 4. तीरथ सिंह एवं बार माणिक (मेघालय / असम की पहाड़ियां)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नीतियों के विरुद्ध जनजातीय विद्रोहों ने अद्वितीय वीरता दिखाई। 1831-32 में छोटानागपुर के कोल आदिवासियों ने जमींदारों द्वारा उनकी भूमि बाहरी मुस्लिमों व सिखों को पट्टे पर देने के विरोध में बुद्धू भगत, जोआ भगत और मदारा महतो के नेतृत्व में कोल विद्रोह किया। 1855-56 में बिहार-बंगाल के राजमहल पहाड़ियों (दामिन-ए-कोह) में महाजनों और पुलिसिया दमन के खिलाफ सिद्धू-कान्हू ने संथाल हुल का नेतृत्व किया जिसके बाद 'संथाल परगना' का गठन हुआ। 1922-24 में गोदावरी एजेंसी क्षेत्र में अल्लूरी सीताराम राजू ने 1882 के मद्रास वन अधिनियम के खिलाफ छापामार युद्ध लड़ा। 1829-33 में असम और सिलहट को जोड़ने वाली सैन्य सड़क निर्माण और जबरन बेगार के खिलाफ खासी जनजाति के मुखिया तीरथ सिंह (Tirot Sing) ने खासी विद्रोह का संचालन किया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1859-1860 के प्रसिद्ध 'नील विद्रोह' (Indigo Revolt) के संदर्भ में निम्नलिखित कथनों पर विचार कीजिए: A. यह विद्रोह सितंबर 1859 में बंगाल के नदिया जिले के 'गोविंदपुर' गांव में दिगंबर विश्वास और विष्णु विश्वास के नेतृत्व में शुरू हुआ। B. किसानों ने यूरोपीय नीलहे बागान मालिकों (Planters) द्वारा जबरन 'ददनी प्रथा' (अग्रिम राशि) देकर अलाभकारी नील की खेती कराने के विरुद्ध लगान देने से इनकार कर दिया। C. बंगाली बुद्धिजीवियों, विशेषकर हरीश चंद्र मुखर्जी ने अपने समाचार पत्र 'द हिंदू पैट्रियट' (The Hindu Patriot) में किसानों का पुरजोर समर्थन किया। D. ब्रिटिश सरकार ने नवंबर 1860 में डब्ल्यू.एस. सीटन-कार की अध्यक्षता में 'नील आयोग' (Indigo Commission) गठित किया जिसकी सिफारिशों से नील की जबरन खेती समाप्त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1859-60 का नील विद्रोह भारत का पहला ऐसा किसान आंदोलन था जो पूरी तरह अहिंसक, सुसंगठित और शत-प्रतिशत सफल रहा। यूरोपीय बागान मालिक भारतीय किसानों को चावल की उपजाऊ भूमि पर मात्र नाममात्र की अग्रिम राशि (ददनी) देकर नील की खेती हेतु बाध्य करते थे। नदिया जिले के गोविंदपुर से शुरू होकर यह आंदोलन जेसोर, पाबना, खुलना, ढाका और मालदा तक फैल गया। किसानों ने सामाजिक बहिष्कार और कानूनी मुकदमों का सहारा लिया। दीनबंधु मित्र ने 1860 में 'नील दर्पण' नाटक लिखा जिसका मधुसूदन दत्त ने अंग्रेजी अनुवाद किया और रेवरेंड जेम्स लॉन्ग ने इसे प्रकाशित कराया (जिसके लिए लॉन्ग को 1 माह की जेल हुई)। हिंदू पैट्रियट के संपादक हरीश चंद्र मुखर्जी ने किसानों को कानूनी सहायता दी। 1860 के नील आयोग ने माना कि नील की खेती किसानों के लिए पूरी तरह घाटे का सौदा है और किसी भी किसान को इसके लिए विवश नहीं किया जा सकता।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1873-1876 के दौरान बंगाल के किस जिले में काश्तकारों ने जमींदारों की मनमानी लगान वृद्धि और बेदखली के विरुद्ध 'कृषक लीग' (Agrarian League) बनाकर कानूनी लड़ाई लड़ी, जिसके परिणामस्वरूप 'बंगाल काश्तकारी अधिनियम, 1885' पारित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पाबना (Pabna)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चंपारण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बारदोली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पाबना (Pabna)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चंपारण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बारदोली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पाबना किसान विद्रोह (1873-1876) पूर्वी बंगाल के पाबना जिले के यूसुफशाही परगने में शुरू हुआ था। जमींदार 1859 के अधिनियम X द्वारा काश्तकारों को दिए गए दखलकारी अधिकारों (Occupancy Rights) को छीनने हेतु लगान में भारी वृद्धि कर रहे थे और फर्जी पट्टे बनवा रहे थे। इसके विरोध में मई 1873 में किसानों ने 'पाबना कृषक संघ' (Agrarian League) का गठन किया जिसका नेतृत्व ईशान चंद्र राय ('ईशान राजा'), शंभुपाल और खूदी मुल्ला ने किया। इस आंदोलन की अनूठी विशेषता यह थी कि यह हिंसा के बजाय पूरी तरह कानूनी और शांतिपूर्ण था; किसानों का प्रसिद्ध नारा था: "हम महारानी विक्टोरिया की रैयत होना चाहते हैं।" बंकिम चंद्र चटर्जी, आर.सी. दत्त और आनंद मोहन बोस (इंडियन एसोसिएशन) ने इसका समर्थन किया। अंततः सरकार ने 1885 में ऐतिहासिक 'बंगाल काश्तकारी अधिनियम' (Bengal Tenancy Act, 1885) पारित कर किसानों को दखलकारी अधिकार प्रदान किए।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1875 में महाराष्ट्र में भड़के 'दक्कन दंगों' (Deccan Riots) के संदर्भ में निम्नलिखित कथनों पर विचार कीजिए: A. यह विद्रोह मई 1875 में पूना जिले के 'सूपा' (Supa) गांव से शुरू हुआ और अहमदनगर जिले तक फैल गया। B. इस विद्रोह का मुख्य निशाना मारवाड़ी और गुजराती साहूकार (Sowkars) थे, जिन्होंने किसानों की भूमि बंधक रख ली थी। C. किसानों ने साहूकारों की हत्याएं नहीं कीं, बल्कि उनके घरों और दुकानों से ऋण-पत्रों (Bonds), बहियों और अदालती डिग्रियों को छीनकर जला दिया। D. ब्रिटिश सरकार ने दंगों के कारणों की जांच हेतु 'दक्कन दंगा आयोग' (1876) बनाया और 1879 में 'दक्कन कृषक राहत अधिनियम' पारित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महाराष्ट्र के दक्कन क्षेत्र में रैयतवाड़ी व्यवस्था के तहत अमेरिकी गृहयुद्ध (1861-65) की समाप्ति के बाद कपास की कीमतों में भारी गिरावट आई और सरकार ने 1867 में भू-राजस्व 50% तक बढ़ा दिया। फसल खराब होने पर किसानों को महाजनों से भारी ब्याज पर कर्ज लेना पड़ा। साहूकारों ने अदालती डिग्रियों से किसानों की जमीनें और मवेशी जब्त करने शुरू किए। मई 1875 में सूपा की मंडी से विद्रोह भड़का। किसानों ने साहूकारों का सामाजिक बहिष्कार किया और उनके बहीखाते छीनकर सार्वजनिक रूप से जलाए। पूना सार्वजनिक सभा (एम.जी. रानाडे) ने किसानों की मांगों का समर्थन किया। सरकार ने 1876 में जांच आयोग बनाया जिसकी रिपोर्ट पर 1879 में 'दक्कन कृषक राहत अधिनियम' (Deccan Agriculturists' Relief Act, 1879) पारित हुआ जिसने दिवालिया किसानों को जेल भेजने पर रोक लगाई और बंधक भूमि की सुरक्षा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आंग्ल-मैसूर युद्धों एवं उनसे संबंधित ऐतिहासिक संधियों का सही मिलान कीजिए: सूची-I: सूची-I: A. प्रथम आंग्ल-मैसूर युद्ध (1767-1769) B. द्वितीय आंग्ल-मैसूर युद्ध (1780-1784) C. तृतीय आंग्ल-मैसूर युद्ध (1790-1792) D. चतुर्थ आंग्ल-मैसूर युद्ध (1799) सूची-II: 1. मद्रास की संधि (1769 - हैदर अली द्वारा अंग्रेजों पर थोपी गई संधि) 2. मंगलौर की संधि (1784 - टीपू सुल्तान और लॉर्ड मैकार्टनी) 3. श्रीरंगपट्टनम की संधि (1792 - टीपू को अपना आधा राज्य अंग्रेजों को देना पड़ा) 4. टीपू सुल्तान की वीरगति एवं मैसूर पर सहायक संधि का अधिरोपण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आंग्ल-मैसूर संघर्ष भारत में ब्रिटिश विस्तार की प्रमुख कड़ी था। प्रथम युद्ध (1767-69) में हैदर अली ने मद्रास तक चढ़ाई कर अंग्रेजों को अपमानजनक 'मद्रास की संधि' (1769) पर हस्ताक्षर करने को विवश किया। द्वितीय युद्ध (1780-84) में पोर्टो नोवो की लड़ाई (1781) में सर आयर कूट ने हैदर अली को घायल किया और 1782 में हैदर की मृत्यु के बाद टीपू सुल्तान ने कमान संभालकर 1784 में 'मंगलौर की संधि' की। तृतीय युद्ध (1790-92) में लॉर्ड कॉर्नवालिस ने मराठों व निज़ाम के साथ मिलकर टीपू को हराया और 1792 में 'श्रीरंगपट्टनम की संधि' द्वारा टीपू से ₹3.30 करोड़ हर्जाना और आधा राज्य छीना तथा उसके दो पुत्रों को बंधक बनाया। चतुर्थ युद्ध (1799) में लॉर्ड वेलेस्ली ने 4 मई 1799 को श्रीरंगपट्टनम के दुर्ग की रक्षा करते हुए टीपू सुल्तान को वीरगति दी और वाडियार वंश के बालक कृष्णराज को गद्दी पर बैठाकर सहायक संधि थोप दी।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आंग्ल-मराठा युद्धों एवं संबंधित संधियों के संदर्भ में निम्नलिखित कथनों पर विचार कीजिए: A. प्रथम आंग्ल-मराठा युद्ध (1775-1782) के दौरान 1782 में वॉरेन हेस्टिंग्स और महादजी सिंधिया के बीच 'सालबाई की संधि' हुई जिसने 20 वर्षों की शांति स्थापित की। B. द्वितीय आंग्ल-मराठा युद्ध (1803-1805) की पृष्ठभूमि में पेशवा बाजीराव द्वितीय ने 31 दिसंबर 1802 को अंग्रेजों के साथ 'बसीन की सहायक संधि' की थी। C. देवगांव की संधि (1803) भोंसले के साथ तथा सुरजी-अर्जुनगांव की संधि (1803) सिंधिया के साथ अंग्रेजों द्वारा की गई थी। D. तृतीय आंग्ल-मराठा युद्ध (1817-1818) में लॉर्ड हेस्टिंग्स ने पेशवा पद को समाप्त कर बाजीराव द्वितीय को ₹8 लाख वार्षिक पेंशन पर बिठूर (कानपुर) भेज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मराठा साम्राज्य और ईस्ट इंडिया कंपनी के मध्य तीन निर्णायक युद्ध हुए। प्रथम युद्ध (1775-82) रघुनाथ राव (राघोबा) के षड्यंत्र से शुरू हुआ और 1782 में सालबाई की संधि द्वारा समाप्त हुआ जिसमें अंग्रेजों ने माधवराव नारायण को पेशवा माना। द्वितीय युद्ध (1803-05) में जसवंतराव होल्कर द्वारा पेशवा व सिंधिया की संयुक्त सेना को हराने पर भयभीत पेशवा बाजीराव द्वितीय ने 1802 में बसीन की संधि कर अपनी स्वतंत्रता बेच दी; इसके विरोध में भोंसले (देवगांव संधि 1803), सिंधिया (सुरजी-अर्जुनगांव 1803) और होल्कर (राजघाट संधि 1805) लड़े किंतु पराजित हुए। तृतीय युद्ध (1817-18) में पिंडारियों के दमन के बहाने लॉर्ड हेस्टिंग्स ने मराठा संघ को पूरी तरह कुचल दिया; 1818 में पेशवा पद समाप्त कर छत्रपति शिवाजी के वंशज प्रताप सिंह को सतारा की छोटी रियासत दी गई और बाजीराव द्वितीय को बिठूर निर्वासित कर दिया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आंग्ल-सिख युद्धों एवं पंजाब के ब्रिटिश साम्राज्य में विलय के संदर्भ में निम्नलिखित कथनों पर विचार कीजिए: A. प्रथम आंग्ल-सिख युद्ध (1845-1846) के समय भारत के गवर्नर-जनरल लॉर्ड हार्डिंग प्रथम थे तथा 9 मार्च 1846 को 'लाहौर की संधि' हुई। B. लाहौर की संधि के तहत अंग्रेजों ने कश्मीर गुलाब सिंह को ₹75 लाख में बेच दिया तथा दिसंबर 1846 में 'भैरोवाल की संधि' द्वारा रानी जिंदन को संरक्षिका पद से हटा दिया। C. द्वितीय आंग्ल-सिख युद्ध (1848-1849) के दौरान रामनगर, चिलियांवाला और गुजरात ('तोपों का युद्ध') की प्रसिद्ध लड़ाइयां लड़ी गईं। D. 29 मार्च 1849 को लॉर्ड डलहौजी ने पंजाब का ब्रिटिश साम्राज्य में पूर्ण विलय कर लिया तथा बालक महाराजा दलीप सिंह को पेंशन देकर इंग्लैंड भेज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रणजीत सिंह की 1839 में मृत्यु के बाद पंजाब में राजनीतिक अस्थिरता फैल गई। प्रथम आंग्ल-सिख युद्ध (1845-46) में लाल सिंह और तेजा सिंह के विश्वासघात के कारण सिख सेना सबराओं की लड़ाई में हारी; मार्च 1846 में लाहौर की संधि हुई और दिसंबर 1846 में भैरोवाल की संधि द्वारा सर हेनरी लॉरेंस के नेतृत्व में ब्रिटिश रेजिडेंसी स्थापित हुई। द्वितीय युद्ध (1848-49) मुल्तान के गवर्नर मूलराज और छत्तर सिंह के विद्रोह से भड़का। 13 जनवरी 1849 को चिलियांवाला में सिखों ने कड़ा मुकाबला किया, किंतु 21 फरवरी 1849 को जनरल चार्ल्स नेपियर/ह्यू गफ के नेतृत्व में 'गुजरात की लड़ाई' (Battle of Gujrat / तोपों का युद्ध) में सिख सेना निर्णायक रूप से परास्त हुई। 29 मार्च 1849 को डलहौजी ने पंजाब का विलय किया और जॉन लॉरेंस, हेनरी लॉरेंस व चार्ल्स मैन्सेल का तीन सदस्यीय बोर्ड बनाया। प्रसिद्ध कोहिनूर हीरा महारानी विक्टोरिया को भेज दिया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1813 के चार्टर अधिनियम (Charter Act of 1813) के प्रमुख प्रावधानों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ईस्ट इंडिया कंपनी के भारतीय व्यापार के एकाधिकार को समाप्त कर दिया गया, किंतु चाय के व्यापार तथा चीन के साथ व्यापार पर एकाधिकार बना रहा।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स्थानीय विद्वानों के प्रोत्साहन और शिक्षा के विकास हेतु प्रतिवर्ष कम से कम ₹1 लाख का बजट स्वीकृत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ईसाई मिशनरियों को भारत में धर्म प्रचार करने और बसने की आधिकारिक कानूनी अनुमति प्रदान की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सभी व्यापारिक अधिकारों को पूरी तरह समाप्त कर इसे केवल विशुद्ध प्रशासनिक निकाय बना दिया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कंपनी के सभी व्यापारिक अधिकारों को पूरी तरह समाप्त कर इसे केवल विशुद्ध प्रशासनिक निकाय बना दिया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ईस्ट इंडिया कंपनी के भारतीय व्यापार के एकाधिकार को समाप्त कर दिया गया, किंतु चाय के व्यापार तथा चीन के साथ व्यापार पर एकाधिकार बना रहा।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स्थानीय विद्वानों के प्रोत्साहन और शिक्षा के विकास हेतु प्रतिवर्ष कम से कम ₹1 लाख का बजट स्वीकृत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ईसाई मिशनरियों को भारत में धर्म प्रचार करने और बसने की आधिकारिक कानूनी अनुमति प्रदान की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1813 का चार्टर एक्ट नेपोलियन की 'महाद्वीपीय व्यवस्था' (Continental System) के कारण ब्रिटिश व्यापारियों के दबाव में लाया गया था। इस अधिनियम ने कंपनी के 20 वर्षीय व्यापारिक एकाधिकार को समाप्त कर सभी ब्रिटिश नागरिकों हेतु भारत में व्यापार खोल दिया, किंतु दो अपवाद रखे गए: चाय का व्यापार और चीन देश के साथ व्यापार पर कंपनी का एकाधिकार 1833 तक जारी रहा। भारत में शिक्षा और विज्ञान के विकास हेतु वार्षिक ₹1 लाख की धनराशि निर्धारित की गई (जिसने आगे चलकर प्राच्य-पाश्चात्य शिक्षा विवाद को जन्म दिया)। ईसाई धर्म प्रचारकों को भारत में प्रवेश और धर्म प्रचार की कानूनी छूट दी गई तथा ब्रिटिश सम्राट की संप्रभुता को स्पष्ट किया गया। कंपनी के सभी व्यापारिक अधिकारों को पूर्णतः समाप्त करने और इसे केवल प्रशासनिक निकाय बनाने का कार्य 1833 के चार्टर एक्ट द्वारा किया गया था, न कि 1813 द्वारा। अतः विकल्प D असत्य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1833 के चार्टर अधिनियम (Charter Act of 1833 / सेंट हेलेना अधिनियम) के संदर्भ में निम्नलिखित कथनों पर विचार कीजिए: A. 'बंगाल के गवर्नर-जनरल' को 'भारत का गवर्नर-जनरल' बना दिया गया और लॉर्ड विलियम बेंटिंक भारत के प्रथम गवर्नर-जनरल बने। B. कंपनी के चाय और चीन के साथ व्यापारिक एकाधिकार सहित समस्त व्यापारिक कार्यों को पूर्णतः समाप्त कर इसे एक विशुद्ध प्रशासनिक संस्था बना दिया गया। C. गवर्नर-जनरल की परिषद में कानूनी सलाह हेतु चौथे सदस्य के रूप में एक 'विधि सदस्य' (Law Member) को शामिल किया गया और लॉर्ड मैकाले प्रथम विधि सदस्य बने। D. इस अधिनियम की धारा 87 में प्रावधान था कि किसी भी भारतीय को धर्म, जन्मस्थान, मूलवंश या रंग के आधार पर कंपनी के अधीन किसी पद से वंचित नहीं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1833 का चार्टर एक्ट ब्रिटिश भारत के विधायी और प्रशासनिक केंद्रीकरण का चरमोत्कर्ष था। इसके तहत बंगाल के गवर्नर-जनरल लॉर्ड विलियम बेंटिंक को संपूर्ण भारत का प्रथम गवर्नर-जनरल बनाया गया तथा मद्रास और बंबई की प्रांतीय सरकारों से कानून बनाने की शक्ति छीनकर केंद्रीय परिषद में निहित कर दी गई। कंपनी का व्यापारिक अस्तित्व पूरी तरह समाप्त कर दिया गया। गवर्नर-जनरल की परिषद में लॉर्ड थॉमस बैबिंगटन मैकाले को प्रथम विधि सदस्य (बिना मतदान अधिकार) के रूप में जोड़ा गया और 1834 में मैकाले की अध्यक्षता में प्रथम 'विधि आयोग' बना जिसने भारतीय दंड संहिता (IPC) का प्रारूप तैयार किया। धारा 87 ने सरकारी सेवाओं में योग्यता को एकमात्र आधार मानकर गैर-भेदभाव का सिद्धांत घोषित किया (यद्यपि यह लंबे समय तक कागजी रहा)। इसी अधिनियम ने भारत में दास प्रथा को गैर-कानूनी घोषित करने का निर्देश दिया जिसे 1843 में लॉर्ड एलेनबरो ने समाप्त किया।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1853 के चार्टर अधिनियम (Charter Act of 1853) के संदर्भ में निम्नलिखित में से कौन-सा सुधार पहली बार क्रियान्वित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सिविल सेवाओं (ICS) में खुली प्रतियोगी परीक्षा (Open Competitive Examination) द्वारा भर्ती प्रणाली की शुरुआत।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शासन को आगामी 20 वर्षों के लिए निश्चित समय सीमा हेतु नवीनीकृत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पहली बार महिलाओं को मताधिकार प्रदान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 स्तर पर द्वैध शासन प्रणाली की शुरुआत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सिविल सेवाओं (ICS) में खुली प्रतियोगी परीक्षा (Open Competitive Examination) द्वारा भर्ती प्रणाली की शुरुआत।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शासन को आगामी 20 वर्षों के लिए निश्चित समय सीमा हेतु नवीनीकृत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पहली बार महिलाओं को मताधिकार प्रदान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 स्तर पर द्वैध शासन प्रणाली की शुरुआत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1853 का चार्टर एक्ट कंपनी के शासनकाल का अंतिम चार्टर अधिनियम था। इसकी सबसे युगांतरकारी विशेषता यह थी कि इसने सिविल सेवाओं (ICS) में 'संरक्षण प्रणाली' (Patronage System) यानी कोर्ट ऑफ डायरेक्टर्स की सिफारिश पर नियुक्ति को समाप्त कर खुली प्रतियोगी परीक्षा के माध्यम से चयन की व्यवस्था की। 1854 में लॉर्ड मैकाले की अध्यक्षता में 'सिविल सेवा समिति' (Macaulay Committee) नियुक्त की गई और 1855 से लंदन में परीक्षाएं शुरू हुईं (1863 में सत्येंद्रनाथ टैगोर प्रथम भारतीय आई.सी.एस. बने)। इस अधिनियम ने पहली बार गवर्नर-जनरल के विधायी और प्रशासनिक कार्यों को अलग किया तथा 6 नए विधायी पार्षदों को जोड़कर 12 सदस्यीय 'केंद्रीय विधान परिषद' (लघु संसद) का गठन किया। इस चार्टर में किसी निश्चित अवधि (जैसे 20 वर्ष) का उल्लेख नहीं था, जिसका स्पष्ट संकेत था कि ब्रिटिश क्राउन जब चाहे कंपनी के शासन को समाप्त कर सकता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1858 के 'भारत सरकार अधिनियम' (Government of India Act, 1858 / महारानी की उद्घोषणा) के संदर्भ में निम्नलिखित कथनों पर विचार कीजिए: A. ईस्ट इंडिया कंपनी के शासन को समाप्त कर भारत का शासन प्रत्यक्ष रूप से ब्रिटिश क्राउन (महारानी विक्टोरिया) के अधीन कर दिया गया। B. 'कोर्ट ऑफ डायरेक्टर्स' और 'बोर्ड ऑफ कंट्रोल' को समाप्त कर द्वैध शासन का अंत किया गया तथा लंदन में 'भारत सचिव' (Secretary of State for India) का नया पद सृजित हुआ। C. भारत सचिव की सहायता हेतु 15 सदस्यीय 'भारत परिषद' (Council of India) का गठन किया गया जिसके अध्यक्ष भारत सचिव थे। D. भारत के गवर्नर-जनरल को 'वायसराय' (क्राउन का प्रत्यक्ष प्रतिनिधि) की पदवी दी गई और लॉर्ड कैनिंग भारत के प्रथम वायसराय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विद्रोह के प्रत्यक्ष परिणाम के रूप में ब्रिटिश संसद ने 2 अगस्त 1858 को 'भारत सरकार अधिनियम, 1858' (Act for the Better Government of India) पारित किया। इसने 1784 से चले आ रहे कोर्ट ऑफ डायरेक्टर्स और बोर्ड ऑफ कंट्रोल के द्वैध शासन को पूरी तरह समाप्त कर दिया। ब्रिटिश मंत्रिमंडल के एक सदस्य को 'भारत का राज्य सचिव' बनाया गया (लॉर्ड स्टेनली पहले भारत सचिव बने) तथा उनकी सहायता हेतु 15 सदस्यीय सलाहकार परिषद बनाई गई जिसका खर्च भारतीय राजस्व से दिया जाता था। 1 नवंबर 1858 को इलाहाबाद के मिंटो पार्क में लॉर्ड कैनिंग ने महारानी विक्टोरिया की ऐतिहासिक उद्घोषणा पढ़कर सुनाई जिसे भारतीयों के अधिकारों का 'मैग्नाकार्टा' कहा गया; इसमें देशी राज्यों के विलय की नीति त्यागने और धार्मिक मामलों में अहस्तक्षेप का वचन दिया गया। लॉर्ड कैनिंग भारत के अंतिम गवर्नर-जनरल और प्रथम वायसराय बने।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भारत के संवैधानिक अधिनियमों एवं उनकी प्रमुख विशेषताओं का सही मिलान कीजिए: सूची-I: सूची-I: A. भारतीय परिषद अधिनियम, 1861 B. भारतीय परिषद अधिनियम, 1892 C. भारतीय परिषद अधिनियम, 1909 D. भारत सरकार अधिनियम, 1919 सूची-II: 1. विभागीय/पोर्टफोलियो प्रणाली को वैधानिक मान्यता तथा आपातकाल में वायसराय को अध्यादेश जारी करने की शक्ति 2. विधान परिषदों में बजट पर बहस करने तथा सार्वजनिक हित के मुद्दों पर प्रश्न पूछने का सीमित अधिकार 3. मुसलमानों के लिए पृथक निर्वाचक मंडल (सांप्रदायिक प्रतिनिधित्व) की शुरुआत 4. प्रांतों में द्वैध शासन (Dyarchy) तथा केंद्र में द्विसदनीय विधायिका की स्थापना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1861 के भारतीय परिषद अधिनियम ने लॉर्ड कैनिंग द्वारा 1859 में शुरू की गई पोर्टफोलियो (विभागीय) व्यवस्था को वैधानिक दर्जा दिया, बंबई व मद्रास को कानून बनाने की शक्ति लौटाकर विधायी विकेंद्रीकरण किया तथा वायसराय को 6 माह की अवधि हेतु अध्यादेश (Ordinance) जारी करने की शक्ति दी। 1892 के अधिनियम ने विधान परिषदों के सदस्यों को बजट पर चर्चा करने और 6 दिन की पूर्व सूचना पर पूरक प्रश्न पूछे बिना प्रश्न पूछने का अधिकार दिया तथा गैर-सरकारी सदस्यों हेतु अप्रत्यक्ष निर्वाचन की शुरुआत की। 1909 के मार्ले-मिंटो सुधार ने मुसलमानों को पृथक निर्वाचन दिया और पूरक प्रश्न पूछने व बजट पर प्रस्ताव रखने की अनुमति दी। 1919 के मोंटेग्यू-चेम्सफोर्ड सुधार ने प्रांतों में आरक्षित व हस्तांतरित विषयों में बांटकर द्वैध शासन लगाया और केंद्र में राज्य परिषद व केंद्रीय विधानसभा बनाई।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काल के दौरान भारत में आए भीषण अकालों की जांच हेतु गठित 'अकाल आयोगों' (Famine Commissions) एवं उनके अध्यक्षों का सही मिलान कीजिए: सूची-I: सूची-I: A. कैंपबेल आयोग (1866-1867) B. स्ट्रैची आयोग (1880) C. लायल आयोग (1897) D. मैकडोनेल आयोग (1900) सूची-II: 1. सर जॉर्ज कैंपबेल (उड़ीसा अकाल - राहत कार्यों में सरकार के दायित्व की प्रथम संस्तुति) 2. सर रिचर्ड स्ट्रैची (लॉर्ड लिटन - 'अकाल संहिता' / Famine Code का निर्माण) 3. सर जेम्स लायल (लॉर्ड एल्गिन द्वितीय - सिंचाई सुविधाओं के विस्तार पर बल) 4. सर एंटनी मैकडोनेल (लॉर्ड कर्जन - 'नैतिक प्रभाव' एवं कृषि बैंकों की स्थापना)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आर्थिक नीतियों और औपनिवेशिक उपेक्षा के कारण भारत में बार-बार विनाशकारी अकाल पड़े। 1866 के उड़ीसा अकाल (जिसमें 10 लाख से अधिक लोग मरे और जिसे 'समुद्र अकाल' कहा गया) की जांच हेतु सर जॉर्ज कैंपबेल की अध्यक्षता में पहला आयोग बना। 1876-78 के भीषण दक्कन अकाल के बाद लॉर्ड लिटन ने 1880 में सर रिचर्ड स्ट्रैची आयोग बनाया, जिसने पहली बार अकाल पीड़ितों को सहायता प्रदान करने हेतु राज्य के कानूनी दायित्व को स्वीकारा और इसी की सिफारिशों पर 1883 में प्रोविजनल 'अकाल संहिता' (Famine Code) तैयार हुई। 1896-97 के अकाल पर लॉर्ड एल्गिन द्वितीय के काल में सर जेम्स लायल आयोग तथा 1899-1900 के 'छप्पनिया अकाल' के बाद लॉर्ड कर्जन ने 1900 में सर एंटनी मैकडोनेल आयोग बनाया जिसने समय से पूर्व अकाल राहत, अकाल आयुक्त की नियुक्ति और सहकारी साख समितियों की स्थापना की सिफारिश की।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भारत में आधुनिक शिक्षा के विकास से संबंधित आयोगों एवं नीतियों के संदर्भ में निम्नलिखित कथनों पर विचार कीजिए: A. 1835 के 'मैकाले स्मरण-पत्र' (Macaulay's Minute) ने अंग्रेजी माध्यम में पश्चिमी शिक्षा देने तथा 'अधोमुखी निस्यंदन सिद्धांत' (Downward Filtration Theory) को प्रतिपादित किया। B. 1854 का 'वुड्स डिस्पैच' (Wood's Despatch) भारतीय शिक्षा का 'मैग्नाकार्टा' कहलाता है, जिसके तहत 1857 में कलकत्ता, बंबई और मद्रास विश्वविद्यालयों की स्थापना हुई। C. 1882 के 'हंटर शिक्षा आयोग' ने प्राथमिक शिक्षा के प्रसार और इसका नियंत्रण नगरपालिकाओं व जिला परिषदों को सौंपने की सिफारिश की। D. 1917 के 'सैडलर विश्वविद्यालय आयोग' ने स्कूली शिक्षा को 12 वर्ष करने (10+2+3 प्रणाली की नींव) तथा माध्यमिक व इंटरमीडिएट बोर्ड बनाने का सुझाव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काल में शिक्षा का क्रमिक विकास हुआ। लॉर्ड मैकाले ने 2 फरवरी 1835 के अपने प्रसिद्ध मिनट में कहा कि "एक अच्छे यूरोपीय पुस्तकालय की एक अलमारी का एक तख्ता भारत और अरब के संपूर्ण देशी साहित्य के बराबर है" और उच्च वर्ग को शिक्षित कर जनता तक शिक्षा टपकने का सिद्धांत (Filtration Theory) दिया। 1854 में चार्ल्स वुड के निर्देश पत्र (Wood's Despatch) ने प्राथमिक से विश्वविद्यालय स्तर तक व्यापक योजना बनाई, लंदन विश्वविद्यालय की तर्ज पर 1857 में तीन विश्वविद्यालय स्थापित करवाए और महिला शिक्षा व अनुदान प्रणाली (Grants-in-aid) शुरू की। 1882 में लॉर्ड रिपन ने सर विलियम हंटर आयोग बनाया जिसने प्राथमिक व माध्यमिक शिक्षा पर जोर दिया। 1917 में लॉर्ड चेम्सफोर्ड ने डॉ. माइकल सैडलर (लीड्स वि.वि. के कुलपति) की अध्यक्षता में कलकत्ता विश्वविद्यालय की समस्याओं की जांच हेतु आयोग बनाया जिसमें आशुतोष मुखर्जी और डॉ. जियाउद्दीन अहमद भारतीय सदस्य थे; इसने महिला शिक्षा हेतु विशेष बोर्ड और ऑनर्स पाठ्यक्रमों की सिफारिश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शासन के दौरान भारत में सिविल सेवा एवं पुलिस प्रशासन के विकास के संदर्भ में निम्नलिखित कथनों पर विचार कीजिए: A. लॉर्ड कॉर्नवालिस को 'भारतीय सिविल सेवा का जनक' तथा 'आधुनिक भारतीय पुलिस प्रशासन का जनक' माना जाता है। B. कॉर्नवालिस ने 1791 में पुलिस सुधार करते हुए जमींदारों से पुलिस अधिकार छीने और प्रत्येक जिले में थानों की स्थापना कर 'दारोगा' नियुक्त किए। C. 1886 में लॉर्ड डफरिन द्वारा गठित 'एचिसन आयोग' (Aitchison Commission) ने सिविल सेवाओं को तीन श्रेणियों-साम्राज्यिक (Imperial), प्रांतीय (Provincial) और अधीनस्थ (Subordinate) में बांटने की सिफारिश की। D. 1923 में लॉर्ड ली की अध्यक्षता में गठित 'ली आयोग' (Lee Commission) की सिफारिश पर 1926 में भारत में 'केंद्रीय लोक सेवा आयोग' (UPSC की पूर्ववर्ती संस्था) की स्थापना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कॉर्नवालिस (1786-1793) ने भारत में प्रशासनिक शुद्धिकरण और विधि का शासन स्थापित करने हेतु सिविल सेवाओं में अनुबंध प्रणाली लागू की और भ्रष्ट अधिकारियों के निजी व्यापार पर रोक लगाकर उनके वेतन में भारी वृद्धि की। उन्होंने 1791 में एसपी (जिला पुलिस अधीक्षक) के अधीन थानों का जाल बिछाया और दारोगा व्यवस्था शुरू की। 1886 में सर चार्ल्स एचिसन की अध्यक्षता में गठित 15 सदस्यीय आयोग ने न्यूनतम आयु 19 से बढ़ाकर 23 वर्ष करने तथा सेवाओं को केंद्रीय/साम्राज्यिक, प्रांतीय और अधीनस्थ में वर्गीकृत करने का सुझाव दिया। 1923 के ली आयोग (रॉयल कमीशन ऑन सुपीरियर सिविल सर्विसेज) ने 15 वर्षों में आईसीएस का 50:50 भारतीयकरण करने तथा 1919 के एक्ट की धारा 96C के तहत एक वैधानिक लोक सेवा आयोग बनाने की सिफारिश की, जिसके आधार पर 1 अक्टूबर 1926 को सर रॉस बार्कर की अध्यक्षता में लोक सेवा आयोग बना।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1793 में लॉर्ड कॉर्नवालिस द्वारा लागू की गई 'कॉर्नवालिस संहिता' (Cornwallis Code) की सर्वाधिक आधारभूत और युगांतरकारी प्रशासनिक विशेषता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राजस्व प्रशासन और न्यायिक प्रशासन का पूर्ण पृथक्करण (Separation of Revenue and Judicial Powers)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भारतीय कानूनों का अंग्रेजी में अनिवार्य अनुवाद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 और पुलिस का एकीकरण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 विधान परिषदों की स्थापना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राजस्व प्रशासन और न्यायिक प्रशासन का पूर्ण पृथक्करण (Separation of Revenue and Judicial Powers)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भारतीय कानूनों का अंग्रेजी में अनिवार्य अनुवाद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सेना और पुलिस का एकीकरण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 विधान परिषदों की स्थापना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लॉर्ड कॉर्नवालिस द्वारा 1793 में तैयार की गई 'कॉर्नवालिस संहिता' (Cornwallis Code) प्रसिद्ध दार्शनिक मोंटेस्क्यू के 'शक्ति पृथक्करण के सिद्धांत' (Separation of Powers) पर आधारित थी। इस संहिता की सबसे क्रांतिकारी विशेषता यह थी कि इसने जिला कलेक्टर से न्यायिक और मजिस्ट्रेट के अधिकार पूरी तरह छीन लिए और उसे केवल राजस्व वसूली तक सीमित कर दिया। न्याय कार्यों हेतु एक अलग 'जिला न्यायाधीश' (District Judge) का पद सृजित किया गया। दीवानी और फौजदारी मुकदमों की अपील हेतु चार प्रांतीय भ्रमणकारी अदालतें (Circuit Courts - कलकत्ता, ढाका, मुर्शिदाबाद, पटना) बनाई गईं तथा सर्वोच्च अपीलीय अदालतें 'सदर दीवानी अदालत' और 'सदर निज़ामत अदालत' थीं। इस व्यवस्था ने सरकारी अधिकारियों को भी कानून के अधीन लाकर 'विधि के शासन' (Rule of Law) की स्थापना की।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आंदोलन में 'उग्रवादी/गरमपंथी विचारधारा' के उदय एवं उनके प्रमुख विचारों के संदर्भ में निम्नलिखित कथनों पर विचार कीजिए: A. अरविंद घोष ने 1893-94 में 'इन्दु प्रकाश' पत्रिका में "New Lamps for Old" शीर्षक से लेख लिखकर नरमपंथियों की भिक्षावृत्ति की तीखी आलोचना की थी। B. बाल गंगाधर तिलक ने जनता में राष्ट्रीय चेतना और संगठन शक्ति जगाने हेतु 1893 में 'गणपति उत्सव' तथा 1895 में 'शिवाजी उत्सव' प्रारंभ किए। C. अरविंद घोष ने 'वंदे मातरम' में 'निष्क्रिय प्रतिरोध का सिद्धांत' (Doctrine of Passive Resistance) प्रतिपादित किया। D. लाल-बाल-पाल (लाला लाजपत राय, बाल गंगाधर तिलक, बिपिन चंद्र पाल) ने 'स्वदेशी, बहिष्कार, राष्ट्रीय शिक्षा और स्वराज्य' को आंदोलन के चार मुख्य आधार स्तंभ बनाया।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1890 के दशक के उत्तरार्ध में कांग्रेस की उदारवादी नीतियों की विफलता, 1896-97 के अकाल और प्लेग तथा अंतरराष्ट्रीय घटनाओं (1896 में इथियोपिया द्वारा इटली की पराजय, 1905 में जापान द्वारा रूस की पराजय) ने उग्रवादी राष्ट्रवाद को जन्म दिया। अरविंद घोष ने मात्र 21 वर्ष की आयु में 1893 में इंदु प्रकाश में लिखा कि "हमारी राष्ट्रीय कांग्रेस अंधी की तरह आगे बढ़ रही है और यह मध्यवर्गीय पाखंड का शिकार है।" तिलक ने महाराष्ट्र में अखाड़े, लाठी क्लब, गणपति और शिवाजी उत्सवों से जनचेतना फैलाई और 'केसरी' में लिखा कि "स्वराज मेरा जन्मसिद्ध अधिकार है।" अरविंद घोष ने विदेशी माल, सरकारी न्यायालयों, स्कूलों और पदों के पूर्ण बहिष्कार का वैज्ञानिक सिद्धांत 'पैसिव रेजिस्टेंस' प्रस्तुत किया। लाल-बाल-पाल की त्रिमूर्ति ने भारतीय स्वाधीनता आंदोलन को अभिजात वर्ग के ड्राइंग रूम से निकालकर व्यापक जनसाधारण तक पहुंचाया।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 विभाजन' (Partition of Bengal, 1905) के संदर्भ में निम्नलिखित ऐतिहासिक तिथियों एवं तथ्यों पर विचार कीजिए: A. लॉर्ड कर्जन द्वारा बंगाल विभाजन के निर्णय की आधिकारिक घोषणा 20 जुलाई 1905 को की गई थी। B. विभाजन के विरोध में 7 अगस्त 1905 को कलकत्ता के टाउन हॉल में ऐतिहासिक बैठक में 'बहिष्कार प्रस्ताव' (Boycott Resolution) पारित कर 'स्वदेशी आंदोलन' की औपचारिक घोषणा की गई। C. बंगाल विभाजन 16 अक्टूबर 1905 को प्रभावी हुआ, जिसे पूरे बंगाल में 'शोक दिवस' (Day of Mourning) के रूप में मनाया गया। D. रवींद्रनाथ टैगोर के सुझाव पर हिंदू-मुस्लिम एकता और अविभाज्य बंधुत्व के प्रतीक के रूप में 16 अक्टूबर को 'राखी दिवस' मनाया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विभाजन आधुनिक भारतीय इतिहास का युगांतरकारी मोड़ था। प्रशासनिक सुविधा का बहाना बनाकर वायसराय लॉर्ड कर्जन ने वास्तव में बंगाल के सशक्त राष्ट्रवाद को धार्मिक आधार पर विभाजित करने का षड्यंत्र रचा था (पश्चिम बंगाल: हिंदू बहुल, पूर्वी बंगाल व असम: मुस्लिम बहुल)। 20 जुलाई 1905 को विभाजन की घोषणा हुई जिसके विरोध में कृष्ण कुमार मित्र की पत्रिका 'संजीवनी' में दिए गए सुझाव पर 7 अगस्त 1905 को कलकत्ता के टाउन हॉल में स्वदेशी और विदेशी माल के बहिष्कार का ऐतिहासिक प्रस्ताव पारित हुआ। 16 अक्टूबर 1905 को जब विभाजन आधिकारिक रूप से लागू हुआ, तो लोगों ने उपवास रखे, नंगे पैर गंगा स्नान किया, 'वंदे मातरम' गाते हुए प्रभात फेरियां निकालीं और रवींद्रनाथ टैगोर के आह्वान पर एक-दूसरे की कलाई पर रक्षा-सूत्र (राखियां) बांधकर अटूट राष्ट्रीय एकता प्रदर्शित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स्वदेशी आंदोलन (1905-1908) के अखिल भारतीय प्रसार एवं विभिन्न क्षेत्रों के प्रमुख नेतृत्वकर्ताओं का सही मिलान कीजिए: सूची-I: सूची-I: A. महाराष्ट्र एवं बंबई B. पंजाब एवं उत्तर प्रदेश C. दिल्ली D. मद्रास प्रेसीडेंसी सूची-II: 1. बाल गंगाधर तिलक (गणपति एवं शिवाजी उत्सवों द्वारा प्रसार) 2. लाला लाजपत राय एवं सरदार अजीत सिंह (भारत माता सोसाइटी) 3. सैयद हैदर रज़ा 4. वी.ओ. चिदंबरम पिल्लई एवं सुब्रमण्यम भारती (स्वदेशी स्टीम नेविगेशन कंपनी)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स्वदेशी आंदोलन बंगाल की सीमाओं को लांघकर संपूर्ण भारत में फैल गया। महाराष्ट्र में लोकमान्य बाल गंगाधर तिलक ने गणपति और शिवाजी उत्सवों के माध्यम से स्वदेशी और बहिष्कार का संदेश जन-जन तक पहुंचाया। पंजाब में लाला लाजपत राय और सरदार अजीत सिंह (भगत सिंह के चाचा) ने 'अंजुमन-ए-मोहिब्बान-ए-वतन' के बैनर तले किसानों और युवाओं को संगठित किया। दिल्ली में सैयद हैदर रज़ा ने विदेशी वस्त्रों के बहिष्कार और स्वदेशी वस्तुओं के उपयोग की कमान संभाली। मद्रास प्रेसीडेंसी में वी.ओ. चिदंबरम पिल्लई ने ब्रिटिश नौवहन एकाधिकार को सीधी चुनौती देने हेतु तूतीकोरिन में 'स्वदेशी स्टीम नेविगेशन कंपनी' की स्थापना की तथा महान तमिल कवि सुब्रमण्यम भारती ने राष्ट्रभक्ति गीतों से जनचेतना जागृत की। आंध्र में इस आंदोलन को 'वंदे मातरम आंदोलन' कहा गया जिसका नेतृत्व गादिचेरला हरिसर्वोत्तम राव ने किया।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स्वदेशी आंदोलन के दौरान 'राष्ट्रीय शिक्षा' एवं सांस्कृतिक जागरण के संदर्भ में निम्नलिखित कथनों पर विचार कीजिए: A. 1906 ई. में 'राष्ट्रीय शिक्षा परिषद' (National Council of Education) की स्थापना सतीश चंद्र मुखर्जी और गुरुदास बनर्जी के प्रयासों से हुई। B. 15 अगस्त 1906 को स्थापित 'बंगाल नेशनल कॉलेज' के प्रथम प्रधानाचार्य (Principal) अरविंद घोष बने। C. रवींद्रनाथ टैगोर ने इसी आंदोलन के दौरान प्रसिद्ध गीत 'आमार सोनार बांग्ला' लिखा, जो 1971 में बांग्लादेश का राष्ट्रगान बना। D. अवनींद्रनाथ टैगोर ने पश्चिमी प्रभाव को त्यागकर भारतीय पारंपरिक कला को पुनर्जीवित करते हुए प्रसिद्ध 'भारत माता' का चित्र बनाया।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स्वदेशी आंदोलन ने आत्मनिर्भरता (आत्मशक्ति) और राष्ट्रीय शिक्षा को अभूतपूर्व प्रोत्साहन दिया। सरकारी शिक्षण संस्थानों के बहिष्कार के बाद सतीश चंद्र मुखर्जी की 'डॉन सोसाइटी' (Dawn Society, 1902) के आधार पर 15 अगस्त 1906 को 'राष्ट्रीय शिक्षा परिषद' और 'बंगाल नेशनल कॉलेज' की स्थापना हुई जिसके प्रथम प्राचार्य अरविंद घोष बने। इसी समय प्राविधिक शिक्षा हेतु 'बंगाल टेक्निकल इंस्टीट्यूट' स्थापित हुआ। रवींद्रनाथ टैगोर ने 'आमार सोनार बांग्ला' की रचना की और स्वदेशी समाज का दर्शन दिया। अवनींद्रनाथ टैगोर ने 'इंडियन सोसाइटी ऑफ ओरिएंटल आर्ट' (1907) बनाई और विक्टोरियन शैली के स्थान पर अजंता-मुगल भित्तिचित्रों से प्रेरित होकर प्रसिद्ध 'भारत माता' (चार भुजाओं वाली तपस्विनी) का चित्र बनाया। प्रफुल्ल चंद्र रे ने 'बंगाल केमिकल्स एंड फार्मास्युटिकल वर्क्स' की स्थापना कर स्वदेशी उद्योग की नींव रखी।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1906 के कलकत्ता कांग्रेस अधिवेशन एवं 'सूरत विभाजन' (1907) के संदर्भ में निम्नलिखित कथनों पर विचार कीजिए: A. 1906 के कलकत्ता अधिवेशन में उदारवादियों और उग्रवादियों के मतभेद टालने हेतु दादाभाई नौरोजी को अध्यक्ष बनाया गया। B. 1906 में कांग्रेस ने पहली बार अपने मंच से 'स्वराज' (स्वशासन) को अपना राष्ट्रीय लक्ष्य घोषित किया तथा स्वदेशी, बहिष्कार व राष्ट्रीय शिक्षा पर चार प्रस्ताव पारित किए। C. 1907 के सूरत अधिवेशन (23वां सत्र) में रास बिहारी घोष अध्यक्ष चुने गए, जबकि उग्रवादी लाला लाजपत राय या बाल गंगाधर तिलक को अध्यक्ष बनाना चाहते थे। D. सूरत अधिवेशन में कांग्रेस का औपचारिक विभाजन हुआ और उदारवादियों ने उग्रवादियों को कांग्रेस से निष्कासित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स्वदेशी आंदोलन के अखिल भारतीय विस्तार तथा 'स्वराज' की परिभाषा को लेकर नरमपंथियों और गरमपंथियों के बीच तनाव चरम पर था। 1906 के कलकत्ता अधिवेशन में दादाभाई नौरोजी की सर्वमान्य अध्यक्षता में चार ऐतिहासिक प्रस्ताव-स्वराज, स्वदेशी, बहिष्कार और राष्ट्रीय शिक्षा पारित हुए। 1907 का अधिवेशन पहले नागपुर में होना था किंतु तिलक के प्रभाव से बचने हेतु नरमपंथियों ने इसे सूरत स्थानांतरित कर दिया। उग्रवादी चाहते थे कि 1906 के चारों प्रस्तावों को पुनः दोहराया जाए और लाला लाजपत राय या तिलक अध्यक्ष बनें, किंतु नरमपंथियों ने रास बिहारी घोष को अध्यक्ष चुना। 26 दिसंबर 1907 को ताप्ती नदी के किनारे भारी हंगामे के बीच कांग्रेस विभाजित हो गई। इसके बाद ब्रिटिश सरकार ने दमन चक्र चलाते हुए 1908 में तिलक को 6 वर्ष के कारावास हेतु मांडले जेल (बर्मा) भेज दिया और विपिन चंद्र पाल व अरविंद घोष राजनीति से अलग हो गए।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30 दिसंबर 1906 को ढाका में नवाब सलीमुल्लाह खां और आगा खां के प्रयासों से स्थापित 'अखिल भारतीय मुस्लिम लीग' (All India Muslim League) के प्रथम निर्वाचित अध्यक्ष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वकार-उल-मुल्क मुश्ताक हुसैन (Vaqar-ul-Mulk)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सैयद अहमद 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मोहम्मद अली जिन्ना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नवाब मोहसिन-उल-मुल्क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वकार-उल-मुल्क मुश्ताक हुसैन (Vaqar-ul-Mulk)</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सैयद अहमद 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अली जिन्ना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नवाब मोहसिन-उल-मुल्क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 अक्टूबर 1906 को आगा खां के नेतृत्व में 35 सदस्यीय मुस्लिम प्रतिनिधिमंडल शिमला में वायसराय लॉर्ड मिंटो से मिला (शिमला डेपुटेशन) और मुसलमानों के लिए पृथक राजनीतिक प्रतिनिधित्व की मांग की। इसके पश्चात 30 दिसंबर 1906 को ढाका के शाहबाग में आयोजित 'मुहम्मडन एजुकेशनल कॉन्फ्रेंस' के वार्षिक सम्मेलन में नवाब सलीमुल्लाह खां के प्रस्ताव पर 'अखिल भारतीय मुस्लिम लीग' का गठन किया गया। नवाब वकार-उल-मुल्क मुश्ताक हुसैन ने इस संस्थापक सम्मेलन की अध्यक्षता की और वे लीग के प्रथम अध्यक्ष बने। 1908 में अमृतसर अधिवेशन में आगा खां को मुस्लिम लीग का स्थायी अध्यक्ष चुना गया तथा इसका मुख्यालय लखनऊ में स्थापित किया गया। मुस्लिम लीग का मुख्य उद्देश्य ब्रिटिश सरकार के प्रति मुसलमानों में निष्ठा बढ़ाना, राजनीतिक अधिकारों की रक्षा करना और कांग्रेस के प्रभाव को रोकना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1909 के 'मार्ले-मिंटो सुधार' / 'भारतीय परिषद अधिनियम, 1909' (Morley-Minto Reforms) के संदर्भ में निम्नलिखित कथनों पर विचार कीजिए: A. इस अधिनियम द्वारा केंद्रीय और प्रांतीय विधान परिषदों के आकार और शक्तियों में पर्याप्त वृद्धि की गई। B. इसमें पहली बार मुसलमानों के लिए 'पृथक निर्वाचक मंडल' (Separate Electorates) की व्यवस्था कर सांप्रदायिक प्रतिनिधित्व को वैधानिक रूप दिया गया। C. सत्येंद्र प्रसाद सिन्हा (S.P. Sinha) वायसराय की कार्यकारी परिषद में नियुक्त होने वाले प्रथम भारतीय (विधि सदस्य) बने। D. लॉर्ड मिंटो ने लॉर्ड मार्ले को लिखे पत्र में कहा था: "हम नाग के दांत बो रहे हैं और इसका फल अत्यंत भीषण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1909 का अधिनियम भारत सचिव जॉन मार्ले और वायसराय लॉर्ड मिंटो के नाम पर 'मार्ले-मिंटो सुधार' कहलाता है। इसका सबसे विभाजनकारी पहलू मुसलमानों के लिए पृथक निर्वाचन क्षेत्र की शुरुआत थी, जिसके तहत केवल मुस्लिम मतदाता ही मुस्लिम प्रतिनिधियों को चुन सकते थे; इसलिए लॉर्ड मिंटो को 'सांप्रदायिक निर्वाचन का जनक' (Father of Communal Electorate) कहा जाता है। लॉर्ड मिंटो ने स्वयं लिखा था: "हम नाग के दांत बो रहे हैं और इसका फल भीषण होगा।" इस अधिनियम ने विधान परिषदों में बजट पर बहस करने और पूरक प्रश्न पूछने का अधिकार दिया। इसी अधिनियम के तहत सत्येंद्र प्रसाद सिन्हा वायसराय की एग्जीक्यूटिव काउंसिल में प्रथम भारतीय विधि सदस्य बने, जबकि के.जी. गुप्ता और सैयद हुसैन बिलग्रामी लंदन स्थित भारत सचिव की परिषद में नियुक्त किए गए।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दिसंबर 1911 में सम्राट जॉर्ज पंचम और महारानी मैरी के राज्याभिषेक के अवसर पर आयोजित 'तृतीय दिल्ली दरबार' के संदर्भ में निम्नलिखित कथनों पर विचार कीजिए: A. यह दरबार तत्कालीन वायसराय लॉर्ड हार्डिंग द्वितीय (1910-1916) के कार्यकाल में आयोजित किया गया था। B. इस दरबार में 1905 के 'बंगाल विभाजन को रद्द' (Annulment of Partition of Bengal) करने की ऐतिहासिक घोषणा की गई। C. भारत की प्रशासनिक राजधानी को कलकत्ता से दिल्ली स्थानांतरित करने की घोषणा की गई, जो 1911-12 में ही प्रभावी हो गई। D. 23 दिसंबर 1912 को दिल्ली में चांदनी चौक पर वायसराय लॉर्ड हार्डिंग के जुलूस पर रास बिहारी बोस और सचिंद्र सान्याल के संगठन द्वारा बम फेंका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1911 में ब्रिटिश सम्राट जॉर्ज पंचम और क्वीन मैरी के भारत आगमन पर भव्य तीसरा दिल्ली दरबार (पहला 1877 में लिटन द्वारा, दूसरा 1903 में कर्जन द्वारा) आयोजित हुआ। राष्ट्रवादी असंतोष को शांत करने हेतु सम्राट ने दो घोषणाएं कीं: (1) 1905 के बंगाल विभाजन को रद्द कर दिया गया तथा असम और बिहार-उड़ीसा को बंगाल से अलग कर नए प्रांत बनाए गए। (2) भारत की राजधानी कलकत्ता से हटाकर दिल्ली स्थानांतरित करने का निर्णय लिया गया (एडविन लुटियंस और हर्बर्ट बेकर द्वारा नई दिल्ली का निर्माण कराया गया जिसका उद्घाटन 1931 में हुआ)। 23 दिसंबर 1912 को जब लॉर्ड हार्डिंग औपचारिक रूप से दिल्ली में प्रवेश कर रहे थे, तो चांदनी चौक में उन पर बम फेंका गया (दिल्ली षड्यंत्र केस), जिसके मुख्य सूत्रधार रास बिहारी बोस, मास्टर अमीरचंद, अवध बिहारी, बालमुकुंद और बसंत कुमार विश्वास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बंगाल में प्रारंभिक क्रांतिकारी संगठनों एवं गतिविधियों के संदर्भ में निम्नलिखित कथनों पर विचार कीजिए: A. 1902 ई. में मिदनापुर में ज्ञानेंद्रनाथ बसु तथा कलकत्ता में प्रमथनाथ मित्र, जतिंद्रनाथ बनर्जी और सतीश चंद्र बसु द्वारा 'अनुशीलन समिति' की स्थापना हुई। B. 1905 में बारिंद्र कुमार घोष ने क्रांतिकारी गतिविधियों के सैद्धांतिक मार्गदर्शन हेतु प्रसिद्ध पुस्तक 'भवानी मंदिर' लिखी। C. अप्रैल 1906 में बारिंद्र कुमार घोष और भूपेंद्रनाथ दत्त (स्वामी विवेकानंद के भाई) ने साप्ताहिक क्रांतिकारी पत्रिका 'युगांतर' की शुरुआत की। D. 1908 ई. में ढाका अनुशीलन समिति के प्रमुख पुलिन बिहारी दास ने क्रांतिकारी गतिविधियों के लिए धन जुटाने हेतु ऐतिहासिक 'बर्रा डकैती' (Barrah Dacoity) को अंजाम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बंगाल में क्रांतिकारी राष्ट्रवाद का उदय स्वदेशी आंदोलन के दमन के बाद हुआ। 1902 में पी. मित्रा और अरविंद घोष के सहयोग से अनुशीलन समिति की स्थापना हुई जो शारीरिक व नैतिक प्रशिक्षण की आड़ में क्रांतिकारी युवाओं को संगठित करती थी। बारिंद्र घोष ने 'भवानी मंदिर' और 'मुक्ति कौन पाथे' जैसी प्रेरक पुस्तकें लिखीं। 1906 में 'युगांतर' पत्रिका शुरू हुई जिसका आदर्श वाक्य था: "भारत के 30 करोड़ लोग अपने 60 करोड़ हाथ उठाकर दमन का प्रतिकार करें।" ढाका अनुशीलन समिति के प्रमुख पुलिन दास ने हथियार खरीदने हेतु बर्रा में राजनीतिक डकैती की। हेमचंद्र कानूनगो ने पेरिस जाकर रूसी निर्वासित निकोलस साफरान्स्की से बम बनाने की तकनीक सीखी और मानिकतल्ला (कलकत्ता) में बम कारखाना स्थापित किया।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30 अप्रैल 1908 को मुजफ्फरपुर (बिहार) के बदनाम चीफ प्रेसीडेंसी मजिस्ट्रेट डगलस किंग्सफोर्ड की हत्या के प्रयास से जुड़े 'अलीपुर बम षड्यंत्र कांड' (Alipore Bomb Conspiracy Case) के मुख्य क्रांतिकारी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प्रफुल्ल चाकी एवं खुदीराम बोस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भगत सिंह एवं बटुकेश्वर दत्त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मदन लाल ढींगरा एवं अनंत कान्हेरे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सूर्य सेन एवं प्रीतिलता वाद्देदार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प्रफुल्ल चाकी एवं खुदीराम बोस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भगत सिंह एवं बटुकेश्वर दत्त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मदन लाल ढींगरा एवं अनंत कान्हेरे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सूर्य सेन एवं प्रीतिलता वाद्देदार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मुजफ्फरपुर के कठोर मजिस्ट्रेट किंग्सफोर्ड ने बंगाल के क्रांतिकारियों को बर्बर सजाएं दी थीं। युगांतर समूह ने उसकी हत्या का दायित्व दो नवयुवकों-खुदीराम बोस (18 वर्ष) और प्रफुल्ल चाकी को सौंपा। 30 अप्रैल 1908 को मुजफ्फरपुर में उन्होंने किंग्सफोर्ड की बग्गी समझकर बम फेंका, किंतु उसमें दुर्भाग्यवश बैरिस्टर प्रिंगल कैनेडी की पत्नी और पुत्री मारी गईं। प्रफुल्ल चाकी ने पुलिस से घिरने पर मोकामा घाट स्टेशन पर स्वयं को गोली मारकर आत्मबलिदान दे दिया। खुदीराम बोस को गिरफ्तार कर 11 अगस्त 1908 को फांसी दे दी गई (वे सबसे कम उम्र में शहीद होने वाले क्रांतिकारियों में से एक बने)। इसके बाद 'मानिकतल्ला बम मामले/अलीपुर षड्यंत्र केस' में अरविंद घोष और बारिंद्र घोष सहित 34 क्रांतिकारी पकड़े गए। चित्तरंजन दास (C.R. Das) ने अरविंद घोष का अत्यंत प्रभावशाली बचाव कर उन्हें बरी कराया, जिसके बाद अरविंद घोष राजनीति छोड़कर पुडुचेरी में आध्यात्मिक साधना में लीन हो गए।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महाराष्ट्र में प्रारंभिक क्रांतिकारी आंदोलन एवं विनायक दामोदर सावरकर (वीर सावरकर) के संदर्भ में निम्नलिखित कथनों पर विचार कीजिए: A. 1897 में चापेकर बंधुओं (दामोदर, बालकृष्ण व वासुदेव) ने पूना के प्लेग कमिश्नर डब्ल्यू.सी. रैंड और लेफ्टिनेंट आयर्स्ट की हत्या की, जो आधुनिक भारत की पहली राजनीतिक हत्या मानी जाती है। B. 1899 ई. में विनायक सावरकर और उनके भाई गणेश सावरकर ने नासिक में 'मित्र मेला' नामक गुप्त क्रांतिकारी संगठन की स्थापना की। C. 1904 ई. में मित्र मेला का नाम बदलकर 'अभिनव भारत समाज' (Young Italy की तर्ज पर) कर दिया गया। D. 1909 में अभिनव भारत के सदस्य अनंत लक्ष्मण कान्हेरे ने नासिक के जिला मजिस्ट्रेट ए.एम.टी. जैक्सन को गोली मारी (नासिक षड्यंत्र केस)।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महाराष्ट्र क्रांतिकारी राष्ट्रवाद का प्रारंभिक गढ़ था। 1897 में पूना में प्लेग के दौरान ब्रिटिश सेना के अत्याचारों से क्रुद्ध होकर चापेकर बंधुओं ने रैंड की हत्या की जिसके समर्थन में लेख लिखने पर तिलक को 18 माह की जेल हुई। विनायक दामोदर सावरकर ने 1899 में नासिक में 'मित्र मेला' बनाया जो 1904 में 200 सदस्यों के साथ 'अभिनव भारत' बना। सावरकर 1906 में कानून की पढ़ाई हेतु लंदन चले गए जहाँ उन्होंने 'इंडिया हाउस' से ब्राउनिंग पिस्तौलें भारत भेजीं। 21 दिसंबर 1909 को नासिक के थिएटर में अनंत कान्हेरे ने जैक्सन की हत्या कर दी। सावरकर को लंदन में गिरफ्तार कर भारत लाते समय उन्होंने मार्सिले (फ्रांस) बंदरगाह पर जहाज से समुद्र में छलांग लगाकर ऐतिहासिक पलायन का प्रयास किया था। उन्हें दोहरे आजीवन कारावास (50 वर्ष) की सजा देकर अंडमान की सेलुलर जेल (काला पानी) भेजा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विदेशों में भारतीय क्रांतिकारी गतिविधियों एवं उनके केंद्रों के संदर्भ में निम्नलिखित युग्मों पर विचार कीजिए: A. इंडिया हाउस (लंदन, 1905): श्यामजी कृष्ण वर्मा द्वारा स्थापित, जहाँ मदन लाल ढींगरा ने 1909 में कर्जन वायली की गोली मारकर हत्या की। B. पेरिस (फ्रांस): मैडम भीकाजी कामा (क्रांति की जननी), जिन्होंने 'वंदे मातरम' पत्रिका निकाली और 1907 में जर्मनी के स्टटगार्ट में प्रथम भारतीय राष्ट्रीय तिरंगा फहराया। C. बर्लिन (जर्मनी): वीरेंद्रनाथ चट्टोपाध्याय और भूपेंद्रनाथ दत्त द्वारा 'भारतीय स्वतंत्रता समिति' (बर्लिन कमेटी) का गठन और 'जिम्परमैन योजना' का क्रियान्वयन। D. काबुल (अफगानिस्तान, 1915): राजा महेंद्र प्रताप (राष्ट्रपति) और मौलाना बरकतुल्लाह (प्रधानमंत्री) द्वारा प्रथम निर्वासित भारत सरकार (अस्थाई सरकार) की स्थापना।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सदी के प्रारंभ में विदेशों में भारतीय स्वतंत्रता के लिए सशक्त क्रांतिकारी नेटवर्क स्थापित हुआ। लंदन में श्यामजी कृष्ण वर्मा ने 'इंडिया हाउस' और 'द इंडियन सोशियोलॉजिस्ट' पत्रिका शुरू की; 1 जुलाई 1909 को मदन लाल ढींगरा ने कर्जन वायली की हत्या की। मैडम भीकाजी रुस्तम कामा ने पेरिस और जेनेवा से 'वंदे मातरम' व 'तलवार' पत्रिकाएं चलाईं तथा 22 अगस्त 1907 को स्टटगार्ट (जर्मनी) की अंतरराष्ट्रीय सोशलिस्ट कांग्रेस में पहली बार भारतीय ध्वज फहराया। प्रथम विश्व युद्ध के दौरान जर्मनी में 'बर्लिन कमेटी' ने जर्मन विदेश मंत्रालय के सहयोग से ब्रिटिश शासन को उखाड़ फेंकने हेतु 'जिम्मरमैन प्लान' (हथियारों की गुप्त आपूर्ति) बनाया। 1 दिसंबर 1915 को राजा महेंद्र प्रताप और मौलवी बरकतुल्लाह ने जर्मनी और तुर्की के समर्थन से काबुल में भारत की पहली स्वतंत्र अंतरिम सरकार घोषित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'ग़दर आंदोलन' (Ghadar Movement, 1913) के संदर्भ में निम्नलिखित कथनों पर विचार कीजिए: A. 1 नवंबर 1913 को सैन फ्रांसिस्को (अमेरिका) में लाला हरदयाल, सोहन सिंह भकना और करतार सिंह सराभा द्वारा 'पैसिफिक कोस्ट हिंदुस्तान एसोसिएशन' (ग़दर पार्टी) की स्थापना की गई। B. ग़दर पार्टी का मुख्य कार्यालय 'युगांतर आश्रम' (सैन फ्रांसिस्को) में था और इसने गुरुमुखी, उर्दू, हिंदी व गुजराती में साप्ताहिक पत्रिका 'द ग़दर' प्रकाशित की। C. 1914 के 'कोमागाटा मारू कांड' (बाबा गुरदित सिंह द्वारा किराए पर लिया गया जापानी जहाज) ने ग़दर आंदोलनकारियों में तीव्र असंतोष भड़काया। D. 21 फरवरी 1915 को ग़दर क्रांतिकारियों ने पंजाब में सशस्त्र सैन्य विद्रोह की योजना बनाई, जिसके मुख्य नेता रास बिहारी बोस और सचिन सान्याल थे, किंतु कृपाल सिंह के विश्वासघात से यह योजना विफल हो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ग़दर पार्टी उत्तरी अमेरिका (अमेरिका व कनाडा) में बसे अप्रवासी भारतीय सिखों, पंजाबी मुसलमानों और हिंदुओं का एक धर्मनिरपेक्ष क्रांतिकारी संगठन था। इसके प्रथम अध्यक्ष सोहन सिंह भकना और महासचिव लाला हरदयाल थे। 'ग़दर' अखबार के मुख्य पृष्ठ पर लिखा होता था: "अंग्रेजी राज का दुश्मन" तथा विज्ञापन होता था: "वेतन-मृत्यु, इनाम-शहादत, पेंशन-आजादी, मैदान-भारत।" 1914 में जब जापानी जहाज 'कोमागाटा मारू' के 376 यात्रियों को कनाडा में उतरने से रोककर वापस कलकत्ता (बजबज घाट) भेजा गया जहाँ पुलिस फायरिंग में 22 लोग मारे गए, तो ग़दर पार्टी ने भारत लौटकर सशस्त्र क्रांति का आह्वान किया। रास बिहारी बोस ने 21 फरवरी 1915 को पूरे उत्तर भारत की छावनियों में विद्रोह की तिथि तय की, किंतु गद्दार कृपाल सिंह की मुखबिरी से योजना पकड़ी गई और 'लाहौर षड्यंत्र केस' में करतार सिंह सराभा सहित दर्जनों वीरों को फांसी दी गई।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1916 के 'होम रूल लीग आंदोलन' (Home Rule League Movement) के संदर्भ में निम्नलिखित कथनों पर विचार कीजिए: A. बाल गंगाधर तिलक ने अप्रैल 1916 में बेलगाम/पूना में 'इंडियन होम रूल लीग' की स्थापना की, जिसके अध्यक्ष जोसेफ बैप्टिस्टा और सचिव एन.सी. केलकर थे। B. तिलक की लीग का कार्यक्षेत्र महाराष्ट्र (बंबई को छोड़कर), कर्नाटक, मध्य प्रांत और बरार तक सीमित था तथा इसका प्रसिद्ध नारा था: "स्वराज मेरा जन्मसिद्ध अधिकार है और मैं इसे लेकर रहूंगा।" C. एनी बेसेंट ने सितंबर 1916 में मद्रास में 'ऑल इंडिया होम रूल लीग' की स्थापना की, जिसका कार्यक्षेत्र तिलक के क्षेत्र को छोड़कर शेष संपूर्ण भारत था और जॉर्ज अरुंडेल इसके संगठन सचिव थे। D. इस आंदोलन ने भारतीय राजनीति के जनाधार को केवल शिक्षित अभिजात वर्ग से विस्तृत कर ग्रामीण और कस्बाई जनता तक पहुंचाया तथा नए राष्ट्रवादियों का कैडर तैयार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विश्व युद्ध के दौरान आयरिश होम रूल लीग की तर्ज पर भारत में ब्रिटिश साम्राज्य के भीतर स्वशासन (Home Rule) प्राप्त करने हेतु यह आंदोलन चला। टकराव से बचने के लिए तिलक और बेसेंट ने अपने-अपने कार्यक्षेत्र अलग रखे। तिलक की 6 शाखाएं थीं और उन्होंने 'मराठा' (अंग्रेजी) व 'केसरी' (मराठी) से प्रचार किया। बेसेंट की लगभग 200 शाखाएं थीं और उन्होंने 'न्यू इंडिया' व 'कॉमनवील' अखबारों के जरिए अभियान चलाया। बी.पी. वाडिया, सी.पी. रामास्वामी अय्यर, जवाहरलाल नेहरू, मोहम्मद अली जिन्ना और मोतीलाल नेहरू बेसेंट की लीग में शामिल हुए। जब जून 1917 में बेसेंट, अरुंडेल और वाडिया को नजरबंद किया गया, तो सर एस. सुब्रमण्यम अय्यर ने अपनी 'नाइटहुड' की उपाधि त्याग दी। 20 अगस्त 1917 की 'मोंटेग्यू घोषणा' (अगस्त घोषणा) में स्वशासन के क्रमिक विकास का वादा करने के बाद आंदोलन धीमा पड़ गया।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ऐतिहासिक 'लखनऊ अधिवेशन / लखनऊ समझौता' (1916) के संदर्भ में निम्नलिखित कथनों पर विचार कीजिए: A. दिसंबर 1916 में आयोजित कांग्रेस के 31वें लखनऊ अधिवेशन की अध्यक्षता अंबिका चरण मजूमदार (A.C. Majumdar) ने की थी। B. एनी बेसेंट और बाल गंगाधर तिलक के अथक प्रयासों से 1907 के सूरत विभाजन के 9 वर्ष बाद नरमपंथियों और गरमपंथियों का ऐतिहासिक पुनर्मिलन हुआ। C. इस अधिवेशन में कांग्रेस और मुस्लिम लीग के बीच ऐतिहासिक 'लखनऊ समझौता' (Congress-League Pact) संपन्न हुआ, जिसके मुख्य वास्तुकार तिलक और मोहम्मद अली जिन्ना थे। D. कांग्रेस ने इस समझौते में ऐतिहासिक भूल करते हुए मुस्लिम लीग की 'मुसलमानों के लिए पृथक निर्वाचक मंडल' की सांप्रदायिक मांग को औपचारिक रूप से स्वीकार कर लिया।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1916 का लखनऊ अधिवेशन दो ऐतिहासिक घटनाओं के लिए प्रसिद्ध है: (1) कांग्रेस के दोनों धड़ों (नरमपंथी व गरमपंथी) का पुनर्मिलन; 1915 में प्रमुख उदारवादी नेताओं फिरोजशाह मेहता और गोपाल कृष्ण गोखले के निधन के बाद बेसेंट व तिलक के प्रयासों से यह एकता संभव हुई। (2) 'लखनऊ पैक्ट' जिसके तहत कांग्रेस और मुस्लिम लीग ने संयुक्त संवैधानिक मांगें (डोमिनियन स्टेटस, विधान परिषदों में 4/5 निर्वाचित सदस्य) पेश कीं। मदन मोहन मालवीय के कड़े विरोध के बावजूद कांग्रेस ने 1909 के सांप्रदायिक निर्वाचन मंडल को स्वीकार कर लिया और प्रांतीय विधानसभाओं में मुसलमानों हेतु निश्चित सीटें (पंजाब में 50%, बंगाल में 40%, यूपी में 30%) तय कीं। इसने अल्पकाल के लिए हिंदू-मुस्लिम एकता स्थापित की किंतु दीर्घकाल में मुस्लिम सांप्रदायिकता को वैधानिक स्वीकार्यता देकर विभाजन की नींव मजबूत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1905 ई. में पुणे में 'भारत सेवक समाज' (Servants of India Society) की स्थापना किस राष्ट्रवादी नेता द्वारा की गई थी, जिसके सदस्यों ने सामाजिक सुधार और राष्ट्र निर्माण को अपना जीवन समर्पित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बाल गंगाधर तिलक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गोपाल कृष्ण गोखले (Gopal Krishna Gokhale)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गोपाल गणेश अगरकर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महादेव गोविंद रानाडे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गोपाल कृष्ण गोखले (Gopal Krishna Gokhale)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गंगाधर तिलक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गणेश अगरकर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महादेव गोविंद रानाडे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गोपाल कृष्ण गोखले (1866-1915) ने 12 जून 1905 को पुणे में 'सर्वेंट्स ऑफ इंडिया सोसाइटी' (भारत सेवक समाज) की स्थापना की। इसका मुख्य उद्देश्य देश सेवा के लिए राष्ट्रीय प्रचारक तैयार करना, संवैधानिक साधनों द्वारा भारतीय जनता के हितों को बढ़ावा देना तथा निस्वार्थ भाव से समाज सेवा करना था। इसके सदस्यों को कठोर आचार संहिता का पालन करना पड़ता था और न्यूनतम वेतन पर जीवन निर्वाह करना होता था। इसके प्रमुख सदस्यों में श्रीनिवास शास्त्री, हृदयनाथ कुंजरू, जी.के. देवधर और अमृतलाल विट्ठलदास ठक्कर (ठक्कर बापा - जिन्होंने आदिवासियों के उत्थान हेतु कार्य किया) शामिल थे। महात्मा गांधी गोखले को अपना 'राजनीतिक गुरु' मानते थे और वे भी इस सोसाइटी से जुड़ना चाहते थे, किंतु सदस्यों के मतभेद के कारण वे इसके सदस्य नहीं बने।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के प्रारंभिक सत्याग्रहों (1917-1918) के संदर्भ में निम्नलिखित कथनों पर विचार कीजिए: A. चंपारण सत्याग्रह (1917, बिहार): स्थानीय किसान राजकुमार शुक्ल के आमंत्रण पर गांधीजी ने 'तिनकठिया प्रणाली' (3/20 भाग पर नील की खेती) के विरुद्ध भारत में पहला सफल 'सविनय अवज्ञा' आंदोलन चलाया। B. अहमदाबाद मिल हड़ताल (मार्च 1918): प्लेग बोनस समाप्त करने के विवाद में मिल मजदूरों की 35% वेतन वृद्धि हेतु गांधीजी ने भारत में पहली बार 'भूख हड़ताल' (आमरण अनशन) का प्रयोग किया। C. अनसूया साराभाई (अंबालाल साराभाई की बहन) ने अहमदाबाद मिल हड़ताल में गांधीजी का सक्रिय सहयोग किया और 1920 में 'अहमदाबाद टेक्सटाइल लेबर एसोसिएशन' (TLA) की स्थापना की। D. खेड़ा सत्याग्रह (1918, गुजरात): फसल बर्बाद होने पर भी पूरा लगान वसूलने के विरुद्ध गांधीजी और वल्लभभाई पटेल ने किसानों का नेतृत्व कर भारत में पहला 'असहयोग' आंदोलन चलाया।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अफ्रीका से 9 जनवरी 1915 को भारत लौटने के बाद गांधीजी ने अपने तीन क्षेत्रीय सत्याग्रहों से भारतीय राजनीति में प्रवेश किया: (1) चंपारण (1917) में गांधीजी के सत्याग्रह के कारण सरकार ने क्षतिपूर्ति का 25% किसानों को वापस लौटाया और तिनकठिया प्रथा समाप्त हुई (रवींद्रनाथ टैगोर ने उन्हें 'महात्मा' की उपाधि दी)। (2) अहमदाबाद मिल हड़ताल (1918) में गांधीजी ने ट्रस्टीशिप सिद्धांत देते हुए मजदूरों के पक्ष में पहली बार भूख हड़ताल की और पंचाट ने 35% बोनस वृद्धि स्वीकार की। (3) खेड़ा (1918) में राजस्व संहिता के तहत फसल 1/4 से कम होने पर लगान माफी का नियम था, गांधीजी और सरदार पटेल ने किसानों को कर न देने हेतु संगठित किया जिसके बाद सरकार ने गुप्त निर्देश दिया कि केवल समर्थ किसानों से ही लगान लिया जाए।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मार्च 1919 में ब्रिटिश सरकार द्वारा पारित 'रॉलेट एक्ट' (Rowlatt Act) का आधिकारिक वैधानिक नाम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अराजक और क्रांतिकारी अपराध अधिनियम, 1919 (Anarchical and Revolutionary Crimes Act, 1919)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सुरक्षा अधिनियम, 1919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राजद्रोही सभा अधिनियम, 1919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आपातकालीन शक्ति अधिनियम, 1919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अराजक और क्रांतिकारी अपराध अधिनियम, 1919 (Anarchical and Revolutionary Crimes Act, 1919)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भारतीय सुरक्षा अधिनियम, 1919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राजद्रोही सभा अधिनियम, 1919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आपातकालीन शक्ति अधिनियम, 1919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विश्व युद्ध के दौरान लागू 'भारत रक्षा अधिनियम 1915' की अवधि समाप्त होने के बाद, क्रांतिकारी गतिविधियों को कुचलने हेतु सर सिडनी रॉलेट की अध्यक्षता वाली 'सेडिशन कमेटी' (1917) की सिफारिशों पर मार्च 1919 में इंपीरियल लेजिस्लेटिव काउंसिल द्वारा 'अराजक और क्रांतिकारी अपराध अधिनियम, 1919' (Anarchical and Revolutionary Crimes Act) पारित किया गया। इसे भारतीयों ने 'काला कानून' कहा क्योंकि इसके तहत सरकार किसी भी संदेहास्पद व्यक्ति को बिना वारंट गिरफ्तार कर सकती थी, बिना जूरी के बंद कमरे में विशेष अदालत में मुकदमा चला सकती थी और बिना अपील 2 वर्ष तक हिरासत में रख सकती थी। इसे "ना कोई वकील, ना कोई अपील, ना कोई दलील" का कानून कहा गया। इसके विरोध में केंद्रीय असेंबली से मदन मोहन मालवीय, मजहर-उल-हक और मोहम्मद अली जिन्ना ने त्यागपत्र दे दिया था।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'रॉलेट सत्याग्रह' एवं 'जलियांवाला बाग हत्याकांड' (13 अप्रैल 1919) के संदर्भ में निम्नलिखित कथनों पर विचार कीजिए: A. गांधीजी ने रॉलेट एक्ट के विरोध में 'सत्याग्रह सभा' बनाई और 6 अप्रैल 1919 को देशव्यापी हड़ताल और सत्याग्रह का आह्वान किया, जो गांधीजी का पहला अखिल भारतीय जनआंदोलन था। B. अमृतसर में दो प्रमुख लोकप्रिय नेताओं-डॉ. सत्यपाल और डॉ. सैफुद्दीन किचलू की गिरफ्तारी के विरोध में 13 अप्रैल 1919 (बैसाखी) को जलियांवाला बाग में शांतिपूर्ण सभा आयोजित की गई थी। C. पंजाब के सैन्य प्रशासक ब्रिगेडियर जनरल रेजीनाल्ड डायर ने निहत्थी भीड़ पर बिना चेतावनी के 10 मिनट तक अंधाधुंध गोलियां चलवाईं, जिसमें सैकड़ों निर्दोष मारे गए। D. इस नरसंहार के विरोध में रवींद्रनाथ टैगोर ने अपनी 'नाइटहुड' (Knighthood) की उपाधि त्यागी और महात्मा गांधी ने प्रथम विश्व युद्ध में मिली 'कैसर-ए-हिंद' की उपाधि लौटा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रॉलेट एक्ट के खिलाफ गांधीजी द्वारा प्रारंभ किया गया रॉलेट सत्याग्रह पहला राष्ट्रव्यापी जनआंदोलन था। पंजाब में जनउभार को दबाने के लिए अंग्रेज सरकार ने लोकप्रिय नेताओं डॉ. किचलू और डॉ. सत्यपाल को 9 अप्रैल को गिरफ्तार कर लिया। 13 अप्रैल 1919 (बैसाखी का दिन) को अमृतसर के जलियांवाला बाग में इसके विरोध में 20,000 लोग एकत्रित हुए, जहाँ जनरल डायर ने बाहर निकलने के एकमात्र संकरे रास्ते को बंद कर 1,650 राउंड गोलियां चलवाईं। सरकारी हंटर कमेटी ने 379 मौतें बताईं जबकि कांग्रेस की तहकीकात कमेटी (मालवीय, गांधी, मोतीलाल) ने 1000 से अधिक मौतें आंकीं। टैगोर ने अपनी 'नाइटहुड', गांधीजी ने 'कैसर-ए-हिंद' व 'जूलू-बोअर पदक' लौटाए तथा सर शंकरन नायर ने वायसराय की कार्यकारी परिषद से इस्तीफा दे दिया।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जलियांवाला बाग नरसंहार की क्रूरता से स्तब्ध होकर किस भारतीय महापुरुष ने ब्रिटिश सरकार को अपनी उपाधि लौटाते हुए ऐतिहासिक पत्र में लिखा था: "समय आ गया है जब सम्मान के पदक हमारे अपमान के संदर्भ को स्पष्ट कर देते हैं, और ऐसे सामूहिक हत्यारे किसी को कोई उपाधि देने के योग्य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महात्मा गांधी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रवींद्रनाथ टैगोर (Rabindranath Tagore)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 शंकरन नायर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लाजपत 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रवींद्रनाथ टैगोर (Rabindranath Tagore)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शंकरन नायर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लाजपत राय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अप्रैल 1919 के जलियांवाला बाग हत्याकांड के विरोध में नोबेल पुरस्कार विजेता गुरुदेव रवींद्रनाथ टैगोर ने 31 मई 1919 को वायसराय लॉर्ड चेम्सफोर्ड को एक अत्यंत भावुक व तीखा ऐतिहासिक पत्र लिखकर ब्रिटिश सरकार द्वारा 1915 में दी गई 'नाइटहुड' (सर) की पदवी त्याग दी। उन्होंने पत्र में लिखा: "हमारे निहत्थे देशवासियों पर जिस बर्बरता और अमानवीयता से अत्याचार किए गए हैं, उसकी तुलना समकालीन सभ्य इतिहास में नहीं मिलती। अब समय आ गया है जब सम्मान के पदक अपमान के हमारे संदर्भ को पूरी तरह उद्घाटित कर देते हैं, और मैं अपनी ओर से सभी विशिष्ट उपाधियों से मुक्त होकर अपने देशवासियों के साथ खड़ा होना चाहता हूं।" वायसराय की परिषद से सी. शंकरन नायर ने भी त्यागपत्र दिया था।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'खिलाफत आंदोलन' (1919-1924) एवं 'असहयोग आंदोलन' (1920-1922) के संदर्भ में निम्नलिखित कथनों पर विचार कीजिए: A. प्रथम विश्व युद्ध के बाद तुर्की के खलीफा के साम्राज्य के विघटन (सेव्रेस की संधि) के विरोध में अली बंधुओं (शौकत अली व मोहम्मद अली), मौलाना आजाद और हसरत मोहानी ने 'खिलाफत कमेटी' बनाई। B. नवंबर 1919 में दिल्ली में आयोजित 'अखिल भारतीय खिलाफत सम्मेलन' के अध्यक्ष महात्मा गांधी चुने गए, जिन्होंने इसे हिंदू-मुस्लिम एकता का स्वर्णिम अवसर माना। C. 1 अगस्त 1920 को असहयोग आंदोलन औपचारिक रूप से प्रारंभ हुआ; इसी दिन महान राष्ट्रवादी नेता लोकमान्य बाल गंगाधर तिलक का देहावसान हुआ। D. सितंबर 1920 के कलकत्ता विशेष अधिवेशन (अध्यक्ष: लाला लाजपत राय) में असहयोग का प्रस्ताव पेश हुआ तथा दिसंबर 1920 के नागपुर अधिवेशन (अध्यक्ष: सी. विजयराघवाचार्य) में इसे पूर्ण पुष्टि 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खिलाफत का मुद्दा प्रथम विश्व युद्ध में तुर्की के ऑटोमन सुल्तान (इस्लामी जगत के खलीफा) के अधिकारों की रक्षा से जुड़ा था। गांधीजी ने खिलाफत को कांग्रेस के असहयोग कार्यक्रम से जोड़कर एक संयुक्त हिंदू-मुस्लिम जनआंदोलन का रूप दिया। 1 अगस्त 1920 को आंदोलन शुरू हुआ और तिलक के निधन पर जनता ने 'तिलक स्वराज फंड' में ₹1 करोड़ से अधिक राशि जमा की। नागपुर अधिवेशन (1920) में सी.आर. दास ने असहयोग प्रस्ताव रखा और कांग्रेस का लक्ष्य "शांतिपूर्ण और वैध साधनों द्वारा स्वराज की प्राप्ति" निर्धारित किया गया तथा भाषाई आधार पर प्रांतीय कांग्रेस कमेटियों और ₹4 आना सदस्यता शुल्क की व्यवस्था की गई।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असहयोग आंदोलन के स्थगन एवं 'चौरी-चौरा कांड' (1922) के संदर्भ में निम्नलिखित कथनों पर विचार कीजिए: A. 4 फरवरी 1922 को संयुक्त प्रांत के गोरखपुर जिले के चौरी-चौरा कस्बे में पुलिस गोलीबारी से क्रुद्ध भीड़ ने पुलिस थाने को जला दिया, जिसमें 22 पुलिसकर्मी मारे गए। B. हिंसा भड़कने से आहत होकर महात्मा गांधी ने 12 फरवरी 1922 को बारदोली में कांग्रेस कार्यसमिति की बैठक बुलाकर असहयोग आंदोलन को तत्काल स्थगित कर दिया। C. मोतीलाल नेहरू, सी.आर. दास, सुभाष चंद्र बोस और जवाहरलाल नेहरू ने आंदोलन को अचानक वापस लेने के गांधीजी के निर्णय की तीखी आलोचना की। D. मार्च 1922 में न्यायाधीश सी.एन. ब्रूमफील्ड ने गांधीजी को राजद्रोह के आरोप में 6 वर्ष के कारावास की सजा सुनाई (किंतु 1924 में अस्वस्थता के कारण वे रिहा कर दिए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असहयोग आंदोलन अपने चरम पर था, तभी 4 फरवरी 1922 को गोरखपुर के चौरी-चौरा में भगवान अहीर के नेतृत्व में प्रदर्शनकारियों पर पुलिस फायरिंग के बाद हिंसक भीड़ ने थाने को आग लगा दी। गांधीजी ने इसे 'हिमालय जैसी भूल' (Himalayan Blunder) मानते हुए 12 फरवरी 1922 को बारदोली प्रस्ताव द्वारा आंदोलन वापस ले लिया। सुभाष चंद्र बोस ने अपनी पुस्तक 'द इंडियन स्ट्रगल' में लिखा: "ठीक ऐसे समय जब जनता का उत्साह चरम पर था, पीछे हटने का आदेश देना राष्ट्रीय विपत्ति से कम नहीं था।" 10 मार्च 1922 को गांधीजी को गिरफ्तार कर साबरमती जेल भेजा गया जहाँ जस्टिस ब्रूमफील्ड ने उन्हें 6 वर्ष की सजा दी, किंतु आंतों के ऑपरेशन के कारण 5 फरवरी 1924 को उन्हें समय से पूर्व रिहा कर दिया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'स्वराज पार्टी' (Swaraj Party, 1923) एवं 'परिवर्तनवादी बनाम अपरिवर्तनवादी' (Pro-Changers vs No-Changers) विवाद के संदर्भ में निम्नलिखित कथनों पर विचार कीजिए: A. दिसंबर 1922 के गया अधिवेशन में सी.आर. दास के विधान परिषदों में प्रवेश के प्रस्ताव के खारिज होने के बाद 1 जनवरी 1923 को इलाहाबाद में 'कांग्रेस-खिलाफत स्वराज पार्टी' की स्थापना हुई। B. चित्तरंजन दास (C.R. Das) स्वराज पार्टी के अध्यक्ष तथा पंडित मोतीलाल नेहरू इसके महासचिव थे। C. 'परिवर्तनवादी' (दास, मोतीलाल, विट्ठलभाई पटेल) का उद्देश्य परिषदों के भीतर जाकर सरकार के कामकाज को बाधित करना ('Uniform, continuous and consistent obstruction') था। D. 'अपरिवर्तनवादी' (सी. राजगोपालाचारी, वल्लभभाई पटेल, डॉ. राजेंद्र प्रसाद, एम.ए. अंसारी) परिषदों के बहिष्कार और गांधीवादी रचनात्मक कार्यों (चरखा, खादी, अस्पृश्यता निवारण) के पक्षधर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असहयोग आंदोलन की वापसी के बाद राजनीतिक शून्यता को भरने हेतु कांग्रेस में दो गुट बने। सी.आर. दास और मोतीलाल नेहरू ने 'काउंसिल एंट्री' की वकालत की ताकि 1919 के एक्ट की कमजोरियों को बेनकाब किया जा सके (उन्हें 'प्रो-चेंजर्स' कहा गया)। दूसरी ओर सरदार पटेल और राजेंद्र प्रसाद जैसे 'नो-चेंजर्स' ने चुनावी राजनीति का विरोध कर चरखा-खादी और हिंदू-मुस्लिम एकता जैसे रचनात्मक कार्यों पर बल दिया। 1923 के केंद्रीय असेंबली चुनावों में स्वराजियों ने 101 में से 42 सीटें जीतीं और मध्य प्रांत में पूर्ण बहुमत प्राप्त किया। उन्होंने मोंटेग्यू-चेम्सफोर्ड सुधारों की समीक्षा हेतु 'मुडीमैन समिति' गठित करवाई और पब्लिक सेफ्टी बिल को गिराने में सफलता प्राप्त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1925 ई. में स्वराज पार्टी के राजनीतिक प्रयासों के परिणामस्वरूप केंद्रीय विधान सभा (Central Legislative Assembly) के प्रथम निर्वाचित भारतीय अध्यक्ष (Speaker) कौन बने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विट्ठलभाई पटेल (Vithalbhai Patel)</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मोतीलाल नेहरू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चित्तरंजन दास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मदन मोहन मालवीय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विट्ठलभाई पटेल (Vithalbhai Patel)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मोतीलाल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चित्तरंजन दास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मदन मोहन मालवीय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1925 में केंद्रीय विधानसभा के अध्यक्ष पद का चुनाव स्वराज पार्टी की सबसे बड़ी ऐतिहासिक संसदीय उपलब्धि थी। स्वराज पार्टी के नेता विट्ठलभाई पटेल (सरदार वल्लभभाई पटेल के बड़े भाई) ने सरकारी उम्मीदवार टी. रंगाचार्य को 2 मतों से हराकर केंद्रीय विधानसभा के प्रथम निर्वाचित भारतीय अध्यक्ष (President/Speaker) का पदभार संभाला। उन्होंने 1925 से 1930 तक अत्यंत निष्पक्षता और दृढ़ता के साथ सदन का संचालन किया और ब्रिटिश सरकार के निरंकुश विधायी प्रयासों (जैसे ट्रेड डिस्प्यूट्स बिल और पब्लिक सेफ्टी बिल) को कई बार अपने ऐतिहासिक व्यवस्था-निर्णयों (Rulings) से विफल किया। जून 1925 में सी.आर. दास के निधन के बाद स्वराज पार्टी कमजोर पड़ने लगी और 1926 के बाद लाला लाजपत राय व मालवीय ने अलग होकर 'रिस्पॉन्सिविस्ट' (उत्तरदायी) गुट बना लिया।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सविनय अवज्ञा आंदोलन (1930) के दौरान देश के विभिन्न क्षेत्रों में हुए प्रमुख सत्याग्रहों एवं उनके नेतृत्वकर्ताओं का सही मिलान कीजिए: सूची-I: सूची-I: A. तंजौर तट / वेदारण्यम नमक यात्रा (तमिलनाडु) B. कालीकट से पय्यानूर नमक यात्रा (मालाबार/केरल) C. पेशावर में लाल कुर्ती आंदोलन (NWFP) D. नगालैंड/मणिपुर में जियातरंग आंदोलन सूची-II: 1. सी. राजगोपालाचारी (त्रिचिरापल्ली से वेदारण्यम मार्च) 2. के. केलप्पन ('केरल के गांधी') एवं पी. कृष्ण पिल्लई 3. खान अब्दुल गफ्फार खान ('सीमांत गांधी' एवं वीर चंद्र सिंह गढ़वाली की गढ़वाल राइफल्स) 4. रानी गाइदिनल्यू (जवाहरलाल नेहरू द्वारा 'पहाड़ों की बेटी' की उपाधि)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सविनय अवज्ञा आंदोलन संपूर्ण देश में अभूतपूर्व तीव्रता से फैला। तमिलनाडु में सी. राजगोपालाचारी ने त्रिचिरापल्ली से तंजौर तट पर वेदारण्यम तक नमक यात्रा की। मालाबार (केरल) में के. केलप्पन (केरल के गांधी) ने कालीकट से पय्यानूर तक मार्च किया। पश्चिमोत्तर सीमा प्रांत में खान अब्दुल गफ्फार खान के संगठन 'खुदाई खिदमतगार' (लाल कुर्ती दल) ने अहिंसक आंदोलन किया; 23 अप्रैल 1930 को पेशावर के किस्सा ख्वानी बाजार में जब ब्रिटिश सेना ने गोली चलाने का आदेश दिया, तो वीर चंद्र सिंह गढ़वाली के नेतृत्व वाली 'गढ़वाल राइफल्स' ने निहत्थे पठानों पर गोली चलाने से साफ इनकार कर दिया। पूर्वोत्तर में 13 वर्षीय नगा बालिका रानी गाइदिनल्यू ने ब्रिटिश शासन के विरुद्ध सशस्त्र विद्रोह का नेतृत्व किया, जिन्हें जवाहरलाल नेहरू ने 'पहाड़ों की बेटी' और 'रानी' की उपाधि दी (वे 1947 में भारत की आजादी के बाद ही जेल से रिहा हुईं)।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अक्टूबर 1924 में स्थापित 'हिंदुस्तान रिपब्लिकन एसोसिएशन' (HRA) एवं 'काकोरी ट्रेन एक्शन' (1925) के संदर्भ में निम्नलिखित कथनों पर विचार कीजिए: A. HRA की स्थापना अक्टूबर 1924 में कानपुर में रामप्रसाद बिस्मिल, शचींद्रनाथ सान्याल और जोगेश चंद्र चटर्जी द्वारा की गई थी। B. शचींद्रनाथ सान्याल ने HRA का आधिकारिक संविधान 'द रिवोल्यूशनरी' (The Revolutionary) तैयार किया तथा पुस्तक 'बंदी जीवन' लिखी। C. 9 अगस्त 1925 को लखनऊ के निकट काकोरी में 8-डाउन सहारनपुर-लखनऊ पैसेंजर ट्रेन से सरकारी खजाना लूटा गया। D. काकोरी कांड में 4 क्रांतिकारियों-रामप्रसाद बिस्मिल (गोरखपुर), अशफाकउल्लाह खां (फैजाबाद), रोशन सिंह (नैनी) और राजेंद्र लाहिड़ी (गोंडा) को फांसी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असहयोग आंदोलन के अचानक स्थगन से युवाओं का मोहभंग हुआ और क्रांतिकारी राष्ट्रवाद का द्वितीय चरण प्रारंभ हुआ। अक्टूबर 1924 में कानपुर में एच.आर.ए. का गठन हुआ जिसका उद्देश्य सशस्त्र क्रांति द्वारा 'संयुक्त राज्य भारत' (Federal Republic of the United States of India) की स्थापना करना था। सचिन सान्याल की 'बंदी जीवन' क्रांतिकारियों की पाठ्यपुस्तक बनी। संगठन हेतु धन जुटाने के लिए 9 अगस्त 1925 को रामप्रसाद बिस्मिल के नेतृत्व में काकोरी में सरकारी रेलवे खजाना लूटा गया जिसमें चंद्रशेखर आजाद, अशफाकउल्लाह, राजेंद्र लाहिड़ी, रोशन सिंह और मन्मथनाथ गुप्त शामिल थे। मुकदमे के बाद बिस्मिल, अशफाकउल्लाह (फांसी पर चढ़ने वाले पहले रिकॉर्डेड मुस्लिम क्रांतिकारी), रोशन सिंह और राजेंद्र लाहिड़ी को दिसंबर 1927 में फांसी दी गई, जबकि चंद्रशेखर आजाद पुलिस को चकमा देकर फरार रहने में सफल रहे।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सितंबर 1928 में स्थापित 'हिंदुस्तान सोशलिस्ट रिपब्लिकन एसोसिएशन' (HSRA) एवं 'सॉन्डर्स वध' के संदर्भ में निम्नलिखित कथनों पर विचार कीजिए: A. 9-10 सितंबर 1928 को दिल्ली के फिरोजशाह कोटला मैदान में चंद्रशेखर आजाद, भगत सिंह और सुखदेव ने HRA का नाम बदलकर HSRA कर दिया। B. HSRA ने अपने लक्ष्य में 'समाजवाद' (Socialism) को औपचारिक रूप से शामिल किया तथा भारत में शोषणविहीन समाजवादी गणराज्य की स्थापना का संकल्प लिया। C. लाला लाजपत राय पर लाठीचार्ज का प्रतिशोध लेने हेतु 17 दिसंबर 1928 को लाहौर में भगत सिंह, राजगुरु और चंद्रशेखर आजाद ने पुलिस अधिकारी जॉन सॉन्डर्स की हत्या की। D. सॉन्डर्स वध के बाद क्रांतिकारियों ने पोस्टर चिपकाए: "मनुष्य को मारना आसान है, लेकिन आप उसके विचारों को नहीं मार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काकोरी कांड के झटके के बाद युवा क्रांतिकारियों ने भगत सिंह के वैचारिक नेतृत्व में क्रांतिकारी आंदोलन को मार्क्सवादी समाजवाद से जोड़ा। 1928 में फिरोजशाह कोटला में एचएसआरए की स्थापना हुई जिसका नेतृत्व चंद्रशेखर आजाद (कमांडर-इन-चीफ) ने संभाला। इस संगठन ने व्यक्तिगत आतंकवाद के स्थान पर जनक्रांति और मजदूर-किसान एकता पर बल दिया। साइमन कमीशन विरोधी प्रदर्शन में लाला लाजपत राय की शहादत का बदला लेने हेतु भगत सिंह, शिवराम राजगुरु, सुखदेव और चंद्रशेखर आजाद ने लाहौर के पुलिस अधीक्षक जे.ए. स्कॉट को मारने की योजना बनाई, किंतु पहचान में चूक होने पर सहायक अधीक्षक जॉन सॉन्डर्स को 17 दिसंबर 1928 को गोली मार दी गई। इसके बाद लाहौर की दीवारों पर एचएसआरए का पोस्टर लगाया गया जिसमें लिखा था: "सॉन्डर्स मर गया, लालाजी की शहादत का बदला ले लिया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8 अप्रैल 1929 को केंद्रीय विधान सभा (दिल्ली) में भगत सिंह और बटुकेश्वर दत्त द्वारा किन दो दमनकारी विधेयकों के विरोध में बम और पर्चे फेंके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 सुरक्षा विधेयक (Public Safety Bill) एवं व्यापार विवाद विधेयक (Trade Disputes Bill)</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रॉलेट एक्ट एवं भारतीय सुरक्षा कानून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वर्नाक्युलर प्रेस एक्ट एवं आर्म्स एक्ट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साइमन कमीशन रिपोर्ट एवं भारतीय विश्वविद्यालय विधेयक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जन सुरक्षा विधेयक (Public Safety Bill) एवं व्यापार विवाद विधेयक (Trade Disputes Bill)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रॉलेट एक्ट एवं भारतीय सुरक्षा कानून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वर्नाक्युलर प्रेस एक्ट एवं आर्म्स एक्ट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साइमन कमीशन रिपोर्ट एवं भारतीय विश्वविद्यालय विधेयक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8 अप्रैल 1929 को भगत सिंह और बटुकेश्वर दत्त ने दिल्ली स्थित केंद्रीय विधानसभा में उस समय खाली बेंचों की ओर दो कम तीव्रता वाले बम और लाल पर्चे फेंके, जब सदन में दो मजदूर-विरोधी और दमनकारी कानून-'पब्लिक सेफ्टी बिल' (जिसके तहत विदेशी कम्युनिस्टों को निर्वासित किया जाना था) और 'ट्रेड डिस्प्यूट्स बिल' (जिसने हड़तालों को गैर-कानूनी बनाया) पारित किए जा रहे थे। इस बम विस्फोट का उद्देश्य किसी की जान लेना नहीं, बल्कि फ्रांसीसी अराजकतावादी ऑगस्टे वैलांट के शब्दों में "बहरों को सुनाने के लिए जोरदार धमाका करना" था। उन्होंने "इंकलाब जिंदाबाद" और "साम्राज्यवाद का नाश हो" के नारे लगाए और भागने के बजाय अपनी गिरफ्तारी दी ताकि अदालत को अपनी क्रांतिकारी और समाजवादी विचारधारा के प्रचार का मंच बना सकें।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 अप्रैल 1930 के ऐतिहासिक 'चटगांव शस्त्रागार छापा' (Chittagong Armoury Raid) एवं मास्टर सूर्य सेन के संदर्भ में निम्नलिखित कथनों पर विचार कीजिए: A. इस सशस्त्र विद्रोह का नेतृत्व स्थानीय राष्ट्रीय विद्यालय के शिक्षक मास्टर सूर्य सेन ('मास्टर दा') ने 'इंडियन रिपब्लिकन आर्मी' (IRA - चटगांव शाखा) के बैनर तले किया। B. क्रांतिकारियों ने चटगांव के दो मुख्य शस्त्रागारों पर कब्जा कर टेलीग्राफ व टेलीफोन लाइनें काट दीं और रेलवे संपर्क पूरी तरह ठप कर दिया। C. सूर्य सेन ने चटगांव में 'अस्थाई क्रांतिकारी सरकार' (Provisional Revolutionary Government) की घोषणा की और राष्ट्रीय ध्वज फहराया। D. 22 अप्रैल 1930 को 'जलालाबाद की पहाड़ी' पर ब्रिटिश सेना और क्रांतिकारियों के मध्य ऐतिहासिक युद्ध हुआ जिसमें 12 क्रांतिकारी शहीद 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चटगांव शस्त्रागार छापा (18 अप्रैल 1930) 1916 के आयरिश ईस्टर विद्रोह से प्रेरित एक अभूतपूर्व सैन्य ऑपरेशन था। मास्टर सूर्य सेन (1894-1934) के नेतृत्व में अनंत सिंह, गणेश घोष, लोकनाथ बल, निर्मल सेन, अंबिका चक्रवर्ती तथा किशोर क्रांतिकारियों (आनंद गुप्ता, टेगरा बल) ने एक साथ पुलिस लाइन और शस्त्रागार पर हमला कर कब्जा कर लिया। सूर्य सेन ने स्वतंत्र भारत की अंतरिम सरकार घोषित की। 22 अप्रैल 1930 को जलालाबाद पहाड़ी पर ब्रिटिश सेना से आमने-सामने की लड़ाई में क्रांतिकारियों ने अदम्य साहस दिखाया। महिला क्रांतिकारियों प्रीतिलता वाद्देदार (जिन्होंने 1932 में पहाड़तली यूरोपियन क्लब पर हमला किया और सायनाइड खाकर शहादत दी) तथा कल्पना दत्त ने इस आंदोलन में सक्रिय भूमिका निभाई। फरवरी 1933 में सूर्य सेन को धोखे से पकड़ लिया गया और 12 जनवरी 1934 को उन्हें बर्बर यातनाएं देकर फांसी दे दी गई।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1927 के 'साइमन कमीशन' (भारतीय वैधानिक आयोग) के गठन, उद्देश्यों एवं बहिष्कार के संदर्भ में निम्नलिखित कथनों पर विचार कीजिए: A. ब्रिटिश सरकार ने 1919 के अधिनियम के 10 वर्ष पूरे होने से दो वर्ष पूर्व ही नवंबर 1927 में सर जॉन साइमन की अध्यक्षता में 7 सदस्यीय आयोग की घोषणा की। B. इस आयोग के सभी 7 सदस्य ब्रिटिश संसद के सदस्य (अंग्रेज) थे, जिसके कारण भारतीयों ने इसे 'श्वेत आयोग' (White Commission) कहकर पूर्ण बहिष्कार किया। C. दिसंबर 1927 के मद्रास कांग्रेस अधिवेशन (अध्यक्ष: डॉ. एम.ए. अंसारी) में कांग्रेस ने "प्रत्येक कदम पर और प्रत्येक रूप में" आयोग के बहिष्कार का प्रस्ताव पारित किया। D. डॉ. बी.आर. अंबेडकर की डिप्रेस्ड क्लासेस एसोसिएशन, पंजाब की यूनियनिस्ट पार्टी और जस्टिस पार्टी (मद्रास) ने साइमन कमीशन का बहिष्कार करने से इनकार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ब्रिटेन की कंजर्वेटिव सरकार ने संभावित लेबर पार्टी की जीत से पहले ही नवंबर 1927 में सर जॉन साइमन की अध्यक्षता में भारतीय वैधानिक आयोग नियुक्त किया। आयोग में एक भी भारतीय सदस्य न होना भारतीयों के आत्मनिर्णय के अधिकार का घोर अपमान था, इसलिए 3 फरवरी 1928 को जब यह बंबई उतरा तो "साइमन गो बैक" के नारों और काले झंडों से इसका स्वागत हुआ। कांग्रेस, मुस्लिम लीग (जिन्ना गुट), लिबरल फेडरेशन और हिंदू महासभा ने इसका बहिष्कार किया। केवल कुछ विशेष समूहों जैसे डॉ. अंबेडकर की डिप्रेस्ड क्लासेस इंस्टीट्यूट, पंजाब की यूनियनिस्ट पार्टी (सिकंदर हयात खान), मुस्लिम लीग का शफी गुट तथा मद्रास की जस्टिस पार्टी ने आयोग को सहयोग दिया। मई 1930 में प्रकाशित साइमन रिपोर्ट ने प्रांतीय द्वैध शासन को समाप्त कर उत्तरदायी सरकार बनाने और बर्मा को अलग करने की सिफारिश की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1928 की 'नेहरू रिपोर्ट' (Nehru Report) एवं उसके प्रमुख संवैधानिक प्रस्तावों के संदर्भ में निम्नलिखित कथनों पर विचार कीजिए: A. भारत सचिव लॉर्ड बर्केनहेड द्वारा भारतीयों को एक सर्वमान्य संविधान बनाने की चुनौती दिए जाने के बाद फरवरी 1928 में 'सर्वदलीय सम्मेलन' आयोजित हुआ। B. पंडित मोतीलाल नेहरू की अध्यक्षता वाली 9 सदस्यीय समिति ने अगस्त 1928 में अपनी ऐतिहासिक रिपोर्ट सौंपी, जिसे 'नेहरू रिपोर्ट' कहा जाता है। C. नेहरू रिपोर्ट ने 'डोमिनियन स्टेटस' (औपनिवेशिक स्वराज्य), केंद्र में द्विसदनीय विधायिका, भाषाई आधार पर प्रांतों के गठन और 19 मौलिक अधिकारों की मांग की। D. इसने मुसलमानों के लिए 'पृथक निर्वाचक मंडल' को पूरी तरह खारिज कर दिया तथा केंद्र व प्रांतों में केवल अल्पसंख्यक आबादी के अनुपात में संयुक्त निर्वाचन का प्रस्ताव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नेहरू रिपोर्ट (1928) भारतीयों द्वारा अपने देश के लिए एक संपूर्ण लोकतांत्रिक संविधान का प्रारूप तैयार करने का पहला गौरवशाली प्रयास था। समिति के सदस्यों में मोतीलाल नेहरू (अध्यक्ष), तेज बहादुर सप्रू, अली इमाम, एम.एस. अणे, सुभाष चंद्र बोस, शुऐब कुरैशी, जी.आर. प्रधान और सरदार मंगल सिंह शामिल थे तथा जवाहरलाल नेहरू इसके सचिव थे। रिपोर्ट ने धर्मनिरपेक्ष राज्य, 19 मौलिक अधिकार (समान मताधिकार, भाषण की स्वतंत्रता), केंद्र में संघीय ढांचा और सिंध को बंबई से अलग करने की सिफारिश की। युवा नेताओं (नेहरू व सुभाष) ने डोमिनियन स्टेटस के बजाय 'पूर्ण स्वराज' की मांग की और 'इंडिपेंडेंस फॉर इंडिया लीग' बनाई। मुस्लिम लीग के जिन्ना ने इसे अस्वीकार करते हुए मार्च 1929 में अपनी प्रसिद्ध '14 सूत्रीय मांगें' (Jinnah's 14 Points) प्रस्तुत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कांग्रेस के 1929 के लाहौर अधिवेशन एवं 1930 की दांडी यात्रा से जुड़ी ऐतिहासिक घटनाओं का सही मिलान कीजिए: सूची-I: सूची-I: A. लाहौर कांग्रेस अधिवेशन (दिसंबर 1929) B. प्रथम स्वतंत्रता दिवस की घोषणा C. दांडी मार्च (नमक सत्याग्रह) का प्रारंभ D. दांडी में नमक कानून का विधिवत उल्लंघन सूची-II: 1. पंडित जवाहरलाल नेहरू द्वारा रावी नदी के तट पर 'पूर्ण स्वराज' का प्रस्ताव एवं तिरंगा फहराना (31 दिसंबर 1929) 2. 26 जनवरी 1930 (संपूर्ण भारत में स्वतंत्रता की शपथ) 3. 12 मार्च 1930 (साबरमती आश्रम से 78 चुने हुए अनुयायियों के साथ 240 मील की यात्रा) 4. 6 अप्रैल 1930 (प्रातः 6:30 बजे समुद्र तट पर एक मुट्ठी नमक उठाकर सविनय अवज्ञा का शंखनाद)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1929 का लाहौर अधिवेशन स्वाधीनता संग्राम का सबसे ऐतिहासिक मोड़ था जहाँ जवाहरलाल नेहरू की अध्यक्षता में 'पूर्ण स्वराज' को कांग्रेस का सर्वोच्च लक्ष्य घोषित किया गया और 31 दिसंबर 1929 की मध्यरात्रि को रावी तट पर तिरंगा फहराया गया। कांग्रेस कार्यसमिति ने 26 जनवरी 1930 को पहला स्वतंत्रता दिवस मनाने का निर्णय लिया (इसी ऐतिहासिक दिन को अमर बनाने हेतु 26 जनवरी 1950 को भारतीय संविधान लागू किया गया)। वायसराय इरविन द्वारा गांधीजी की 11 सूत्रीय मांगों को अस्वीकार करने पर गांधीजी ने 12 मार्च 1930 को साबरमती आश्रम से 78 सत्याग्रहियों (जिसमें सरोजिनी नायडू भी शामिल थीं) के साथ 24 दिवसीय दांडी यात्रा शुरू की। 240 मील (385 किमी) चलकर 6 अप्रैल 1930 को दांडी के समुद्र तट पर नमक बनाकर उन्होंने ब्रिटिश साम्राज्य के सबसे दमनकारी नमक कर को तोड़ा और देशव्यापी सविनय अवज्ञा आंदोलन का आगाज किया।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लंदन में आयोजित तीनों 'गोलमेज सम्मेलनों' (Round Table Conferences, 1930-1932) के संदर्भ में निम्नलिखित कथनों पर विचार कीजिए: A. प्रथम गोलमेज सम्मेलन (नवंबर 1930-जनवरी 1931) में कांग्रेस ने भाग नहीं लिया, जबकि मुस्लिम लीग, हिंदू महासभा, रियासतों और दलित वर्ग ने भाग लिया। B. डॉ. बी.आर. अंबेडकर और सर तेज बहादुर सप्रू ऐसे प्रमुख भारतीय नेता थे जिन्होंने तीनों गोलमेज सम्मेलनों (1930, 1931, 1932) में भाग लिया था। C. द्वितीय गोलमेज सम्मेलन (सितंबर-दिसंबर 1931) में महात्मा गांधी ने भारतीय राष्ट्रीय कांग्रेस के 'एकमात्र आधिकारिक प्रतिनिधि' के रूप में भाग लिया। D. तृतीय गोलमेज सम्मेलन (नवंबर-दिसंबर 1932) में कांग्रेस ने भाग नहीं लिया तथा इसी सम्मेलन के निष्कर्षों पर श्वेत पत्र (1933) और 1935 का भारत शासन अधिनियम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साइमन कमीशन की रिपोर्ट पर विचार हेतु ब्रिटिश प्रधानमंत्री रैमसे मैकडोनाल्ड की अध्यक्षता में तीन गोलमेज सम्मेलन आयोजित किए गए। प्रथम सम्मेलन में कांग्रेस की अनुपस्थिति के कारण कोई ठोस नतीजा नहीं निकला। गांधी-इरविन समझौते के बाद गांधीजी एसएस राजपूताना जहाज से द्वितीय गोलमेज सम्मेलन में भाग लेने लंदन पहुंचे (जहाँ फ्रैंक मोरेस और विंस्टन चर्चिल ने उन्हें 'अर्धनग्न फकीर' कहा)। सम्मेलन में अल्पसंख्यकों के पृथक निर्वाचन के मुद्दे पर गतिरोध के कारण गांधीजी खाली हाथ लौटे। मोहम्मद अली जिन्ना ने केवल प्रथम और द्वितीय सम्मेलन में भाग लिया। डॉ. अंबेडकर और तेज बहादुर सप्रू ने तीनों सम्मेलनों में भाग लिया। तृतीय सम्मेलन के बाद जारी संयुक्त प्रवर समिति (लॉर्ड लिनलिथगो की अध्यक्षता) की सिफारिशों पर 'भारत सरकार अधिनियम, 1935' पारित हुआ।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'गांधी-इरविन समझौता' (5 मार्च 1931) एवं कांग्रेस के 'कराची अधिवेशन' (मार्च 1931) के संदर्भ में निम्नलिखित कथनों पर विचार कीजिए: A. तेज बहादुर सप्रू और एम.आर. जयकर के मध्यस्थता प्रयासों से 5 मार्च 1931 को दिल्ली में गांधी-इरविन समझौता (दिल्ली पैक्ट) संपन्न हुआ। B. समझौते के तहत सविनय अवज्ञा आंदोलन स्थगित किया गया, तटीय क्षेत्रों में व्यक्तिगत उपभोग हेतु नमक बनाने की छूट मिली और केवल अहिंसक राजनीतिक बंदियों को रिहा करने पर सहमति बनी। C. कराची अधिवेशन (26-31 मार्च 1931) की अध्यक्षता सरदार वल्लभभाई पटेल ने की, जिसमें गांधी-इरविन समझौते का औपचारिक अनुमोदन किया गया। D. कराची अधिवेशन में पंडित जवाहरलाल नेहरू द्वारा प्रारूपित 'मौलिक अधिकारों' (Fundamental Rights) और 'राष्ट्रीय आर्थिक कार्यक्रम' पर ऐतिहासिक प्रस्ताव पारित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गांधी-इरविन समझौता सविनय अवज्ञा आंदोलन की पहली बड़ी कूटनीतिक सफलता थी जिसमें ब्रिटिश वायसराय ने कांग्रेस से बराबरी के स्तर पर बातचीत की। किंतु इस समझौते में भगत सिंह, सुखदेव और राजगुरु की फांसी की सजा को माफ कराने में गांधीजी सफल नहीं हो सके, जिसके कारण 23 मार्च 1931 को उन्हें फांसी दे दी गई। इसके ठीक छह दिन बाद जब गांधीजी कराची अधिवेशन पहुंचे, तो पंजाब नौजवान भारत सभा के युवाओं ने उन्हें काले झंडे दिखाए। सरदार पटेल की अध्यक्षता वाले कराची अधिवेशन में कांग्रेस ने पहली बार स्वतंत्र भारत के सामाजिक-आर्थिक दर्शन को स्पष्ट किया जिसमें प्रेस की स्वतंत्रता, संगठन बनाने का अधिकार, सार्वभौमिक वयस्क मताधिकार, मुफ्त प्राथमिक शिक्षा, प्रमुख उद्योगों पर राज्य नियंत्रण तथा किसानों के लगान में 50% कमी की गारंटी दी गई।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16 अगस्त 1932 के 'सांप्रदायिक पंचाट' (Communal Award) एवं 'पूना पैक्ट' (24 सितंबर 1932) के संदर्भ में निम्नलिखित कथनों पर विचार कीजिए: A. ब्रिटिश प्रधानमंत्री रैमसे मैकडोनाल्ड द्वारा घोषित सांप्रदायिक पंचाट में दलित वर्गों (Depressed Classes) को हिंदुओं से पृथक मानकर अलग निर्वाचक मंडल दिया गया। B. इसके विरोध में महात्मा गांधी ने 20 सितंबर 1932 को यरवदा जेल (पुणे) में अपना पहला ऐतिहासिक 'आमरण अनशन' (Fast unto Death) प्रारंभ किया। C. 24 सितंबर 1932 को मदन मोहन मालवीय, सी. राजगोपालाचारी और डॉ. अंबेडकर के मध्य ऐतिहासिक 'पूना समझौता' हस्ताक्षरित हुआ। D. पूना पैक्ट के तहत दलितों के लिए पृथक निर्वाचक मंडल समाप्त कर दिया गया तथा संयुक्त निर्वाचक मंडल में प्रांतीय विधानसभाओं में आरक्षित सीटें 71 से बढ़ाकर 147 कर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गोलमेज सम्मेलन के बाद ब्रिटिश सरकार ने फूट डालो और राज करो की नीति के तहत दलितों को पृथक निर्वाचक मंडल देकर हिंदू समाज को स्थायी रूप से बांटने का षड्यंत्र रचा। गांधीजी का मानना था कि इससे अस्पृश्यता उन्मूलन का कार्य सदा के लिए रुक जाएगा। उन्होंने यरवदा जेल में आमरण अनशन शुरू किया। रवींद्रनाथ टैगोर, मालवीय और राजेंद्र प्रसाद की मध्यस्थता से डॉ. अंबेडकर और गांधीजी के प्रतिनिधियों के बीच 24 सितंबर 1932 को पूना पैक्ट हुआ। समझौते के तहत दलितों ने पृथक निर्वाचन का अधिकार छोड़ दिया और बदले में उन्हें सामान्य संयुक्त निर्वाचन में आरक्षित सीटें दी गईं (प्रांतीय असेंबलियों में सीटें 71 से दोगुनी से अधिक बढ़ाकर 147 की गईं तथा केंद्रीय असेंबली में 18% सीटें आरक्षित की गईं)। इसके बाद गांधीजी ने अपना पूरा ध्यान हरिजन उत्थान में लगाया और 1932 में 'अखिल भारतीय अस्पृश्यता निवारण लीग' (हरिजन सेवक संघ) तथा 'हरिजन' पत्रिका शुरू की।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1920 एवं 1930 के दशक में भारत में वामपंथी, श्रमिक एवं किसान आंदोलनों के विकास के संदर्भ में निम्नलिखित कथनों पर विचार कीजिए: A. 31 अक्टूबर 1920 को बंबई में 'अखिल भारतीय ट्रेड यूनियन कांग्रेस' (AITUC) की स्थापना हुई, जिसके प्रथम अध्यक्ष लाला लाजपत राय और महासचिव एन.एम. जोशी थे। B. 26 दिसंबर 1925 को कानपुर में आयोजित प्रथम साम्यवादी सम्मेलन में 'भारतीय कम्युनिस्ट पार्टी' (CPI) का विधिवत गठन हुआ और एस.वी. घाटे इसके प्रथम महासचिव बने। C. 1934 ई. में जयप्रकाश नारायण, आचार्य नरेंद्र देव और मीनू मसानी द्वारा पटना/बंबई में 'कांग्रेस सोशलिस्ट पार्टी' (CSP) की स्थापना की गई। D. अप्रैल 1936 में लखनऊ में 'अखिल भारतीय किसान सभा' (AIKS) का गठन हुआ, जिसके प्रथम अध्यक्ष स्वामी सहजानंद सरस्वती और महासचिव प्रो. एन.जी. रंगा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1920-30 के दशक में भारतीय राष्ट्रीय आंदोलन में समाजवाद और वामपंथ का अभूतपूर्व उभार हुआ। 1920 में स्थापित AITUC ने 1929 के नागपुर अधिवेशन (अध्यक्ष: जवाहरलाल नेहरू) में दक्षिणपंथी व वामपंथी मतभेद के कारण विभाजन देखा जिससे एन.एम. जोशी ने AITUF बनाया। 1924 में कानपुर बोल्शेविक षड्यंत्र केस और 1929 में मेरठ षड्यंत्र केस में कम्युनिस्ट नेताओं (मुजफ्फर अहमद, एस.ए. डांगे, शौकत उस्मानी, फिलिप स्प्रैट) पर मुकदमे चलाए गए। 1925 में कानपुर में सीपीआई का औपचारिक गठन हुआ जिसके पहले सम्मेलन की अध्यक्षता सिंगारवेलु चेट्टियार ने की। 1934 में कांग्रेस के भीतर समाजवादी नीतियों को लागू कराने हेतु कांग्रेस सोशलिस्ट पार्टी बनी। 1936 में लखनऊ में कांग्रेस अधिवेशन के साथ ही स्वामी सहजानंद सरस्वती की अध्यक्षता में अखिल भारतीय किसान सभा का गठन हुआ जिसने किसान घोषणापत्र जारी कर जमींदारी उन्मूलन और 50% लगान कटौती की मांग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1916 ई. में मद्रास प्रेसीडेंसी में गैर-ब्राह्मण जातियों के प्रशासनिक और राजनीतिक अधिकारों की रक्षा हेतु स्थापित 'जस्टिस पार्टी' (दक्षिण भारतीय उदारवादी संघ) के प्रमुख संस्थापक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टी.एम. नायर, पी. त्यागराया चेट्टी एवं सी. नटेसा मुदलियार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ई.वी. रामास्वामी नायकर (पेरियार) एवं सी.एन. अन्नादुरई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 राजगोपालाचारी एवं के. कामराज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 नारायण गुरु एवं कुमारन आशान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डॉ. टी.एम. नायर, पी. त्यागराया चेट्टी एवं सी. नटेसा मुदलियार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ई.वी. रामास्वामी नायकर (पेरियार) एवं सी.एन. अन्नादुरई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राजगोपालाचारी एवं के. कामराज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नारायण गुरु एवं कुमारन आशान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 नवंबर 1916 को मद्रास के विक्टोरिया पब्लिक हॉल में आयोजित एक बैठक में गैर-ब्राह्मण नेताओं ने 'साउथ इंडियन लिबरल फेडरेशन' (SILF) की स्थापना की, जो अपने अंग्रेजी दैनिक समाचार पत्र 'जस्टिस' के कारण 'जस्टिस पार्टी' के नाम से प्रसिद्ध हुई। इसके संस्थापक नेताओं में डॉ. टी.एम. नायर, पी. त्यागराया चेट्टी और डॉ. सी. नटेसा मुदलियार प्रमुख थे। दिसंबर 1916 में इन्होंने प्रसिद्ध 'गैर-ब्राह्मण घोषणापत्र' (Non-Brahmin Manifesto) जारी किया जिसमें मद्रास में सरकारी नौकरियों, शिक्षा और विधायिका में ब्राह्मणों के एकाधिकार का विरोध किया गया और गैर-ब्राह्मणों के लिए आरक्षण की मांग की गई। 1920 में हुए पहले प्रांतीय चुनावों में जस्टिस पार्टी ने मद्रास में जीत दर्ज कर पहली गैर-कांग्रेसी प्रांतीय सरकार बनाई (ए. सुब्बारायलु रेड्डियार पहले प्रीमियर बने)। 1944 में पेरियार के नेतृत्व में जस्टिस पार्टी का नाम बदलकर 'द्रविड़ कड़गम' (DK) किया गया।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केरल एवं तमिलनाडु में 20वीं सदी के प्रमुख जाति-विरोधी एवं मंदिर-प्रवेश आंदोलनों के संदर्भ में निम्नलिखित कथनों पर विचार कीजिए: A. केरल में श्री नारायण गुरु (1856-1928) ने 1903 में 'श्री नारायण धर्म परिपालन योगम' (SNDP) की स्थापना की और प्रसिद्ध नारा दिया: "मानव की केवल एक जाति, एक धर्म, एक ईश्वर है।" B. 1888 ई. में श्री नारायण गुरु ने पारंपरिक ब्राह्मणवादी पुरोहित व्यवस्था को चुनौती देते हुए अरुविप्पुरम (Aruvippuram) में स्वयं शिवलिंग की प्रतिष्ठा की थी। C. 1925 ई. में ई.वी. रामास्वामी नायकर 'पेरियार' ने तमिलनाडु में ब्राह्मणवादी वर्चस्व के विरुद्ध 'आत्मसम्मान आंदोलन' (Self-Respect Movement) प्रारंभ किया। D. 1931-1932 में केरल में के. केलप्पन और पी. कृष्ण पिल्लई के नेतृत्व में प्रसिद्ध 'गुरुवायूर मंदिर प्रवेश सत्याग्रह' चलाया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भारत में निम्न जातियों के आत्मसम्मान और मंदिर प्रवेश हेतु युगांतरकारी आंदोलन हुए। केरल के एझावा (ताड़ी निकालने वाली जाति) समुदाय के नेता श्री नारायण गुरु ने 1888 में अरुविप्पुरम में शिला से शिवलिंग बनाकर स्थापित किया और लिखा: "यह वह स्थान है जहाँ सभी लोग बिना जाति या धार्मिक घृणा के भाईचारे से रहते हैं।" 1925 में कांग्रेस छोड़ने के बाद पेरियार (ई.वी. रामास्वामी) ने 'कुडी अरासु' पत्रिका के माध्यम से आत्मसम्मान आंदोलन चलाया जिसने बिना ब्राह्मण पुरोहितों के 'आत्मसम्मान विवाह' (Self-Respect Marriages) और मनुस्मृति दहन को बढ़ावा दिया। 1931-32 में गुरुवायूर मंदिर में अछूतों के प्रवेश हेतु केलप्पन ने 16 दिन की भूख हड़ताल की थी जिसे गांधीजी के अनुरोध पर समाप्त किया गया। इन निरंतर संघर्षों के परिणामस्वरूप नवंबर 1936 में त्रावणकोर के महाराजा ने ऐतिहासिक 'मंदिर प्रवेश उद्घोषणा' जारी कर सभी मंदिर निम्न जातियों के लिए खोल दिए।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आधुनिक भारतीय इतिहास के प्रमुख राजनीतिक अधिवेशनों एवं उनके चुने गए अध्यक्षों का सही मिलान कीजिए: सूची-I: सूची-I: A. बनारस अधिवेशन (1905) B. लाहौर अधिवेशन (1929) C. कराची अधिवेशन (1931) D. फैजपुर अधिवेशन (1936) सूची-II: 1. गोपाल कृष्ण गोखले (स्वदेशी व बहिष्कार पर प्रथम चर्चा) 2. पंडित जवाहरलाल नेहरू (पूर्ण स्वराज का ऐतिहासिक प्रस्ताव) 3. सरदार वल्लभभाई पटेल (मौलिक अधिकार व राष्ट्रीय आर्थिक कार्यक्रम) 4. पंडित जवाहरलाल नेहरू (प्रथम ग्रामीण/गांव में आयोजित कांग्रेस अधिवेशन)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वार्षिक अधिवेशनों ने स्वाधीनता संग्राम की रणनीतिक दिशा तय की। 1905 के बनारस अधिवेशन में गोखले ने कर्जन के बंगाल विभाजन की तीखी निंदा की और स्वदेशी के सिद्धांत का समर्थन किया। दिसंबर 1929 के लाहौर अधिवेशन में नेहरू के नेतृत्व में पूर्ण स्वराज का लक्ष्य पारित हुआ और 26 जनवरी को स्वतंत्रता दिवस तय किया गया। मार्च 1931 के कराची अधिवेशन में सरदार पटेल की अध्यक्षता में मौलिक अधिकारों और आर्थिक नीतियों का ऐतिहासिक चार्टर स्वीकृत हुआ। दिसंबर 1936 में महाराष्ट्र के जलगांव जिले के 'फैजपुर' गांव में कांग्रेस का 50वां वार्षिक अधिवेशन हुआ (यह किसी ग्रामीण क्षेत्र में आयोजित होने वाला पहला कांग्रेस सत्र था) जिसकी अध्यक्षता जवाहरलाल नेहरू ने की और किसानों के लिए 13 सूत्रीय कृषि कार्यक्रम अपनाया गया।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कांग्रेस के अध्यक्ष पद पर पंडित जवाहरलाल नेहरू एवं नेताजी सुभाष चंद्र बोस के संदर्भ में निम्नलिखित कथनों पर विचार कीजिए: A. जवाहरलाल नेहरू ने कुल तीन बार कांग्रेस के वार्षिक अधिवेशनों की अध्यक्षता की: लाहौर (दिसंबर 1929), लखनऊ (अप्रैल 1936) और फैजपुर (दिसंबर 1936)। B. 1938 के हरिपुरा (गुजरात) अधिवेशन में सुभाष चंद्र बोस निर्विरोध कांग्रेस अध्यक्ष चुने गए और उन्होंने नेहरू की अध्यक्षता में 'राष्ट्रीय योजना समिति' (National Planning Committee) का गठन किया। C. 1939 के त्रिपुरी (जबलपुर, मध्य प्रदेश) अधिवेशन में सुभाष चंद्र बोस ने गांधीजी के आधिकारिक प्रत्याशी डॉ. पट्टाभि सीतारमैया को हराकर अध्यक्ष पद का चुनाव जीता। D. गांधीजी ने सीतारमैया की हार पर कहा: "सीतारमैया की हार मेरी व्यक्तिगत हार है"; जिसके बाद कार्यसमिति के गतिरोध के कारण बोस ने इस्तीफा दिया और डॉ. राजेंद्र प्रसाद अध्यक्ष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1930 के दशक के उत्तरार्ध में कांग्रेस के भीतर वामपंथी समाजवादी विचार प्रबल हुए। जवाहरलाल नेहरू 1929 (लाहौर), 1936 (लखनऊ - जहाँ उन्होंने समाजवाद को भारत की समस्याओं की कुंजी बताया) और 1936 (फैजपुर) में अध्यक्ष रहे। 1938 में हरिपुरा में सुभाष चंद्र बोस अध्यक्ष बने और उन्होंने भारत के औद्योगिकीकरण व आर्थिक नियोजन हेतु राष्ट्रीय योजना समिति बनाई। 1939 में त्रिपुरी अधिवेशन में गांधीजी के विरोध के बावजूद बोस ने लोकतांत्रिक चुनाव में पट्टाभि सीतारमैया को 1580 बनाम 1377 मतों से पराजित किया। गांधीजी ने इसे अपनी व्यक्तिगत पराजय माना और 15 में से 13 कार्यसमिति सदस्यों ने इस्तीफा दे दिया। 'गोविंद वल्लभ पंत प्रस्ताव' द्वारा अध्यक्ष को गांधीजी की इच्छा से कार्यसमिति बनाने का निर्देश दिए जाने पर बोस ने अप्रैल 1939 में अध्यक्ष पद से इस्तीफा दे दिया और डॉ. राजेंद्र प्रसाद नए अध्यक्ष बने।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मई 1939 में कांग्रेस अध्यक्ष पद से त्यागपत्र देने के पश्चात सुभाष चंद्र बोस ने कांग्रेस के भीतर वामपंथी और जुझारू राष्ट्रवादियों को एकजुट करने हेतु किस नए राजनीतिक दल की स्थापना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फॉरवर्ड ब्लॉक (Forward Bloc)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कांग्रेस सोशलिस्ट पार्टी</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रिवोल्यूशनरी सोशलिस्ट पार्टी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आजाद हिंद दल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फॉरवर्ड ब्लॉक (Forward Bloc)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कांग्रेस सोशलिस्ट पार्टी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रिवोल्यूशनरी सोशलिस्ट पार्टी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आजाद हिंद दल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त्रिपुरी संकट और गांधीवादी नेतृत्व के साथ कार्यसमिति गठन को लेकर हुए मतभेदों के बाद सुभाष चंद्र बोस ने 29 अप्रैल 1939 को कांग्रेस अध्यक्ष पद से इस्तीफा दे दिया। इसके तुरंत बाद उन्होंने 3 मई 1939 को उन्नाव (उत्तर प्रदेश) में कांग्रेस के भीतर ही सभी वामपंथी, प्रगतिशील और साम्राज्यवाद-विरोधी तत्वों को एक मंच पर लाने के लिए 'फॉरवर्ड ब्लॉक' (All India Forward Bloc) की स्थापना की। 22 जून 1939 को बंबई में फॉरवर्ड ब्लॉक का पहला अखिल भारतीय सम्मेलन आयोजित किया गया। जब बोस ने कांग्रेस कार्यसमिति की अनुमति के बिना प्रांतीय सरकारों के विरोध में प्रदर्शन किए, तो अगस्त 1939 में कांग्रेस कार्यसमिति ने अनुशासनात्मक कार्रवाई करते हुए उन्हें बंगाल प्रांतीय कांग्रेस कमेटी के अध्यक्ष पद से हटा दिया और 3 वर्ष के लिए कांग्रेस के किसी भी निर्वाचित पद पर रहने से प्रतिबंधित कर दिया।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द्वारा लिखित प्रमुख कालजयी पुस्तकों एवं उनके विचारों के संदर्भ में निम्नलिखित कथनों पर विचार कीजिए: A. 'हिंद स्वराज' (1909): गांधीजी ने लंदन से दक्षिण अफ्रीका लौटते समय 'एस.एस. किल्डोनन कैसल' जहाज पर मूल गुजराती में आधुनिक पश्चिमी सभ्यता और औद्योगिकीकरण की आलोचना करते हुए लिखी थी। B. 'सत्य के साथ मेरे प्रयोग' (The Story of My Experiments with Truth): गांधीजी की सुप्रसिद्ध आत्मकथा है, जो मूलतः गुजराती में यरवदा जेल में लिखी गई और 'नवजीवन' में धारावाहिक रूप से प्रकाशित हुई। C. 'सर्वोदय' (1908): जॉन रस्किन की प्रसिद्ध पुस्तक 'अनटू दिस लास्ट' (Unto This Last) का गांधीजी द्वारा गुजराती में किया गया अनुवाद व सार-संक्षेप है। D. 'आनंदमठ' (1882) और 'देवी चौधरानी': महात्मा गांधी द्वारा लिखित राष्ट्रवादी उपन्यास हैं, जिनसे 'वंदे मातरम' गीत लिया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महात्मा गांधी ने अनेक महत्वपूर्ण पुस्तकों और लेखों की रचना की: 'हिंद स्वराज' (1909) में उन्होंने स्वराज की दार्शनिक संकल्पना, सत्याग्रह, अहिंसा और पश्चिमी मशीनी सभ्यता की निरर्थकता को संवाद शैली (पाठक व संपादक) में प्रस्तुत किया। उनकी आत्मकथा 'सत्य के साथ मेरे प्रयोग' उनके बचपन से लेकर 1921 तक के जीवन का प्रामाणिक दस्तावेज है, जिसका अंग्रेजी अनुवाद उनके निजी सचिव महादेव देसाई ने किया। रस्किन की 'अनटू दिस लास्ट' से प्रेरित होकर उन्होंने 1908 में 'सर्वोदय' (सबका उदय/कल्याण) लिखा। उन्होंने 'गीता माता', 'मंगल प्रभात', 'अनाशक्ति योग', 'की टू हेल्थ' और 'ट्रुथ इज गॉड' जैसी कृतियां भी लिखीं। इसके विपरीत, 'आनंदमठ' और 'देवी चौधरानी' 19वीं सदी के महान बंगाली उपन्यासकार बंकिम चंद्र चट्टोपाध्याय की अमर कृतियां हैं (अतः कथन D असत्य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आधुनिक भारतीय इतिहास के प्रमुख समाचार पत्रों/जर्नल्स एवं उनके संस्थापकों का सही मिलान कीजिए: सूची-I: सूची-I: A. इंडियन ओपिनियन (दक्षिण अफ्रीका, 1903) B. यंग इंडिया एवं नवजीवन (1919) C. अल-हिलाल एवं अल-बलाग (1912) D. न्यू इंडिया एवं कॉमनवील (1914) सूची-II: 1. महात्मा गांधी (मनसुखलाल नजर प्रथम संपादक) 2. महात्मा गांधी (अंग्रेजी एवं गुजराती) 3. मौलाना अबुल कलाम आजाद 4. एनी बेसेंट</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आंदोलन के नेताओं ने पत्र-पत्रिकाओं को जन-जागृति का प्रमुख माध्यम बनाया। महात्मा गांधी ने 1903 में दक्षिण अफ्रीका में गुजराती, हिंदी, तमिल और अंग्रेजी में 'इंडियन ओपिनियन' शुरू किया जिसके प्रथम संपादक मनसुखलाल नजर थे। भारत में 1919 में उन्होंने अंग्रेजी में 'यंग इंडिया' और गुजराती में 'नवजीवन' तथा 1933 में 'हरिजन' शुरू किया। मौलाना अबुल कलाम आजाद ने 1912 में कलकत्ता से क्रांतिकारी उर्दू साप्ताहिक 'अल-हिलाल' (The Crescent) निकाला जिसने युवा मुसलमानों में राष्ट्रीय चेतना भरी (1914 में सरकार ने इसे जब्त कर लिया तो उन्होंने 1915 में 'अल-बलाग' निकाला)। एनी बेसेंट ने होम रूल लीग के प्रचार हेतु 'द मद्रास स्टैंडर्ड' को खरीदकर 'न्यू इंडिया' (दैनिक) बनाया तथा 'कॉमनवील' (साप्ताहिक) का प्रकाशन किया।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1928 में साइमन कमीशन के विरोध के दौरान लाहौर में पुलिस लाठीचार्ज में गंभीर रूप से घायल होने के बाद किस महान नेता ने कहा था: "मेरे शरीर पर पड़ी लाठी की एक-एक चोट ब्रिटिश साम्राज्य के ताबूत की अंतिम कील साबित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 गंगाधर तिलक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लाजपत राय (Lala Lajpat Rai)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बिपिन चंद्र पाल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पंडित मदन मोहन मालवीय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लाला लाजपत राय (Lala Lajpat Rai)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गंगाधर तिलक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बिपिन चंद्र 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पंडित मदन मोहन मालवीय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नवंबर 1927 में ब्रिटिश सरकार ने 1919 के मोंटेग्यू-चेम्सफोर्ड सुधारों की 10 वर्षीय प्रगति की समीक्षा हेतु सर जॉन साइमन की अध्यक्षता में 'भारतीय वैधानिक आयोग' (साइमन कमीशन) की नियुक्ति की। इस 7 सदस्यीय आयोग में एक भी भारतीय सदस्य शामिल नहीं था (ऑल-व्हाइट कमीशन), जिसके कारण कांग्रेस, मुस्लिम लीग और लिबरल फेडरेशन सभी ने इसका पूर्ण बहिष्कार किया। 30 अक्टूबर 1928 को जब साइमन कमीशन लाहौर पहुंचा, तो लाला लाजपत राय के नेतृत्व में विशाल शांतिपूर्ण विरोध प्रदर्शन हुआ। लाहौर के पुलिस अधीक्षक जे.ए. स्कॉट के आदेश पर सहायक अधीक्षक सॉन्डर्स ने भीड़ पर बर्बर लाठीचार्ज किया जिसमें लाला लाजपत राय के सिर और छाती पर घातक चोटें आईं। उसी शाम लाहौर की जनसभा में उन्होंने ऐतिहासिक गर्जना की थी। 17 नवंबर 1928 को वे शहीद हो गए, जिसकी परिणति सॉन्डर्स वध में हुई।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दिल्ली में चांदनी चौक स्थित 'गुरुद्वारा शीशगंज साहिब' के ऐतिहासिक संदर्भ में निम्नलिखित कथनों पर विचार कीजिए: A. यह वह पवित्र ऐतिहासिक स्थान है जहाँ मुग़ल सम्राट औरंगज़ेब के आदेश पर 11 नवंबर 1675 को सिखों के नौवें गुरु, गुरु तेग बहादुर का शीश काटा गया था। B. गुरु तेग बहादुर ने कश्मीरी पंडितों के जबरन धर्मांतरण के विरोध में और धार्मिक स्वतंत्रता की रक्षा हेतु अपना सर्वोच्च बलिदान दिया था। C. 1783 ई. में सिख जनरल सरदार बघेल सिंह ने दिल्ली पर अधिकार के समय इस स्थल पर पहली बार गुरुद्वारे का निर्माण करवाया था। D. 1857 के विद्रोह के बाद ब्रिटिश सरकार ने यहाँ स्थित मुग़ल कोतवाली को ध्वस्त कर यह भूमि सिखों को सौंप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गुरुद्वारा शीशगंज साहिब दिल्ली के नौ ऐतिहासिक गुरुद्वारों में सर्वाधिक पूजनीय स्थलों में से एक है। 1675 में जब औरंगज़ेब ने कश्मीरी हिंदुओं पर अत्याचार शुरू किए, तो पंडित कृपा राम के नेतृत्व में कश्मीरी प्रतिनिधिमंडल ने गुरु तेग बहादुर से सहायता की गुहार लगाई। गुरु तेग बहादुर ने धर्म और आस्था की स्वतंत्रता हेतु दिल्ली के चांदनी चौक पर अपने तीन अनन्य शिष्यों-भाई मती दास (आरे से चीरा गया), भाई सती दास (रुई में लपेटकर जलाया गया) और भाई दयाला (उबलते पानी में डाला गया) के साथ शहादत दी। उन्हें 'हिंद की चादर' कहा जाता है। भाई जैता (बाबा जीवन सिंह) उनके पवित्र शीश को लेकर आनंदपुर साहिब पहुंचे जहाँ गुरु गोबिंद सिंह ने उनका अंतिम संस्कार किया। 1783 में बघेल सिंह ने यहाँ शीशगंज साहिब और रकाबगंज साहिब (जहाँ धड़ का संस्कार हुआ) गुरुद्वारों का निर्माण कराया।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कांग्रेस के ऐतिहासिक अधिवेशनों एवं उनकी महत्वपूर्ण विशेषताओं के संदर्भ में निम्नलिखित युग्मों पर विचार कीजिए: A. 1917 (कलकत्ता अधिवेशन): एनी बेसेंट कांग्रेस की प्रथम महिला अध्यक्ष बनीं। B. 1924 (बेलगाम अधिवेशन): महात्मा गांधी द्वारा अध्यक्षता किया गया एकमात्र कांग्रेस अधिवेशन। C. 1925 (कानपुर अधिवेशन): श्रीमती सरोजिनी नायडू कांग्रेस की प्रथम भारतीय महिला अध्यक्ष बनीं। D. 1931 (कराची अधिवेशन): सरदार वल्लभभाई पटेल की अध्यक्षता में गांधी-इरविन समझौते की पुष्टि और मौलिक अधिकारों का प्रस्ताव पारित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कांग्रेस के अधिवेशनों के कुछ अत्यंत विशिष्ट मील के पत्थर: 1917 में होम रूल आंदोलन की सफलता के बाद एनी बेसेंट पहली महिला कांग्रेस अध्यक्ष बनीं (1933 में नेली सेनगुप्त तीसरी महिला अध्यक्ष बनीं)। 1924 के बेलगाम (कर्नाटक) अधिवेशन में गांधीजी ने अपने जीवन में केवल एक बार कांग्रेस की अध्यक्षता की जहाँ उन्होंने स्वराज पार्टी के साथ 'गांधी-दास समझौता' अनुमोदित किया और चरखा कातने को कांग्रेस सदस्यता की अनिवार्य शर्त बनाया। 1925 में कानपुर में 'भारत कोकिला' सरोजिनी नायडू पहली भारतीय महिला अध्यक्ष बनीं। 1931 में कराची में सरदार पटेल ने ऐतिहासिक अधिवेशन की अध्यक्षता की जहाँ आर्थिक न्याय और मौलिक अधिकारों का संकल्प लिया गया। 1920 के विशेष कलकत्ता अधिवेशन में लाला लाजपत राय तथा नियमित नागपुर अधिवेशन में सी. विजयराघवाचार्य अध्यक्ष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1906 ई. में पंजाब में सरदार अजीत सिंह (भगत सिंह के चाचा) और सूफी अम्बा प्रसाद द्वारा स्थापित उस गुप्त क्रांतिकारी संगठन का नाम क्या था जिसने किसानों को ब्रिटिश सरकार के विरुद्ध लामबंद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माता सोसाइटी (Bharat Mata Society)</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नौजवान भारत सभा</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अंजुमन-ए-पंजाब</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युगांतर दल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माता सोसाइटी (Bharat Mata Society)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नौजवान भारत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अंजुमन-ए-पंजाब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युगांतर दल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1906-1907 में पंजाब में उपनिवेशीकरण अधिनियम (Colonization Act) और बारी दोआब नहर जल कर में भारी वृद्धि के विरुद्ध व्यापक किसान आंदोलन भड़का। इस आंदोलन को संगठित करने हेतु सरदार अजीत सिंह, सूफी अम्बा प्रसाद, लाला लाजपत राय और आगा हैदर ने लाहौर में 'भारत माता सोसाइटी' (Anjuman-i-Mohibban-i-Watan) की स्थापना की। बंके दयाल ने प्रसिद्ध गीत "पगड़ी संभाल जट्टा" लिखा जो किसानों का राष्ट्रगान बन गया। अजीत सिंह ने गुप्त पर्चे बांटकर और रैलियां करके सेना और किसानों को ब्रिटिश शासन उखाड़ फेंकने का आह्वान किया। मई 1907 में ब्रिटिश सरकार ने लाला लाजपत राय और अजीत सिंह को बिना मुकदमे के गिरफ्तार कर मांडले (बर्मा) निर्वासित कर दिया। 1909 में अजीत सिंह ईरान, ब्राजील और इटली होते हुए निर्वासित जीवन बिताते रहे और 15 अगस्त 1947 को भारत की आजादी के दिन ही उनका निधन हुआ।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अधिनियम, 1919' (मोंटेग्यू-चेम्सफोर्ड सुधार) के मुख्य प्रावधानों के संदर्भ में निम्नलिखित कथनों पर विचार कीजिए: A. इसने प्रांतीय स्तर पर 'द्वैध शासन प्रणाली' (Dyarchy) लागू की, जिसमें विषयों को 'आरक्षित' (Reserved - वित्त, पुलिस, न्याय) और 'हस्तांतरित' (Transferred - शिक्षा, स्वास्थ्य, स्थानीय स्वशासन) में बांटा गया। B. इसने केंद्र में पहली बार 'द्विसदनीय विधायिका' (Bicameral Legislature: राज्य परिषद व केंद्रीय विधान सभा) की स्थापना की और प्रत्यक्ष निर्वाचन शुरू किया। C. लंदन में भारत के मामलों की देखरेख हेतु 'भारतीय उच्चायुक्त' (High Commissioner for India) का नया पद सृजित किया गया तथा भारत सचिव का वेतन ब्रिटिश राजस्व से देना तय हुआ। D. इसने सिखों, भारतीय ईसाइयों, एंग्लो-इंडियन और यूरोपीय लोगों के लिए भी पृथक निर्वाचक मंडलों का विस्तार किया तथा सीमित मताधिकार महिलाओं को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भारत शासन अधिनियम भारत सचिव एडविन मोंटेग्यू और वायसराय लॉर्ड चेम्सफोर्ड की रिपोर्ट पर आधारित था। इसने प्रांतों में द्वैध शासन लागू किया जहाँ आरक्षित विषय गवर्नर और उसकी कार्यकारी परिषद के पास रहे और हस्तांतरित विषय निर्वाचित भारतीय मंत्रियों को दिए गए। केंद्र में द्विसदनीय व्यवस्था बनी जिसमें राज्य परिषद (उच्च सदन, 60 सदस्य, 5 वर्ष कार्यकाल) और केंद्रीय विधानसभा (निम्न सदन, 140 सदस्य, 3 वर्ष कार्यकाल) थी। पहली बार प्रांतीय बजट को केंद्रीय बजट से अलग किया गया तथा लोक सेवा आयोग (1926 में ली कमीशन की सिफारिश पर गठित) की स्थापना का प्रावधान हुआ। सांप्रदायिक प्रतिनिधित्व को बढ़ाते हुए गैर-ब्राह्मणों (मद्रास) और मराठों (बंबई) को भी विशेष प्रतिनिधित्व मिला।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अधिनियम, 1935' (Government of India Act, 1935) के प्रमुख प्रावधानों के संदर्भ में निम्नलिखित कथनों पर विचार कीजिए: A. इसने एक 'अखिल भारतीय संघ' (All India Federation) की स्थापना का प्रस्ताव रखा जिसमें 11 ब्रिटिश प्रांत, 6 चीफ कमिश्नर क्षेत्र और शामिल होने की इच्छुक देशी रियासतें शामिल थीं। B. इसने प्रांतीय स्तर पर 1919 के द्वैध शासन को समाप्त कर 'पूर्ण प्रांतीय स्वायत्तता' (Provincial Autonomy) लागू की और 11 में से 6 प्रांतों में द्विसदनीय विधानमंडल बनाए। C. विधायती शक्तियों को तीन सूचियों-संघीय सूची (59 विषय), प्रांतीय सूची (54 विषय) और समवर्ती सूची (36 विषय) में बांटा गया, जबकि अवशिष्ट शक्तियां (Residuary Powers) गवर्नर-जनरल में निहित थीं। D. इसके तहत 1935 में 'भारतीय रिजर्व बैंक' (RBI) तथा 1 अक्टूबर 1937 को 'संघीय न्यायालय' (Federal Court, जिसके प्रथम मुख्य न्यायाधीश सर मॉरिस ग्वेयर थे) की स्थापना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भारत सरकार अधिनियम ब्रिटिश संसद द्वारा पारित सबसे बड़ा और जटिल अधिनियम था (जिसमें 321 धाराएं और 10 अनुसूचियां थीं)। इसने प्रांतों में स्वायत्तता दी और प्रांतीय सरकारों को निर्वाचित मंत्रियों के प्रति उत्तरदायी बनाया, किंतु केंद्र में द्वैध शासन का प्रस्ताव रखा जो कभी लागू नहीं हो सका क्योंकि आवश्यक संख्या में देशी रियासतों ने संघ में शामिल होने से इनकार कर दिया। इसके द्वारा बर्मा को भारत से अलग किया गया, ओडिशा और सिंध दो नए प्रांत बने, 1858 की भारत परिषद (Council of India) को समाप्त किया गया तथा लगभग 10% आबादी को मताधिकार मिला। पंडित जवाहरलाल नेहरू ने इस अधिनियम को "अनेक ब्रेकों वाली इंजन रहित गाड़ी" और "गुलामी का नया अधिकार पत्र" (Charter of Slavery) कहा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1937 के प्रांतीय चुनावों एवं 1939 में 'कांग्रेस मंत्रिमंडलों के त्यागपत्र' के संदर्भ में निम्नलिखित कथनों पर विचार कीजिए: A. 1937 में 1935 के एक्ट के तहत 11 ब्रिटिश प्रांतों में चुनाव हुए, जिनमें कांग्रेस ने 5 प्रांतों (मद्रास, यूपी, बिहार, सीपी, उड़ीसा) में पूर्ण बहुमत और बंबई, असम व पश्चिमोत्तर सीमांत प्रांत में मिलीजुली सरकारें बनाईं। B. 1 सितंबर 1939 को द्वितीय विश्व युद्ध शुरू होने पर तत्कालीन वायसराय लॉर्ड लिनलिथगो ने भारतीय विधानमंडलों और जनमत से परामर्श किए बिना भारत को युद्धरत देश घोषित कर दिया। C. इसके विरोध में 28 महीने के कार्यकाल के बाद अक्टूबर-नवंबर 1939 में सभी 8 प्रांतों के कांग्रेस मंत्रिमंडलों ने सामूहिक रूप से इस्तीफा दे दिया। D. कांग्रेस मंत्रिमंडलों के त्यागपत्र देने की खुशी में 22 दिसंबर 1939 को मुस्लिम लीग ने मोहम्मद अली जिन्ना के नेतृत्व में 'मुक्ति दिवस' (Day of Deliverance / नजात दिवस) मनाया।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1937 के प्रांतीय चुनाव ऐतिहासिक थे। कांग्रेस ने 1,161 गैर-मुस्लिम सीटों में से 716 सीटें जीतीं और 8 प्रांतों में लोकप्रिय सरकारें बनाईं (पंजाब में यूनियनिस्ट पार्टी और बंगाल में कृषक प्रजा पार्टी-लीग गठबंधन बना)। कांग्रेस सरकारों ने 28 माह में नागरिक अधिकारों की बहाली, राजनीतिक बंदियों की रिहाई, काश्तकारी सुधार और प्राथमिक शिक्षा (वर्धा योजना) पर शानदार कार्य किया। 3 सितंबर 1939 को जब वायसराय लिनलिथगो ने एकतरफा रूप से भारत को जर्मनी के खिलाफ युद्ध में झोंक दिया, तो कांग्रेस ने मांग की कि युद्ध के उद्देश्यों में भारत की आजादी शामिल हो। ब्रिटिश सरकार के इनकार पर कांग्रेस मंत्रालयों ने इस्तीफा दे दिया। 22 दिसंबर 1939 को मुस्लिम लीग और डॉ. अंबेडकर ने कांग्रेस शासन से मुक्ति के उपलक्ष्य में 'मुक्ति दिवस' मनाया।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8 अगस्त 1940 को द्वितीय विश्व युद्ध में भारतीयों का सहयोग प्राप्त करने हेतु वायसराय लॉर्ड लिनलिथगो द्वारा घोषित 'अगस्त प्रस्ताव' (August Offer) के संदर्भ में निम्नलिखित में से कौन-सा प्रावधान शामिल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युद्ध के बाद भारत को 'डोमिनियन स्टेटस' (औपनिवेशिक स्वराज्य) प्रदान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युद्ध समाप्ति के तुरंत बाद भारत को पूर्ण और निरपेक्ष स्वतंत्रता (पूर्ण स्वराज) सौंपना।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युद्ध के बाद भारतीयों द्वारा स्वयं अपना संविधान बनाने हेतु एक प्रतिनिधि संविधान निर्मात्री संस्था का गठन।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वायसराय की कार्यकारी परिषद का तत्काल विस्तार कर उसमें अधिकांश भारतीयों को शामिल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युद्ध समाप्ति के तुरंत बाद भारत को पूर्ण और निरपेक्ष स्वतंत्रता (पूर्ण स्वराज) सौंपना।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युद्ध के बाद भारत को 'डोमिनियन स्टेटस' (औपनिवेशिक स्वराज्य) प्रदान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युद्ध के बाद भारतीयों द्वारा स्वयं अपना संविधान बनाने हेतु एक प्रतिनिधि संविधान निर्मात्री संस्था का गठन।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वायसराय की कार्यकारी परिषद का तत्काल विस्तार कर उसमें अधिकांश भारतीयों को शामिल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8 अगस्त 1940 को वायसराय लॉर्ड लिनलिथगो ने 'अगस्त प्रस्ताव' रखा। इसमें कहा गया था: (1) युद्ध के बाद डोमिनियन स्टेटस दिया जाएगा। (2) भारतीयों को सम्मिलित करते हुए युद्ध परामर्श समिति और वायसराय की विस्तारित कार्यकारी परिषद बनेगी। (3) भविष्य का संविधान मुख्य रूप से भारतीय स्वयं तय करेंगे। (4) सरकार किसी ऐसे संविधान को स्वीकार नहीं करेगी जिसका कड़ा विरोध अल्पसंख्यकों द्वारा किया जाए (अल्पसंख्यकों को वीटो पावर)। इसमें 'पूर्ण स्वतंत्रता' की कोई बात नहीं थी (अतः विकल्प B सही उत्तर है)। कांग्रेस ने इस प्रस्ताव को यह कहकर खारिज कर दिया कि "डोमिनियन स्टेटस की अवधारणा दरवाजे में जड़ी जंग लगी कील की तरह निष्प्रयोज्य हो चुकी है।" मुस्लिम लीग ने भी इसे अस्वीकार कर दिया क्योंकि इसमें स्पष्ट रूप से पाकिस्तान की गारंटी नहीं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द्वारा 1940 में शुरू किए गए 'व्यक्तिगत सत्याग्रह' (Individual Satyagraha / दिल्ली चलो आंदोलन) के संदर्भ में निम्नलिखित कथनों पर विचार कीजिए: A. अगस्त प्रस्ताव के विरोध में और युद्ध विरोधी प्रचार करने की अभिव्यक्ति की स्वतंत्रता की पुष्टि हेतु 17 अक्टूबर 1940 को पवनार आश्रम (महाराष्ट्र) से व्यक्तिगत सत्याग्रह शुरू किया गया। B. गांधीजी द्वारा चुने गए प्रथम व्यक्तिगत सत्याग्रही आचार्य विनोबा भावे थे। C. गांधीजी द्वारा चुने गए द्वितीय सत्याग्रही पंडित जवाहरलाल नेहरू तथा तृतीय सत्याग्रही ब्रह्मदत्त थे। D. इस आंदोलन के दौरान सत्याग्रही युद्ध विरोधी भाषण देते हुए दिल्ली की ओर कूच करते थे, इसलिए इसे 'दिल्ली चलो आंदोलन' भी कहा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अगस्त प्रस्ताव की विफलता के बाद गांधीजी ब्रिटिश युद्ध प्रयासों को बाधित करने के लिए कोई बड़ा जनआंदोलन शुरू नहीं करना चाहते थे ताकि ब्रिटेन को संकट में न डाला जाए, किंतु वे भारतीयों की असहमति को दर्ज कराना चाहते थे। इसलिए उन्होंने सीमित और अनुशासित 'व्यक्तिगत सत्याग्रह' शुरू किया। सत्याग्रही सार्वजनिक रूप से घोषणा करते थे: "ब्रिटिश सरकार के युद्ध प्रयासों में धन या जन से सहायता देना गलत है क्योंकि सभी युद्ध अनैतिक हैं।" 17 अक्टूबर 1940 को विनोबा भावे ने पवनार से सत्याग्रह शुरू किया और गिरफ्तार हुए, दूसरे नेहरू तथा तीसरे ब्रह्मदत्त थे। मई 1941 तक लगभग 25,000 व्यक्तिगत सत्याग्रहियों ने गिरफ्तारी दी। दिसंबर 1941 में जापानी खतरे को देखते हुए सरकार ने सभी सत्याग्रहियों को रिहा कर दिया।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मार्च 1942 के 'क्रिप्स मिशन' (Cripps Mission) के संदर्भ में निम्नलिखित कथनों पर विचार कीजिए: A. द्वितीय विश्व युद्ध में दक्षिण-पूर्व एशिया में जापानी सेनाओं की तीव्र विजय और रंगून के पतन के बाद मित्र राष्ट्रों (अमेरिका के रूजवेल्ट, चीन के च्यांग काई शेक) के दबाव पर ब्रिटिश प्रधानमंत्री विंस्टन चर्चिल ने सर स्टैफोर्ड क्रिप्स को भारत भेजा। B. क्रिप्स मिशन ने प्रस्ताव दिया कि युद्ध समाप्ति के पश्चात भारत को डोमिनियन स्टेटस दिया जाएगा तथा भारतीय रियासतों और ब्रिटिश प्रांतों का एक संघ बनेगा। C. इसमें यह खतरनाक प्रावधान था कि यदि कोई प्रांत नए संविधान को स्वीकार न करना चाहे, तो उसे संघ से अलग रहने और अपना पृथक संविधान बनाने का अधिकार होगा (ब्लूप्रिंट ऑफ पाकिस्तान)। D. महात्मा गांधी ने क्रिप्स प्रस्तावों को खारिज करते हुए इसे "एक टूटते/दिवालिया होते हुए बैंक का उत्तर-दिनांकित चेक" (A Post-dated Cheque on a Crashing Bank) कहा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23 मार्च 1942 को सर स्टैफोर्ड क्रिप्स (वार कैबिनेट के सदस्य और भारतीय नेताओं के मित्र) दिल्ली पहुंचे। 30 मार्च को घोषित क्रिप्स योजना में युद्ध के बाद संविधान सभा के गठन की बात थी जिसमें प्रांतीय विधानसभाओं द्वारा आनुपातिक प्रतिनिधित्व से चुने गए सदस्य और राजाओं द्वारा मनोनीत प्रतिनिधि होंगे। किंतु अंतरिम काल में रक्षा का संपूर्ण दायित्व ब्रिटिश सरकार के पास रहना था। प्रांतों को संघ से अलग होने का अधिकार देकर भारत के कई टुकड़ों में विभाजन की संभावना छोड़ दी गई थी। गांधीजी ने इसे 'पोस्ट-डेटेड चेक' कहा, जिसमें नेहरू ने जोड़ा-"जिसका बैंक दिवालिया होने वाला है।" मुस्लिम लीग ने भी इसे अस्वीकार किया क्योंकि इसने पाकिस्तान की सीधी और तत्काल घोषणा नहीं की थी। 11 अप्रैल 1942 को क्रिप्स मिशन खाली हाथ लंदन लौट गया।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आधुनिक भारतीय इतिहास की प्रमुख घटनाओं का उनके कालानुक्रम के साथ सही मिलान कीजिए: सूची-I: सूची-I: A. सिंगापुर सैन्य विद्रोह (5वीं लाइट इन्फैंट्री का विद्रोह) B. सैन फ्रांसिस्को में ग़दर षड्यंत्र का प्रथम मुकदमा C. काकोरी ट्रेन एक्शन D. लाहौर में जॉन सॉन्डर्स की हत्या सूची-II: 1. फरवरी 1915 ई. 2. नवंबर 1917 ई. 3. 9 अगस्त 1925 ई. 4. 17 दिसंबर 1928 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आधुनिक भारत में क्रांतिकारी आंदोलनों की महत्वपूर्ण कड़ियां: (1) फरवरी 1915 में सिंगापुर में ग़दर पार्टी के प्रभाव से ब्रिटिश भारतीय सेना की '5वीं लाइट इन्फैंट्री' ने सूबेदार दाऊद खान और जमादार चिश्ती खान के नेतृत्व में ऐतिहासिक सिंगापुर विद्रोह किया जिसे बाद में बर्बरता से कुचला गया। (2) 20 नवंबर 1917 को अमेरिका के सैन फ्रांसिस्को में 'हिंदू-जर्मन षड्यंत्र केस' का प्रसिद्ध मुकदमा शुरू हुआ जिसमें ग़दर नेताओं पर तटस्थता कानूनों के उल्लंघन का आरोप लगा। (3) 9 अगस्त 1925 को रामप्रसाद बिस्मिल, अशफाकउल्लाह और राजेंद्र लाहिड़ी के नेतृत्व में लखनऊ के निकट काकोरी में 8-डाउन ट्रेन का सरकारी खजाना लूटा गया। (4) 17 दिसंबर 1928 को भगत सिंह, राजगुरु और चंद्रशेखर आजाद ने लाहौर में लाला लाजपत राय के बलिदान का प्रतिशोध लेने हेतु सॉन्डर्स की हत्या की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1877 ई. में दिल्ली में आयोजित 'प्रथम दिल्ली दरबार' के संदर्भ में निम्नलिखित में से कौन-सा तथ्य ऐतिहासिक रूप से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आयोजन तत्कालीन वायसराय लॉर्ड लिटन द्वारा महारानी विक्टोरिया को 'भारत की साम्राज्ञी' (कैसर-ए-हिंद) घोषित करने हेतु किया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1876 के रॉयल टाइटल्स एक्ट (Royal Titles Act) के तहत ब्रिटिश संसद द्वारा यह शाही उपाधि स्वीकृत की गई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देश के अधिकांश भाग (दक्कन, मद्रास) भीषण अकाल की चपेट में थे, तब इस भव्य दरबार पर लाखों पाउंड का अपव्यय किया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पूर्णतः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पूर्णतः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आयोजन तत्कालीन वायसराय लॉर्ड लिटन द्वारा महारानी विक्टोरिया को 'भारत की साम्राज्ञी' (कैसर-ए-हिंद) घोषित करने हेतु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1876 के रॉयल टाइटल्स एक्ट (Royal Titles Act) के तहत ब्रिटिश संसद द्वारा यह शाही उपाधि स्वीकृत की गई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देश के अधिकांश भाग (दक्कन, मद्रास) भीषण अकाल की चपेट में थे, तब इस भव्य दरबार पर लाखों पाउंड का अपव्यय किया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 जनवरी 1877 को वायसराय लॉर्ड लिटन (1876-1880) ने दिल्ली में 'शाही दरबार' आयोजित किया। 1858 में ईस्ट इंडिया कंपनी से ब्रिटिश क्राउन के हाथों सत्ता हस्तांतरण को औपचारिक शाही रूप देने हेतु ब्रिटिश प्रधानमंत्री बेंजामिन डिजराइली ने 1876 में 'रॉयल टाइटल्स एक्ट' पारित किया था, जिसके तहत महारानी विक्टोरिया को 'कैसर-ए-हिंद' (Kaiser-i-Hind - भारत की साम्राज्ञी) की उपाधि दी गई। इस दरबार में लगभग 68,000 राजा-महाराजा और नवाब शामिल हुए। विडंबना यह थी कि उस समय मद्रास, बंबई, मैसूर और हैदराबाद में 1876-78 का विनाशकारी अकाल पड़ा था जिसमें 50 लाख से अधिक लोग भूख से मर गए थे। कलकत्ता के एक समाचार पत्र ने लिखा: "जब रोम जल रहा था, तो नीरो बांसुरी बजा रहा था।" इसी दरबार में पूना सार्वजनिक सभा के गणेश वासुदेव जोशी हाथ से काती खादी पहनकर पहुंचे थे।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आंदोलन के प्रमुख राष्ट्रवादी नारों, वक्तव्यों एवं उनके निर्माताओं के संदर्भ में निम्नलिखित युग्मों पर विचार कीजिए: A. "मनुष्य शक्ति बिना एकता के कोई ताकत नहीं है; जब तक इसे ठीक तरह से समन्वित और एकजुट नहीं किया जाता, तब यह आध्यात्मिक शक्ति बन जाती है।" - सरदार वल्लभभाई पटेल B. "कांग्रेस को या तो विभाजन स्वीकार करना है अथवा आत्महत्या करनी है।" - पंडित गोविंद वल्लभ पंत C. "यदि हम भारत का विभाजन स्वीकार नहीं करते, तो भारत छोटे-छोटे टुकड़ों में बंट जाएगा और पूर्णतया नष्ट हो जाएगा।" - सरदार वल्लभभाई पटेल D. "अगर कांग्रेस अब खुदाई खिदमतगारों को भेड़ियों के हवाले कर दे, तो सीमांत प्रांत इसे विश्वासघात (दगाबाजी) मानेगा।" - खान अब्दुल गफ्फार खान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आंदोलन के अंतिम चरण में ऐतिहासिक वक्तव्यों ने राजनीतिक स्थिति को दर्शाया। सरदार पटेल ने रियासतों के एकीकरण के समय जनशक्ति की एकता को आध्यात्मिक शक्ति बताया तथा जून 1947 में विभाजन की अनिवार्यता पर जोर देते हुए कहा कि यदि हम एक अंग काटकर पूरे शरीर को बचा सकते हैं तो यही व्यावहारिक है। 14 जून 1947 को अखिल भारतीय कांग्रेस कमेटी (AICC) की बैठक में गोविंद वल्लभ पंत ने माउंटबेटन योजना का विभाजन प्रस्ताव पेश करते हुए कहा कि "कांग्रेस के सामने या तो विभाजन स्वीकार करने का विकल्प है या आत्महत्या करने का।" विभाजन से सर्वाधिक आहत खान अब्दुल गफ्फार खान (सीमांत गांधी) हुए; जब कांग्रेस ने पश्चिमोत्तर सीमांत प्रांत (NWFP) में जनमत संग्रह स्वीकार कर लिया, तो उन्होंने भावुक होकर गांधीजी से कहा था: "आपने हमें भेड़ियों के आगे फेंक दिया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1942 के ऐतिहासिक 'भारत छोड़ो आंदोलन' (Quit India Movement / अगस्त क्रांति) के संदर्भ में निम्नलिखित कथनों पर विचार कीजिए: A. 14 जुलाई 1942 को वर्धा में कांग्रेस कार्यसमिति ने 'भारत छोड़ो प्रस्ताव' पारित किया तथा 8 अगस्त 1942 को बम्बई के ऐतिहासिक गोवालिया टैंक मैदान (अगस्त क्रांति मैदान) में इसे अखिल भारतीय कांग्रेस कमेटी ने स्वीकृति दी। B. महात्मा गांधी ने अपने 70 मिनट के भाषण में ऐतिहासिक मंत्र दिया: "करो या मरो" (Do or Die) - हम या तो भारत को स्वतंत्र कराएंगे या इस प्रयास में अपने प्राण दे देंगे। C. ब्रिटिश सरकार ने 9 अगस्त 1942 की सुबह 'ऑपरेशन जीरो ऑवर' (Operation Zero Hour) चलाकर गांधीजी सहित कांग्रेस के सभी शीर्ष नेताओं को गिरफ्तार कर लिया। D. गांधीजी को पूना के आगा खां पैलेस में तथा कांग्रेस कार्यसमिति के अन्य सदस्यों (नेहरू, पटेल, आजाद) को अहमदनगर दुर्ग जेल में बंदी बनाकर रखा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8 अगस्त 1942 को बम्बई के गोवालिया टैंक मैदान में भारत छोड़ो प्रस्ताव पारित हुआ। 9 अगस्त के तड़के 'ऑपरेशन जीरो ऑवर' के तहत सभी शीर्ष नेता गिरफ्तार कर लिए गए और कांग्रेस को गैर-कानूनी संस्था घोषित कर दिया गया। नेतृत्वविहीन होने के बावजूद यह आंदोलन भारत का सबसे बड़ा स्वतःस्फूर्त जन-विद्रोह बन गया। जनता ने रेल पटरियां उखाड़ दीं, टेलीग्राफ तार काट दिए और सरकारी इमारतों पर तिरंगा फहराया। आगा खां पैलेस में नजरबंदी के दौरान ही गांधीजी की धर्मपत्नी कस्तूरबा गांधी (फरवरी 1944) और उनके निजी सचिव महादेव देसाई (अगस्त 1942) का निधन हुआ। सरकार ने आंदोलन को कुचलने के लिए हवाई जहाजों से मशीनगनों से गोलियां तक चलवाईं।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छोड़ो आंदोलन (1942) के दौरान स्थापित 'समानांतर सरकारों' (Parallel Governments / प्रति सरकार) के संदर्भ में निम्नलिखित कथनों पर विचार कीजिए: A. बलिया (उत्तर प्रदेश): अगस्त 1942 में चित्तू पांडे के नेतृत्व में पहली समानांतर सरकार बनी जिसने कलेक्टर के सभी अधिकार छीनकर बंदियों को रिहा कराया। B. तामलुक/मिदनापुर (पश्चिम बंगाल): दिसंबर 1942 से सितंबर 1944 तक 'जातीय सरकार' चली, जिसने 'विद्युत वाहिनी' नामक सशस्त्र दल बनाया और चक्रवात राहत कार्य किए। C. सतारा (महाराष्ट्र): नाना पाटिल और वाई.बी. चव्हाण के नेतृत्व में 'प्रति सरकार' स्थापित हुई, जो 1942 से 1945 तक चलने वाली सबसे दीर्घकालिक समानांतर सरकार थी। D. सतारा की प्रति सरकार ने 'तूफान दल' का गठन किया, जन अदालतें (न्यायदान मंडल) चलाईं और साहूकारों के कर्ज के बहीखाते जला दिए।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1942 के आंदोलन का सबसे क्रांतिकारी पहलू देश के कई हिस्सों में ब्रिटिश शासन को उखाड़कर समानांतर सरकारों की स्थापना था। उत्तर प्रदेश के बलिया में 'बलिया का शेर' कहे जाने वाले चित्तू पांडे ने पहली सरकार बनाई। बंगाल के मिदनापुर जिले के तामलुक में सतीश चंद्र सामंत के नेतृत्व में 'तामलुक जातीय सरकार' बनी जिसने 1944 तक काम किया और 'भगिनी सेना' बनाई। महाराष्ट्र के सतारा में क्रांतिसिंह नाना पाटिल और अच्युत पटवर्धन के सहयोग से 'प्रति सरकार' बनी जो सबसे लंबे समय (1945 तक) सक्रिय रही। सतारा की सरकार ने शराबबंदी लागू की, खादी को बढ़ावा दिया, राशन वितरण नियंत्रित किया और 'गांधी विवाह' (कम खर्चीले अंतर्जातीय विवाह) कराए। उड़ीसा के तलचर में भी लक्ष्मण नायक के नेतृत्व में समानांतर शासन स्थापित हुआ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छोड़ो आंदोलन के दौरान 'भूमिगत आंदोलन' एवं क्रांतिकारी गतिविधियों के संदर्भ में निम्नलिखित कथनों पर विचार कीजिए: A. 9 नवंबर 1942 (दीपावली की रात) को जयप्रकाश नारायण 5 साथियों के साथ हजारीबाग सेंट्रल जेल की दीवार फांदकर फरार हुए और नेपाल के तराई जंगलों में 'आजाद दस्ता' (छापामार गुरिल्ला संगठन) का गठन किया। B. डॉ. राम मनोहर लोहिया, अरुणा आसफ अली, अच्युत पटवर्धन और सुचेता कृपलानी ने भूमिगत रहकर अखिल भारतीय स्तर पर आंदोलन का समन्वय किया। C. 14 अगस्त 1942 से बंबई में उषा मेहता और बाबू भाई प्रसाद ने गुप्त 'कांग्रेस रेडियो' (Underground Radio) का संचालन किया, जिस पर डॉ. राम मनोहर लोहिया नियमित भाषण देते थे। D. असम के गोहपुर थाने में 20 सितंबर 1942 को राष्ट्रीय ध्वज फहराने के प्रयास में 17 वर्षीय वीरांगना कनकलता बरुआ पुलिस की गोली लगने से शहीद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छोड़ो आंदोलन को जीवित रखने में भूमिगत नेतृत्व की भूमिका ऐतिहासिक थी। जयप्रकाश नारायण (JP), रामानंद मिश्र और योगेंद्र शुक्ल ने हजारीबाग जेल तोड़कर नेपाल में 'आजाद दस्ता' बनाया जिसका उद्देश्य संचार तंत्र को ठप करना और छापामार युद्ध का प्रशिक्षण देना था। सुमति मोरारजी ने अच्युत पटवर्धन को छिपने हेतु प्रतिदिन नई कार उपलब्ध कराई। अरुणा आसफ अली ने 9 अगस्त को गोवालिया टैंक मैदान पर पुलिस की मौजूदगी में तिरंगा फहराया और '1942 की नायिका' कहलाईं। उषा मेहता ने गुप्त कांग्रेस रेडियो संचालित किया जो 42.34 मीटर बैंड पर प्रसारित होता था और जिसके पहले शब्द होते थे: "यह भारत में कहीं से 42.34 मीटर पर गूंजता हुआ कांग्रेस रेडियो है।" असम के दर्रांग जिले के गोहपुर में 'मृत्यु वाहिनी' का नेतृत्व करते हुए कनकलता बरुआ और मुकुंद काकोती ने शहादत दी।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1942 के भारत छोड़ो आंदोलन के दौरान भड़की व्यापक हिंसा और विद्रोह की परिस्थितियों की जांच हेतु ब्रिटिश सरकार द्वारा नियुक्त जांच आयोग के अध्यक्ष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टी. विकेंडेन (T. Wickenden)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विलियम हंटर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सिरिल रैडक्लिफ</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जस्टिस सिडनी रॉलेट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जस्टिस टी. विकेंडेन (T. Wickenden)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विलियम हंटर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सिरिल रैडक्लिफ</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जस्टिस सिडनी रॉलेट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1942 के भारत छोड़ो आंदोलन के दौरान देश भर में सरकारी संपत्ति, रेलवे और थानों पर हुए व्यापक हमलों तथा पुलिस दमन की जांच करने के लिए ब्रिटिश सरकार ने मध्य प्रांत (Central Provinces) के जिला एवं सत्र न्यायाधीश टी. विकेंडेन (आई.सी.एस.) की अध्यक्षता में एक सदस्यीय जांच आयोग नियुक्त किया था। विकेंडेन आयोग ने 29 नवंबर 1943 को सरकार को अपनी विस्तृत रिपोर्ट सौंपी। इस रिपोर्ट में यद्यपि कांग्रेस के अहिंसक सिद्धांतों का उल्लेख था, किंतु निष्कर्ष निकाला गया कि गांधीजी के 'करो या मरो' के आह्वान और शीर्ष नेताओं के उग्र वक्तव्यों ने ही जनता को ब्रिटिश सत्ता को उखाड़ फेंकने हेतु हिंसक तोड़फोड़ के लिए प्रेरित किया था। सरकार ने इस गोपनीय रिपोर्ट का उपयोग युद्धकाल में कांग्रेस को बदनाम करने हेतु प्रचार सामग्री के रूप में किया।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'आजाद हिंद फौज' (INA) एवं नेताजी सुभाष चंद्र बोस के संदर्भ में निम्नलिखित कथनों पर विचार कीजिए: A. आजाद हिंद फौज के गठन का मूल विचार सबसे पहले मलाया में ब्रिटिश सेना के कैप्टन मोहन सिंह तथा जापानी मेजर फुजिवारा के दिमाग में आया था। B. जून 1942 में बैंकॉक सम्मेलन में रास बिहारी बोस की अध्यक्षता में 'इंडियन इंडिपेंडेंस लीग' (IIL) का गठन हुआ और 1 सितंबर 1942 को INA की प्रथम डिवीजन बनी। C. जुलाई 1943 में सुभाष चंद्र बोस सिंगापुर पहुंचे और 21 अक्टूबर 1943 को सिंगापुर के कैथे सिनेमा हॉल में 'आजाद हिंद की अस्थाई सरकार' (Arzi Hukumat-e-Azad Hind) की स्थापना की। D. नेताजी ने 'दिल्ली चलो', 'तुम मुझे खून दो, मैं तुम्हें आजादी दूंगा' और 'जय हिंद' के ऐतिहासिक नारे दिए तथा महिलाओं हेतु 'रानी झांसी रेजिमेंट' (कैप्टन लक्ष्मी स्वामीनाथन) का गठन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1941 में कलकत्ता में नजरबंदी से जियाउद्दीन के वेश में भागकर काबुल व मॉस्को होते हुए बर्लिन (जर्मनी) पहुंचे सुभाष चंद्र बोस को वहां के भारतीय सैनिकों ने पहली बार 'नेताजी' कहकर पुकारा। 1943 में वे जर्मन पनडुब्बी U-180 और जापानी पनडुब्बी I-29 द्वारा जोखिम भरी यात्रा कर सिंगापुर पहुंचे। रास बिहारी बोस ने उन्हें INA और इंडियन इंडिपेंडेंस लीग की कमान सौंपी। 21 अक्टूबर 1943 को स्थापित आजाद हिंद सरकार को जापान, जर्मनी, इटली, बर्मा सहित 9 देशों ने मान्यता दी। INA में गांधी, नेहरू, आजाद और सुभाष ब्रिगेड बनीं। कैप्टन लक्ष्मी सहगल के नेतृत्व में रानी झांसी रेजिमेंट बनी। 6 जुलाई 1944 को आजाद हिंद रेडियो (रंगून) से भाषण देते हुए नेताजी ने महात्मा गांधी को पहली बार 'राष्ट्रपिता' (Father of the Nation) कहकर संबोधित किया और उनका आशीर्वाद मांगा।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नवंबर 1943 में जापान द्वारा आजाद हिंद सरकार को सौंपे जाने के पश्चात नेताजी सुभाष चंद्र बोस ने अंडमान और निकोबार द्वीप समूह का नया नामकरण क्रमशः क्या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शहीद द्वीप (Shaheed Dweep) एवं स्वराज द्वीप (Swaraj Dweep)</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स्वराज द्वीप एवं शहीद द्वीप</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स्वतंत्रता द्वीप एवं अमर द्वीप</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क्रांति द्वीप एवं विजय द्वीप</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शहीद द्वीप (Shaheed Dweep) एवं स्वराज द्वीप (Swaraj Dweep)</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स्वराज द्वीप एवं शहीद द्वीप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स्वतंत्रता द्वीप एवं अमर द्वीप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क्रांति द्वीप एवं विजय द्वीप</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6 नवंबर 1943 को टोक्यो में आयोजित 'Greater East Asia Conference' में भाग लेते हुए नेताजी सुभाष चंद्र बोस ने जापानी प्रधानमंत्री हिदेकी तोजो से बातचीत की। इसके बाद जापान ने 1942 में जीते गए अंडमान और निकोबार द्वीप समूह का प्रशासनिक नियंत्रण औपचारिक रूप से 29 दिसंबर 1943 को आजाद हिंद सरकार को सौंप दिया। 30 दिसंबर 1943 को नेताजी ने पोर्ट ब्लेयर के जिमखाना ग्राउंड में पहली बार भारतीय स्वतंत्रता का राष्ट्रीय ध्वज फहराया। उन्होंने अंडमान द्वीप का नाम बदलकर 'शहीद द्वीप' (देश के शहीदों के सम्मान में) तथा निकोबार द्वीप का नाम 'स्वराज द्वीप' रखा। उन्होंने कर्नल ए.डी. लोगनाथन को इन द्वीपों का प्रथम भारतीय गवर्नर नियुक्त किया।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'सी.आर. फार्मूला' (1944) एवं 'गांधी-जिन्ना वार्ता' के संदर्भ में निम्नलिखित कथनों पर विचार कीजिए: A. मार्च 1944 में चक्रवर्ती राजगोपालाचारी ने कांग्रेस और मुस्लिम लीग के बीच राजनीतिक गतिरोध समाप्त करने हेतु 'सी.आर. फार्मूला' प्रस्तुत किया। B. इस फार्मूले में प्रस्ताव था कि लीग स्वतंत्रता की मांग का समर्थन करे और युद्ध के बाद मुस्लिम बहुल पश्चिमोत्तर व पूर्वोत्तर जिलों में जनमत संग्रह (Plebiscite) कराकर विभाजन का निर्णय लिया जाए। C. रक्षा, वाणिज्य और संचार जैसे महत्वपूर्ण विषयों पर दोनों नए राज्यों द्वारा संयुक्त साझा समझौता किया जाएगा। D. सितंबर 1944 में गांधीजी और जिन्ना के बीच बंबई में 14 दिनों तक वार्ता हुई, किंतु जिन्ना ने द्वि-राष्ट्र सिद्धांत पर अड़ते हुए इस फार्मूले को "दीमक लगा, कटा-फटा पाकिस्तान" कहकर खारिज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1944 में गांधीजी की रिहाई के बाद सी. राजगोपालाचारी ने मुस्लिम लीग के साथ संवैधानिक गतिरोध दूर करने हेतु एक व्यावहारिक फार्मूला दिया जिसे गांधीजी का पूर्ण समर्थन प्राप्त था। इसके तहत युद्ध के बाद एक सीमा आयोग द्वारा मुस्लिम बहुल सीमांत क्षेत्रों का सीमांकन कर वयस्क मताधिकार से जनमत संग्रह कराना था और विभाजन होने की दशा में भी रक्षा, विदेश और संचार का साझा केंद्रीय प्रबंध होना था। सितंबर 1944 में गांधीजी ने जिन्ना से बंबई स्थित उनके आवास पर 14 दौर की बातचीत की जिसमें गांधीजी ने उन्हें 'कायदे-आजम' संबोधित किया। जिन्ना ने सी.आर. फार्मूले को अस्वीकार करते हुए कहा कि वे संपूर्ण 6 प्रांतों (पंजाब, बंगाल, असम, सिंध, NWFP, बलूचिस्तान) का पूर्ण संप्रभु पाकिस्तान चाहते हैं और किसी भी प्रकार के संयुक्त साझा प्रबंधन को स्वीकार नहीं करेंगे।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'वेवेल योजना' एवं 'शिमला सम्मेलन' (जून-जुलाई 1945) के संदर्भ में निम्नलिखित कथनों पर विचार कीजिए: A. अक्टूबर 1943 में लॉर्ड लिनलिथगो के बाद लॉर्ड वेवेल भारत के नए वायसराय और गवर्नर-जनरल बने। B. जून 1945 में वेवेल ने भारतीय नेताओं के समक्ष 'वेवेल योजना' रखी, जिसमें वायसराय और कमांडर-इन-चीफ को छोड़कर कार्यकारी परिषद के सभी पद भारतीयों को देने का प्रस्ताव था। C. परिषद में सवर्ण हिंदुओं और मुसलमानों को समान संख्या (5-5 प्रतिनिधि) में प्रतिनिधित्व देने का प्रावधान किया गया था। D. 25 जून से 14 जुलाई 1945 तक आयोजित शिमला सम्मेलन इसलिए विफल हुआ क्योंकि जिन्ना ने मांग की कि कार्यकारी परिषद के सभी मुस्लिम सदस्य केवल मुस्लिम लीग द्वारा ही नामांकित किए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विश्व युद्ध के अंतिम चरण में राजनीतिक गतिरोध तोड़ने हेतु वायसराय लॉर्ड वेवेल ने 14 जून 1945 को वेवेल योजना की घोषणा की और 21 प्रमुख भारतीय नेताओं को 25 जून 1945 को शिमला सम्मेलन में आमंत्रित किया (कांग्रेस का नेतृत्व मौलाना अबुल कलाम आजाद ने किया)। इस योजना में वायसराय की परिषद के पूर्ण भारतीयकरण और हिंदू-मुस्लिम समानता का प्रस्ताव था। किंतु सम्मेलन जिन्ना के अड़ियल रुख के कारण टूट गया। जिन्ना का दावा था कि मुस्लिम लीग ही भारत के संपूर्ण मुसलमानों की एकमात्र प्रतिनिधि है, इसलिए किसी गैर-लीगी मुस्लिम (जैसे कांग्रेस के मौलाना आजाद या पंजाब के यूनियनिस्ट पार्टी के प्रीमियर खिजर हयात खां) को परिषद में नामित नहीं किया जा सकता। कांग्रेस ने इस सांप्रदायिक दावे को अपनी राष्ट्रीय और धर्मनिरपेक्ष छवि पर हमला मानते हुए अस्वीकार कर दिया और 14 जुलाई को वेवेल ने सम्मेलन की विफलता घोषित कर दी।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मुस्लिम लीग का 'प्रत्यक्ष कार्यवाही दिवस' (Direct Action Day - 16 अगस्त 1946) के संदर्भ में निम्नलिखित कथनों पर विचार कीजिए: A. कैबिनेट मिशन योजना पर कांग्रेस की व्याख्या से असंतुष्ट होकर मुस्लिम लीग ने 29 जुलाई 1946 को अपनी स्वीकृति वापस ले ली और पाकिस्तान की प्राप्ति हेतु सीधी कार्यवाही का प्रस्ताव पारित किया। B. मुस्लिम लीग ने 16 अगस्त 1946 को 'प्रत्यक्ष कार्यवाही दिवस' (Direct Action Day) के रूप में घोषित किया और नारा दिया: "लड़के लेंगे पाकिस्तान।" C. इसके परिणामस्वरूप बंगाल में (जहाँ मुस्लिम लीग के प्रीमियर हुसैन शहीद सुहरावर्दी की सरकार थी) भीषण 'कलकत्ता नरसंहार' (Great Calcutta Killings) हुआ जिसमें 5,000 से अधिक लोग मारे गए। D. यह सांप्रदायिक हिंसा शीघ्र ही पूर्वी बंगाल के नोआखली, त्रिपुरा, बिहार के छपरा और संयुक्त प्रांत के गढ़मुक्तेश्वर तक फैल गई, जहाँ शांति स्थापित करने हेतु महात्मा गांधी ने अकेले पदयात्राएं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की समूहीकरण योजना पर जब 10 जुलाई 1946 को जवाहरलाल नेहरू ने प्रेस में कहा कि संविधान सभा पूर्ण संप्रभु है और वह आवश्यकतानुसार निर्णय लेगी, तो जिन्ना ने इसे बहाना बनाकर 29 जुलाई को कैबिनेट मिशन योजना को अस्वीकार कर दिया। जिन्ना ने धमकी दी: "आज तक हमने केवल संवैधानिक तरीकों से काम किया है, आज हम पिस्तौल हाथ में ले रहे हैं।" 16 अगस्त 1946 को प्रत्यक्ष कार्यवाही दिवस के दिन कलकत्ता में अभूतपूर्व रक्तपात हुआ। सुहरावर्दी सरकार की पुलिस मूकदर्शक बनी रही। इसके बाद अक्टूबर 1946 में नोआखली में हिंदुओं का भीषण कत्लेआम हुआ। 77 वर्षीय महात्मा गांधी नंगे पैर नोआखली और टिपेरा के गांवों में घूमे और सांप्रदायिक सद्भाव की स्थापना की। लॉर्ड माउंटबेटन ने गांधीजी के इस साहसिक कार्य को देखकर उन्हें 'वन मैन बाउंड्री फोर्स' (One Man Boundary Force) की संज्ञा दी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 सितंबर 1946 को गठित भारत की 'अंतरिम सरकार' (Interim Government) के संदर्भ में निम्नलिखित कथनों पर विचार कीजिए: A. अंतरिम सरकार का गठन पंडित जवाहरलाल नेहरू के नेतृत्व (कार्यकारी परिषद के उपाध्यक्ष) में हुआ, जिसमें प्रारंभ में मुस्लिम लीग शामिल नहीं हुई। B. सी. राजगोपालाचारी को शिक्षा एवं कला विभाग तथा सरदार वल्लभभाई पटेल को गृह, सूचना एवं प्रसारण विभाग का प्रभार दिया गया। C. लॉर्ड वेवेल के समझाने पर 26 अक्टूबर 1946 को मुस्लिम लीग के 5 सदस्य सरकार के कामकाज में बाधा डालने और पाकिस्तान की मांग को मजबूत करने के उद्देश्य से अंतरिम सरकार में शामिल हुए। D. लियाकत अली खान को वित्त विभाग दिया गया, जिन्होंने 1947 में उद्योगपतियों और व्यापारियों पर भारी कर लगाने वाला 'गरीब का बजट' (Poor Man's Budget) पेश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सितंबर 1946 को जवाहरलाल नेहरू के नेतृत्व में 12 सदस्यीय अंतरिम मंत्रिमंडल ने शपथ ली जिसमें डॉ. राजेंद्र प्रसाद (खाद्य व कृषि), डॉ. जॉन मथाई (उद्योग व आपूर्ति), सरदार बलदेव सिंह (रक्षा), जगजीवन राम (श्रम) और आसफ अली (रेलवे) शामिल थे। अक्टूबर 1946 में मुस्लिम लीग इसमें शामिल हुई और लीग के लियाकत अली खान को वित्त, आई.आई. चुंदरीगर को वाणिज्य, अब्दुर रब नश्तर को संचार, गजनफर अली को स्वास्थ्य तथा जोगेंद्र नाथ मंडल (अनुसूचित जाति) को विधि मंत्रालय मिला। लियाकत अली ने वित्त मंत्री के रूप में प्रत्येक कांग्रेसी मंत्रालय की फाइलों को रोककर सरकार के सामान्य कामकाज को पंगु बना दिया, जिससे सरदार पटेल और नेहरू इस निष्कर्ष पर पहुंचे कि लीग के साथ मिलकर संयुक्त सरकार चलाना असंभव है और विभाजन ही एकमात्र समाधान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विभाजन एवं '3 जून 1947 की माउंटबेटन योजना' (Mountbatten Plan) के संदर्भ में निम्नलिखित कथनों पर विचार कीजिए: A. 20 फरवरी 1947 को ब्रिटिश प्रधानमंत्री क्लीमेंट एटली ने हाउस ऑफ कॉमन्स में ऐतिहासिक घोषणा की कि अंग्रेज 30 जून 1948 से पहले भारत छोड़ देंगे। B. लॉर्ड माउंटबेटन मार्च 1947 में भारत के अंतिम ब्रिटिश वायसराय बनकर आए और उन्होंने 3 जून 1947 को भारत विभाजन की 'माउंटबेटन योजना' प्रस्तुत की। C. इस योजना के तहत पंजाब और बंगाल की विधानसभाओं के सदस्यों को विभाजन पर मतदान करना था तथा पश्चिमोत्तर सीमा प्रांत (NWFP) और असम के सिलहट जिले में जनमत संग्रह (Referendum) का प्रावधान था। D. ब्रिटिश संसद ने 18 जुलाई 1947 को 'भारतीय स्वतंत्रता अधिनियम, 1947' पारित कर 15 अगस्त 1947 को भारत और पाकिस्तान के रूप में दो स्वतंत्र डोमिनियन बनाने की मंजूरी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1947 में बढ़ते सांप्रदायिक दंगों के बीच लॉर्ड माउंटबेटन ने सत्ता हस्तांतरण की तिथि को जून 1948 से घटाकर 15 अगस्त 1947 कर दिया। 3 जून 1947 की योजना (डिकी बर्ड प्लान / बालकन प्लान का संशोधित रूप) को कांग्रेस, मुस्लिम लीग और सिखों ने स्वीकार किया। पंजाब और बंगाल का विभाजन तय हुआ। सीमांकन हेतु सर सिरिल रैडक्लिफ की अध्यक्षता में दो 'सीमा आयोग' (Boundary Commissions) बनाए गए। 18 जुलाई 1947 को ब्रिटिश संसद में 'भारतीय स्वतंत्रता अधिनियम, 1947' पारित हुआ जिसने 15 अगस्त 1947 को भारत और पाकिस्तान दो स्वतंत्र संप्रभु राष्ट्र स्थापित किए। इस अधिनियम ने 565 देशी रियासतों पर ब्रिटिश संप्रभुता समाप्त कर दी और उन्हें भारत या पाकिस्तान में मिलने अथवा स्वतंत्र रहने की छूट दी।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1947 के 'भारतीय स्वतंत्रता अधिनियम' (Indian Independence Act, 1947) के प्रमुख कानूनी प्रावधानों के संदर्भ में निम्नलिखित में से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15 अगस्त 1947 से भारत और पाकिस्तान नामक दो स्वतंत्र डोमिनियन स्थापित किए जाएंगे और वायसराय का पद समाप्त कर दोनों देशों हेतु गवर्नर-जनरल का पद बनेगा।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ब्रिटिश सम्राट की शाही उपाधियों में से "भारत का सम्राट" (Emperor of India) की पदवी समाप्त कर दी गई।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सभाओं को अपने-अपने देशों के लिए संविधान बनाने और ब्रिटिश संसद के किसी भी कानून को रद्द करने की पूर्ण संप्रभु शक्ति दी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रियासतों को अनिवार्य रूप से केवल भारतीय संघ में ही शामिल होने का कानूनी आदेश दिया गया और उन्हें पाकिस्तान जाने की अनुमति नहीं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देशी रियासतों को अनिवार्य रूप से केवल भारतीय संघ में ही शामिल होने का कानूनी आदेश दिया गया और उन्हें पाकिस्तान जाने की अनुमति नहीं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15 अगस्त 1947 से भारत और पाकिस्तान नामक दो स्वतंत्र डोमिनियन स्थापित किए जाएंगे और वायसराय का पद समाप्त कर दोनों देशों हेतु गवर्नर-जनरल का पद बनेगा।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ब्रिटिश सम्राट की शाही उपाधियों में से "भारत का सम्राट" (Emperor of India) की पदवी समाप्त कर दी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सभाओं को अपने-अपने देशों के लिए संविधान बनाने और ब्रिटिश संसद के किसी भी कानून को रद्द करने की पूर्ण संप्रभु शक्ति दी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1947 का भारतीय स्वतंत्रता अधिनियम ब्रिटिश काल का अंतिम विधायी अधिनियम था। इसके तहत 15 अगस्त 1947 से भारत में ब्रिटिश क्राउन का शासन समाप्त हो गया। वायसराय का पद समाप्त हुआ और स्वतंत्र भारत के प्रथम गवर्नर-जनरल लॉर्ड माउंटबेटन तथा पाकिस्तान के प्रथम गवर्नर-जनरल मोहम्मद अली जिन्ना बने (सी. राजगोपालाचारी जून 1948 में स्वतंत्र भारत के प्रथम और अंतिम भारतीय गवर्नर-जनरल बने)। ब्रिटिश राजा के टाइटल्स से 'सम्राट' शब्द हटा दिया गया। सबसे विवादित बिंदु यह था कि देशी रियासतों पर से ब्रिटिश संप्रभुता (Paramountcy) समाप्त कर उन्हें भारत में शामिल होने, पाकिस्तान में शामिल होने अथवा स्वतंत्र रहने की पूरी छूट दी गई थी (अतः विकल्प D असत्य है)। सरदार पटेल और वी.पी. मेनन ने अपनी असाधारण कूटनीति से 15 अगस्त 1947 तक जूनागढ़, हैदराबाद और कश्मीर को छोड़कर शेष सभी रियासतों का भारत में विलय करा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प्राप्ति के समय भारतीय रियासतों के एकीकरण एवं सरदार वल्लभभाई पटेल के योगदान के संदर्भ में निम्नलिखित कथनों पर विचार कीजिए: A. जून 1947 में अंतरिम सरकार में 'रियासती विभाग' (States Department) का गठन किया गया जिसके मंत्री सरदार वल्लभभाई पटेल और सचिव वी.पी. मेनन बने। B. जूनागढ़ रियासत के नवाब द्वारा पाकिस्तान में विलय की घोषणा के बाद फरवरी 1948 में जनमत संग्रह (Plebiscite) कराकर इसे भारत में मिलाया गया। C. हैदराबाद के निज़ाम उस्मान अली खां और उसके रजाकार संगठन (कासिम रिज़वी) के अत्याचारों के विरुद्ध 13-17 सितंबर 1948 को भारतीय सेना ने 'ऑपरेशन पोलो' (Operation Polo / पुलिस कार्रवाई) चलाकर हैदराबाद का भारत में विलय किया। D. 26 अक्टूबर 1947 को पाकिस्तानी कबाइलियों के आक्रमण के बाद महाराजा हरि सिंह ने 'विलय पत्र' (Instrument of Accession) पर हस्ताक्षर कर जम्मू-कश्मीर का भारत में विलय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सरदार वल्लभभाई पटेल (भारत के बिस्मार्क और लौह पुरुष) ने वी.पी. मेनन के साथ मिलकर 565 देशी रियासतों का भारत में ऐतिहासिक एकीकरण किया। अधिकांश शासकों ने 'इंस्ट्रूमेंट ऑफ एक्सेशन' (विलय पत्र - रक्षा, विदेश व संचार) और 'स्टैंडस्टिल एग्रीमेंट' (यथास्थिति समझौता) पर हस्ताक्षर किए। तीन रियासतों ने समस्या उत्पन्न की: (1) जूनागढ़ के नवाब महाबत खां के पाकिस्तान भाग जाने पर वहां जनमत संग्रह में 99% जनता ने भारत चुना। (2) हैदराबाद में कासिम रिज़वी के उग्र रजाकारों की हिंसा के विरुद्ध मेजर जनरल जे.एन. चौधरी के नेतृत्व में 'ऑपरेशन पोलो' चलाया गया और 18 सितंबर 1948 को निज़ाम ने आत्मसमर्पण किया। (3) 22 अक्टूबर 1947 को पाकिस्तानी सेना समर्थित कबाइलियों के हमले के बाद महाराजा हरि सिंह ने 26 अक्टूबर को विलय पत्र पर हस्ताक्षर किए जिसके बाद भारतीय सेना ने श्रीनगर को बचाया।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1946-1947 के दौरान बंगाल में हुए ऐतिहासिक 'तेभागा आंदोलन' (Tebhaga Movement) के संदर्भ में निम्नलिखित कथनों पर विचार कीजिए: A. यह आंदोलन 1946-47 में बंगाल की प्रांतीय किसान सभा (कम्युनिस्ट पार्टी के नेतृत्व) द्वारा शुरू किया गया एक शक्तिशाली किसान संघर्ष था। B. बटाईदार किसानों (बरगादारों) की मुख्य मांग थी कि फसल का आधा (1/2) हिस्सा जमींदारों/जोतदारों को देने के बजाय उन्हें 2/3 (तेभागा) हिस्सा मिले और जमींदार को केवल 1/3 हिस्सा दिया जाए। C. यह आंदोलन 1940 के 'फ्लाउड कमीशन' (Floud Commission / बंगाल भू-राजस्व आयोग) की सिफारिशों पर आधारित था। D. दिनाजपुर, रंगपुर, जलपाईगुड़ी, मिदनापुर और 24 परगना इस आंदोलन के सबसे प्रमुख सक्रिय केंद्र थे तथा कंसा बर्मन इसके प्रमुख शहीद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तेभागा आंदोलन (1946-1947) बंगाल के आधुनिक इतिहास का सबसे बड़ा कृषक संघर्ष था। बंगाल में जोतदार (धनी किसान) बटाईदारों से फसल का 50% या उससे अधिक हिस्सा छीन लेते थे और बीज व हल का खर्च भी नहीं देते थे। 1940 में सर फ्रांसिस फ्लाउड आयोग ने सिफारिश की थी कि बटाईदारों को उपज का 2/3 हिस्सा मिलना चाहिए। सितंबर 1946 में बंगाल प्रांतीय किसान सभा ने "तेभागा चाई" (हमें दो-तिहाई चाहिए) और "निज खामारे धान तोलो" (अपने खलिहान में धान काटो) के नारों के साथ आंदोलन शुरू किया। चारू मजूमदार, सुनील सेन, भवानी सेन और रानी कर्ण मित्रा (महिला नेत्री) ने इसका संचालन किया। यह आंदोलन पूरी तरह ग्रामीण काश्तकारों का आंदोलन था जिसने आगे चलकर 1950 के 'बरगादार अधिनियम' और 1970 के दशक के 'ऑपरेशन बर्गा' की नींव रखी।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आधुनिक भारत के प्रमुख समाचार पत्रों, उनकी भाषाओं एवं संबंधित नगरों का सही मिलान कीजिए: सूची-I: सूची-I: A. बंगाल गजट (हिक्की का गजट, 1780) B. मिरात-उल-अखबार (1822) C. द हिंदू (1878) D. अल-हिलाल (1912) सूची-II: 1. भारत का प्रथम मुद्रित समाचार पत्र (अंग्रेजी, कलकत्ता - जेम्स ऑगस्टस हिक्की) 2. भारत की प्रथम फारसी साप्ताहिक पत्रिका (राजा राममोहन राय, कलकत्ता) 3. अंग्रेजी दैनिक, मद्रास (जी. सुब्रमण्यम अय्यर, एम. वीराघवाचारी) 4. उर्दू साप्ताहिक, कलकत्ता (मौलाना अबुल कलाम आजाद)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जनवरी 1780 को जेम्स ऑगस्टस हिक्की ने कलकत्ता से 'द बंगाल गजट' (कलकत्ता जनरल एडवर्टाइजर) शुरू किया जो भारत का पहला अखबार था। 1822 में राजा राममोहन राय ने फारसी भाषा में 'मिरात-उल-अखबार' निकाला। 20 सितंबर 1878 को मद्रास में 'द हिंदू' की स्थापना जी. सुब्रमण्यम अय्यर और 'ट्रिपलीकेन सिक्स' के छात्रों द्वारा एक साप्ताहिक के रूप में की गई जो 1889 में दैनिक बना। 1912 में मौलाना अबुल कलाम आजाद ने उर्दू भाषा में 'अल-हिलाल' का प्रकाशन प्रारंभ किया जिसने मुस्लिम समाज में साम्राज्यवाद-विरोधी चेतना जागृत करने में युगांतरकारी भूमिका निभाई।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भारतीय समाज सुधारक/राष्ट्रवादी लेखक ने प्रसिद्ध पुस्तक 'What Congress and Gandhi Have Done to the Untouchables' (1945) लिखी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बी.आर. अंबेडकर (Dr. B.R. Ambedkar)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महात्मा ज्योतिराव फुले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ई.वी. रामास्वामी पेरियार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बाबू जगजीवन 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 बी.आर. अंबेडकर (Dr. B.R. Ambedkar)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ज्योतिराव फुले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ई.वी. रामास्वामी पेरियार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 जगजीवन 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'What Congress and Gandhi Have Done to the Untouchables' डॉ. भीमराव अंबेडकर द्वारा 1945 में लिखी गई अत्यंत चर्चित और विश्लेषणात्मक पुस्तक है। इस पुस्तक में डॉ. अंबेडकर ने कांग्रेस और महात्मा गांधी की अस्पृश्यता निवारण नीतियों, हरिजन सेवक संघ की कार्यप्रणाली और पूना पैक्ट के परिणामों की तीखी आलोचना की। उनका तर्क था कि गांधीवादी दृष्टिकोण अस्पृश्यता को हिंदू धर्म के भीतर एक नैतिक पाप मात्र मानता है जबकि वास्तव में यह एक गहरी सामाजिक, राजनीतिक और आर्थिक असमानता की संरचनात्मक व्यवस्था है जिसे केवल कानून, राजनीतिक सत्ता और पृथक राजनीतिक अधिकारों के माध्यम से ही समाप्त किया जा सकता है। डॉ. अंबेडकर की अन्य प्रसिद्ध पुस्तकों में 'Annihilation of Caste' (1936), 'Who Were the Shudras' (1946) और 'The Buddha and His Dhamma' (1957) शामिल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भारतीय इतिहास की प्रमुख रचनाओं एवं उनके संबंधित लेखकों का सही मिलान कीजिए: सूची-I: सूची-I: A. अनहैप्पी इंडिया (Unhappy India, 1928) B. इंडिया डिवाइडेड (India Divided, 1946) C. द डिस्कवरी ऑफ इंडिया (Discovery of India, 1944) D. नील दर्पण (Nil Darpan, 1860) सूची-II: 1. लाला लाजपत राय (कैथरीन मेयो की 'मदर इंडिया' के जवाब में) 2. डॉ. राजेंद्र प्रसाद (द्वि-राष्ट्र सिद्धांत और विभाजन की तार्किक समीक्षा) 3. पंडित जवाहरलाल नेहरू (अहमदनगर दुर्ग जेल में रचित) 4. दीनबंधु मित्र (नील किसानों के शोषण पर प्रसिद्ध नाटक)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स्वाधीनता संग्राम के दौरान रचित साहित्य ने जनजागृति में ऐतिहासिक योगदान दिया: (1) 1928 में लाला लाजपत राय ने अमेरिकी लेखिका कैथरीन मेयो द्वारा भारत को बदनाम करने हेतु लिखी गई पुस्तक 'मदर इंडिया' के खंडन में 'अनहैप्पी इंडिया' लिखी। (2) 1946 में डॉ. राजेंद्र प्रसाद ने 'India Divided' लिखकर ऐतिहासिक और जनसांख्यिकीय प्रमाणों से सिद्ध किया कि भारत का विभाजन दोनों समुदायों के लिए विनाशकारी होगा। (3) 1942-1945 में अहमदनगर जेल में रहते हुए जवाहरलाल नेहरू ने 'The Discovery of India' (भारत की खोज) और 'Glimpses of World History' लिखी। (4) 1860 में दीनबंधु मित्र ने बंगाली में 'नील दर्पण' नाटक लिखा जिसने 1859-60 के नील विद्रोह (दिगंबर विश्वास व विष्णु विश्वास) के दौरान यूरोपीय नीलहे बागान मालिकों की क्रूरता का सजीव चित्रण किया (माइकल मधुसूदन दत्त ने इसका अंग्रेजी अनुवाद किया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प्राचीन एवं मध्यकालीन भारतीय इतिहास की प्रमुख पुरातात्विक बस्तियों एवं उनसे संबंधित नदियों का सही मिलान कीजिए: सूची-I: सूची-I: A. हड़प्पा (Harappa) B. मोहनजोदड़ो (Mohenjo-daro) C. कालीबंगा (Kalibangan) D. लोथल (Lothal) सूची-II: 1. रावी नदी (बायां तट, साहीवाल जिला, पंजाब, पाकिस्तान) 2. सिंधु नदी (दायां तट, लरकाना जिला, सिंध, पाकिस्तान) 3. घग्घर नदी (प्राचीन सरस्वती नदी, हनुमानगढ़ जिला, राजस्थान) 4. भोगवा नदी (खंभात की खाड़ी, अहमदाबाद जिला, गुजरात)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सिंधु घाटी (हड़प्पा) सभ्यता के प्रमुख नगर नदियों के तट पर विकसित हुए थे: (1) हड़प्पा की खोज 1921 में दयाराम साहनी ने की, यह पाकिस्तान के पंजाब प्रांत में रावी नदी के बाएं तट पर स्थित है। (2) मोहनजोदड़ो (मृतकों का टीला) की खोज 1922 में राखालदास बनर्जी ने की, यह पाकिस्तान के सिंध में सिंधु नदी के दाएं तट पर स्थित है (यहाँ विशाल स्नानागार व अन्नागार मिला)। (3) कालीबंगा (काले रंग की चूड़ियां) राजस्थान के हनुमानगढ़ जिले में घग्घर नदी के तट पर स्थित है, जहाँ जुते हुए खेत, अग्निकुंड और लकड़ी की नाली के साक्ष्य मिले (खोज: अमलानंद घोष 1952, उत्खनन: बी.बी. लाल व बी.के. थापर)। (4) लोथल की खोज 1954 में एस.आर. राव ने की, यह गुजरात में भोगवा नदी के तट पर स्थित विश्व का प्राचीनतम मानव-निर्मित गोदीबाड़ा (Dockyard) व चावल की भूसी का प्रमुख केंद्र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गुप्त वंश के किस प्रतापी शासक ने हूणों और पुष्यमित्रों को पराजित किया, सुदर्शन झील का जीर्णोद्धार कराया तथा प्रशासनिक सुविधा की दृष्टि से अपनी राजधानी पाटलिपुत्र से अयोध्या स्थानांतरित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चंद्रगुप्त द्वितीय 'विक्रमादित्य'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समुद्रगुप्त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स्कंदगुप्त (Skandagupta)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कुमारगुप्त प्रथम 'महेंद्रादित्य'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स्कंदगुप्त (Skandagupta)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चंद्रगुप्त द्वितीय 'विक्रमादित्य'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समुद्रगुप्त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कुमारगुप्त प्रथम 'महेंद्रादित्य'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स्कंदगुप्त (455-467 ईस्वी) गुप्त साम्राज्य के अंतिम महान और प्रतापी सम्राट थे। उन्होंने 'क्रमादित्य' और 'शक्रादित्य' की उपाधि धारण की। स्कंदगुप्त के जूनागढ़ अभिलेख (सौराष्ट्र) और भीतरी स्तंभ लेख (गाजीपुर, यूपी) से ज्ञात होता है कि उन्होंने बर्बर हूणों (म्लेच्छों) और पुष्यमित्रों के भीषण आक्रमणों को परास्त कर भारत की रक्षा की। जूनागढ़ अभिलेख के अनुसार उन्होंने सौराष्ट्र के गवर्नर पर्णदत्त के पुत्र चक्रपालित के माध्यम से मौर्यकाल (चंद्रगुप्त मौर्य व अशोक) में बनी ऐतिहासिक 'सुदर्शन झील' के बांध का पुनर्निर्माण कराया। पश्चिमी सीमाओं पर सुरक्षा और प्रशासनिक नियंत्रण सुदृढ़ करने के उद्देश्य से स्कंदगुप्त ने अपनी राजधानी पाटलिपुत्र से अयोध्या स्थानांतरित की तथा पाँच प्रकार के सोने के सिक्के जारी किए।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स्वतंत्रता के पश्चात स्थापित प्रमुख सार्वजनिक क्षेत्र के उपक्रमों/राष्ट्रीय संस्थानों का उनके स्थापना वर्ष के साथ सही मिलान कीजिए: सूची-I: सूची-I: A. मिनरल्स एंड मेटल्स ट्रेडिंग कॉरपोरेशन (MMTC Limited) B. भारतीय खाद्य निगम (Food Corporation of India - FCI) C. हिंदुस्तान जिंक लिमिटेड (Hindustan Zinc Limited - HZL) D. सांभर साल्ट्स लिमिटेड (Sambhar Salts Limited) सूची-II: 1. 1963 ई. (खनिज एवं धातु व्यापार निगम) 2. 1965 ई. (खाद्य सुरक्षा एवं बफर स्टॉक प्रबंधन) 3. 1966 ई. (उदयपुर, राजस्थान में निगमित) 4. 1964 ई. (30 सितंबर 1964, सांभर झील, राजस्थान)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 भारत में औद्योगिक और आर्थिक आत्मनिर्भरता हेतु सार्वजनिक क्षेत्र के उपक्रम स्थापित किए गए: (1) MMTC (खनिज एवं धातु व्यापार निगम) की स्थापना 1963 में खनिजों और बहुमूल्य धातुओं के अंतरराष्ट्रीय व्यापार हेतु की गई थी। (2) FCI (भारतीय खाद्य निगम) की स्थापना 'खाद्य निगम अधिनियम, 1964' के तहत 14 जनवरी 1965 को किसानों के हितों की रक्षा, खाद्यान्न वितरण और राष्ट्रीय बफर स्टॉक निर्माण हेतु की गई (मुख्यालय: नई दिल्ली)। (3) हिंदुस्तान जिंक लिमिटेड की स्थापना 10 जनवरी 1966 को जिंक व सीसा अयस्क खनन हेतु उदयपुर (राजस्थान) में की गई थी (कालांतर में इसका विनिवेश हुआ)। (4) सांभर साल्ट्स लिमिटेड की स्थापना 30 सितंबर 1964 को हिंदुस्तान साल्ट्स लिमिटेड की सहायक कंपनी के रूप में राजस्थान की सांभर झील से नमक उत्पादन के प्रबंधन हेतु की गई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कांग्रेस के 1920 के दशक के प्रमुख अधिवेशनों एवं उनकी ऐतिहासिक विशेषताओं के संदर्भ में निम्नलिखित युग्मों पर विचार कीजिए: A. 1920 (नागपुर वार्षिक अधिवेशन): सी. विजयराघवाचार्य की अध्यक्षता में कांग्रेस के संविधान में ऐतिहासिक संशोधन हुआ और भाषाई प्रांतीय समितियां बनीं। B. 1921 (अहमदाबाद अधिवेशन): देशबंधु चित्तरंजन दास अध्यक्ष चुने गए किंतु जेल में होने के कारण हकीम अजमल खान ने कार्यकारी अध्यक्ष का पद संभाला तथा सरोजिनी नायडू ने अध्यक्षीय भाषण पढ़ा। C. 1922 (गया अधिवेशन): चित्तरंजन दास की अध्यक्षता में काउंसिल प्रवेश प्रस्ताव के खारिज होने के बाद स्वराज पार्टी के गठन का मार्ग प्रशस्त हुआ। D. 1923 (दिल्ली विशेष अधिवेशन): मौलाना अबुल कलाम आजाद 35 वर्ष की आयु में कांग्रेस के सबसे युवा अध्यक्ष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1920 का दशक कांग्रेस के संगठनात्मक और रणनीतिक विकास का अत्यंत महत्वपूर्ण काल था। 1920 के नागपुर अधिवेशन में कांग्रेस ने अपने पुराने संवैधानिक दायरे को छोड़कर जनआंदोलन का स्वरूप अपनाया। 1921 में अहमदाबाद में सी.आर. दास की जेल में होने के कारण हकीम अजमल खान कार्यकारी अध्यक्ष बने। 1922 के गया अधिवेशन में 'काउंसिल एंट्री' के विवाद पर सी.आर. दास और मोतीलाल नेहरू ने त्यागपत्र देकर 1923 में स्वराज दल का गठन किया। सितंबर 1923 में दिल्ली के विशेष अधिवेशन में मौलाना अबुल कलाम आजाद सबसे कम उम्र (35 वर्ष) में कांग्रेस के अध्यक्ष बने (वे 1940 से 1946 तक लगातार 6 वर्ष तक भी कांग्रेस अध्यक्ष रहे जो उस समय का रिकॉर्ड था)।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1904 में बाल गंगाधर तिलक और क्रांतिकारियों पर मुकदमों तथा 'अहमदिया आंदोलन' के संदर्भ में निम्नलिखित कथनों पर विचार कीजिए: A. 1889 में मिर्ज़ा ग़ुलाम अहमद ने पंजाब के कादियान में 'अहमदिया आंदोलन' की स्थापना की और स्वयं को मसीह व महदी घोषित किया। B. अहमदिया आंदोलन ने जिहाद के हिंसक स्वरूप का विरोध किया और इस्लाम में पश्चिमी उदारवादी विचारों तथा सहिष्णुता के समावेश का समर्थन किया। C. 1897 और 1908 में बाल गंगाधर तिलक पर भारतीय दंड संहिता (IPC) की धारा 124A (राजद्रोह / Sedition) के तहत मुकदमा चलाकर उन्हें कठोर कारावास की सजा सुनाई गई थी। D. 1908 के मुकदमे में 6 वर्ष की सजा मिलने पर तिलक ने न्यायाधीश दावर से कहा था: "न्यायालय के निर्णय के बावजूद मैं मानता हूं कि मैं निर्दोष हूं; ईश्वर की कोई उच्चतर अदालत है जो राष्ट्रों के भाग्य का फैसला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1889 में मिर्ज़ा ग़ुलाम अहमद द्वारा शुरू किया गया अहमदिया आंदोलन इस्लामी पुनरुत्थान और उदारवाद का अनूठा मिश्रण था जिसने आधुनिक शिक्षा और शांतिपूर्ण धार्मिक संवाद पर बल दिया। उन्होंने 1890 में 'बराहीन-ए-अहमदिया' लिखी। दूसरी ओर, बाल गंगाधर तिलक को ब्रिटिश सरकार ने धारा 124A के तहत दो बार निशाना बनाया: 1897 में चापेकर बंधुओं की रैंड हत्या के समर्थन में केसरी में लिखने पर 18 महीने की सजा हुई (जहाँ से उन्हें 'लोकमान्य' की उपाधि मिली); तथा 1908 में मुजफ्फरपुर बम कांड (खुदीराम बोस) के समर्थन में 'देश का दुर्भाग्य' शीर्षक से लेख लिखने पर जस्टिस दावर ने उन्हें 6 वर्ष का कठोर कारावास देकर मांडले जेल (बर्मा) भेजा, जहाँ उन्होंने अपनी प्रसिद्ध दार्शनिक पुस्तक 'गीता रहस्य' (कर्मयोग शास्त्र) की रचना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आंदोलन के दौरान क्रांतिकारी समाचार पत्रों एवं जर्नल्स के संदर्भ में निम्नलिखित कथनों पर विचार कीजिए: A. 'युगांतर' (1906, बंगाल): बारिंद्र कुमार घोष और भूपेंद्रनाथ दत्त द्वारा स्थापित क्रांतिकारी साप्ताहिक पत्रिका थी। B. 'द सोशलिस्ट' (1922): एस.ए. डांगे द्वारा बंबई से शुरू किया गया भारत का प्रथम मार्क्सवादी/कम्युनिस्ट जर्नल था। C. 'वंदे मातरम' (पेरिस): मैडम भीकाजी कामा द्वारा तथा 'तलवार' (बर्लिन): वीरेंद्रनाथ चट्टोपाध्याय द्वारा प्रकाशित क्रांतिकारी पत्र थे। D. 'गदर' (1913, सैन फ्रांसिस्को): लाला हरदयाल द्वारा गुरुमुखी, उर्दू, हिंदी और गुजराती में प्रकाशित क्रांतिकारी अखबार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क्रांतिकारी राष्ट्रवाद के प्रचार-प्रसार में समाचार पत्रों ने अग्रणी भूमिका निभाई। बंगाल में 'युगांतर' और ब्रह्मबांधव उपाध्याय का 'संध्या' क्रांति के प्रमुख मुखपत्र थे। 1922 में श्रीपाद अमृत डांगे ने बंबई से 'द सोशलिस्ट' निकाला जो भारत में पहली मार्क्सवादी पत्रिका थी और जिसने भारतीय कम्युनिस्ट पार्टी की वैचारिक नींव रखी। यूरोप में मैडम भीकाजी कामा ने पेरिस से 'वंदे मातरम' तथा वीरेंद्रनाथ चट्टोपाध्याय ने बर्लिन से 'तलवार' (मदन लाल ढींगरा के सम्मान में) पत्रिका निकाली। सैन फ्रांसिस्को से ग़दर पार्टी ने 1 नवंबर 1913 को पहली बार उर्दू में 'गदर' निकाला और 9 दिसंबर 1913 से गुरुमुखी में इसका नियमित प्रकाशन शुरू किया जिसने प्रवासी भारतीयों में स्वतंत्रता की ज्वाला प्रज्वलित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भारतीय इतिहास में ब्रिटिश कालीन भू-राजस्व नीतियों एवं किसान आंदोलनों के प्रभाव के संदर्भ में निम्नलिखित कथनों पर विचार कीजिए: A. ब्रिटिश भू-राजस्व नीतियों ने भूमि को एक 'हस्तांतरणीय वस्तु' (Saleable Commodity) बना दिया, जिसके परिणामस्वरूप साहूकारों और महाजनों का शिकंजा किसानों पर अत्यधिक कस गया। B. स्थायी बंदोबस्त ने 'अनुपस्थित जमींदारी' (Absentee Landlordism) और 'उप-सामंतीकरण' (Sub-infeudation / पटनी व्यवस्था) को जन्म दिया, जिससे किसानों का बहुस्तरीय शोषण हुआ। C. 1875 में महाराष्ट्र के पूना और अहमदनगर जिलों में मारवाड़ी व गुजराती साहूकारों के बंधक ऋण पत्रों को जलाने हेतु 'दक्कन दंगे' (Deccan Riots) भड़के, जिसके बाद 'दक्कन कृषक राहत अधिनियम, 1879' पारित हुआ। D. 1928 में सूरत (गुजरात) के बारदोली में लगान में 22% की अनुचित वृद्धि के विरोध में वल्लभभाई पटेल ने 'बारदोली सत्याग्रह' का सफल नेतृत्व किया, जहाँ की महिलाओं ने उन्हें 'सरदार' की उपाधि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आर्थिक नीतियों ने भारत के पारंपरिक कृषि ढांचे को पूरी तरह नष्ट कर दिया। स्थायी बंदोबस्त में जमींदारों ने अपने नीचे मध्यस्थों (पटनीदारों) की लंबी श्रृंखला बना दी जो कलकत्ता में रहकर लगान वसूलते थे। रैयतवाड़ी और महालवाड़ी में नकद लगान न दे पाने पर किसानों की जमीनें साहूकारों के पास गिरवी रख दी जाती थीं। 1875 में पूना और अहमदनगर में किसानों ने साहूकारों के बहीखाते जलाने हेतु दक्कन दंगे किए जिसके बाद 1879 में राहत कानून बना। फरवरी 1928 में बारदोली में लगान वृद्धि के विरोध में वल्लभभाई पटेल ने किसानों को एकजुट कर 'ना-लगान आंदोलन' (No-Tax Campaign) चलाया। मैक्सवेल-ब्रूमफील्ड जांच समिति ने लगान वृद्धि को घटाकर 6.03% कर दिया। इस शानदार विजय पर बारदोली की महिलाओं की ओर से महात्मा गांधी ने वल्लभभाई पटेल को 'सरदार' की उपाधि प्रदान की।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क्रांतिकारी नेता ने 1926 में पंजाब में युवाओं में देशभक्ति की भावना जगाने, धर्मनिरपेक्षता का प्रसार करने और समाजवाद की स्थापना हेतु 'नौजवान भारत सभा' (Naujawan Bharat Sabha) की स्थापना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भगत सिंह (Bhagat Singh)</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चंद्रशेखर आजाद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हरदयाल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सूर्य 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सरदार भगत सिंह (Bhagat Singh)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चंद्रशेखर आजाद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 हरदयाल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सूर्य 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मार्च 1926 में लाहौर में सरदार भगत सिंह ने अपने साथी छबील दास, यशपाल और जयदेव गुप्ता के साथ मिलकर 'नौजवान भारत सभा' की स्थापना की। भगत सिंह इसके संस्थापक महासचिव और रामचंद्र इसके प्रथम अध्यक्ष बने। इस संगठन का मुख्य उद्देश्य भारतीय युवाओं को प्रत्यक्ष राजनीतिक संघर्ष, समाजवाद और वैज्ञानिक धर्मनिरपेक्षता के लिए तैयार करना था। संगठन के नियमों में अनिवार्य था कि कोई भी सदस्य किसी भी सांप्रदायिक संस्था का हिस्सा नहीं हो सकता। इस सभा ने सामाजिक समानता, जातिवाद के उन्मूलन और अस्पृश्यता निवारण पर विशेष जोर दिया। 1928 के बाद यह संगठन हिंदुस्तान सोशलिस्ट रिपब्लिकन एसोसिएशन (HSRA) का खुला राजनीतिक और युवा मोर्चा बन गया, जिसने साइमन कमीशन विरोधी प्रदर्शनों और भगत सिंह की रिहाई आंदोलन में पूरे उत्तर भारत में लाखों युवाओं को लामबंद किया।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1930 के दशक में ब्रिटिश भारत में संवैधानिक विकास एवं प्रांतीय स्वायत्तता के क्रियान्वयन के संदर्भ में निम्नलिखित कथनों पर विचार कीजिए: A. 1935 के अधिनियम के तहत फरवरी 1937 में हुए प्रांतीय चुनावों में कुल 1,585 सीटों में से कांग्रेस ने 716 सीटें जीतीं। B. मद्रास प्रांत में सी. राजगोपालाचारी, संयुक्त प्रांत (UP) में गोविंद वल्लभ पंत, बिहार में श्रीकृष्ण सिन्हा तथा मध्य प्रांत (CP) में एन.बी. खरे (बाद में रविशंकर शुक्ल) कांग्रेस मंत्रिमंडल के प्रीमियर (प्रधानमंत्री) बने। C. पश्चिमोत्तर सीमा प्रांत (NWFP) में खान अब्दुल गफ्फार खान के भाई डॉ. खान साहिब के नेतृत्व में कांग्रेस की सरकार बनी। D. पंजाब में सर सिकंदर हयात खान के नेतृत्व में 'यूनियनिस्ट पार्टी' तथा बंगाल में फजलुल हक के नेतृत्व में 'कृषक प्रजा पार्टी' की सरकार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1937 के चुनाव प्रांतीय स्वायत्तता का पहला व्यापक परीक्षण थे। कांग्रेस ने 11 में से 5 प्रांतों (मद्रास, यूपी, बिहार, मध्य प्रांत, उड़ीसा) में पूर्ण बहुमत प्राप्त किया, बंबई में सबसे बड़ी पार्टी बनकर निर्दलीय सहयोगियों से सरकार बनाई तथा पश्चिमोत्तर सीमांत प्रांत और असम में गठबंधन सरकारें बनाईं। केवल तीन प्रांतों में गैर-कांग्रेसी सरकारें बनीं: पंजाब में यूनियनिस्ट पार्टी (सिकंदर हयात खान), बंगाल में कृषक प्रजा पार्टी (ए.के. फजलुल हक) तथा सिंध में अल्लाह बख्श/गुलाम हुसैन हिदायतुल्लाह। मुस्लिम लीग कुल मुस्लिम आरक्षित सीटों में से 25% भी नहीं जीत सकी और किसी भी प्रांत में अकेले सरकार नहीं बना पाई। कांग्रेस मंत्रिमंडलों ने जेल सुधार, आपातकालीन शक्तियों की समाप्ति, खादी प्रोत्साहन और प्राथमिक शिक्षा पर अभूतपूर्व कार्य किया।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आधुनिक भारतीय इतिहास के प्रमुख क्रांतिकारी षड्यंत्र मुकदमों (Conspiracy Cases) एवं उनके मुख्य अभियुक्तों का सही मिलान कीजिए: सूची-I: सूची-I: A. मुजफ्फरपुर / अलीपुर षड्यंत्र केस (1908) B. दिल्ली षड्यंत्र केस (1912) C. लाहौर षड्यंत्र केस (द्वितीय, 1929-1930) D. चटगांव शस्त्रागार छापा केस (1930) सूची-II: 1. अरविंद घोष, बारिंद्र कुमार घोष, खुदीराम बोस 2. मास्टर अमीरचंद, अवध बिहारी, बालमुकुंद, बसंत कुमार विश्वास 3. भगत सिंह, सुखदेव, राजगुरु, जतिन दास 4. मास्टर सूर्य सेन (मास्टर दा), अनंत सिंह, गणेश घोष, प्रीतिलता वाद्देदार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क्रांतिकारी मुकदमों ने राष्ट्रीय चेतना को चरम पर पहुंचाया: (1) 1908 में अलीपुर केस में मानिकतल्ला में बम सामग्री मिलने पर अरविंद घोष और बारिंद्र घोष पर मुकदमा चला। (2) 1912 में लॉर्ड हार्डिंग पर बम फेंकने के मामले में दिल्ली षड्यंत्र केस में मास्टर अमीरचंद, अवध बिहारी, भाई बालमुकुंद और बसंत विश्वास को 1915 में अंबाला जेल में फांसी दी गई (रास बिहारी बोस जापान भागने में सफल रहे)। (3) 1929-30 के दूसरे लाहौर षड्यंत्र केस में सॉन्डर्स हत्या और असेंबली बम कांड हेतु भगत सिंह, सुखदेव और राजगुरु को 23 मार्च 1931 को फांसी दी गई। (4) 18 अप्रैल 1930 को मास्टर सूर्य सेन के नेतृत्व में 'इंडियन रिपब्लिकन आर्मी' (IRA) ने चटगांव शस्त्रागार पर कब्जा कर अस्थाई क्रांतिकारी सरकार बनाई; जलालाबाद की पहाड़ी पर युद्ध लड़ा गया; 12 जनवरी 1934 को सूर्य सेन और तारकेश्वर दस्तीदार को फांसी दी गई।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के जीवन दर्शन, सत्याग्रह के सिद्धांतों एवं रचनात्मक कार्यक्रमों के संदर्भ में निम्नलिखित कथनों पर विचार कीजिए: A. सत्याग्रह का मूल अर्थ 'सत्य के प्रति आग्रह' (सत्य की शक्ति) है, जो अहिंसा (अहिंसक प्रेम व आत्म-पीड़ा सहन) के सिद्धांत पर आधारित है और दुर्बलों का नहीं बल्कि सबलों का हथियार है। B. गांधीजी ने दक्षिण अफ्रीका में 1904 में 'फोनिक्स सेटलमेंट' (डरबन) तथा 1910 में हरमन कालेनबाख के सहयोग से 'टॉलस्टॉय फार्म' (जोहान्सबर्ग) की स्थापना की थी। C. गांधीजी के 18 सूत्रीय 'रचनात्मक कार्यक्रम' (Constructive Programme) में खादी, ग्रामोद्योग, अस्पृश्यता निवारण, बुनियादी शिक्षा (नई तालीम/वर्धा योजना 1937), मद्यनिषेध और हिंदू-मुस्लिम एकता शामिल थे। D. गांधीजी ने राजनीति के आध्यात्मिकरण और 'रामराज्य' (नैतिक व विकेंद्रीकृत लोकतांत्रिक समाज) की परिकल्पना की थी जहाँ कोई शोषणकारी राज्य सत्ता 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महात्मा गांधी (1869-1948) का संपूर्ण दर्शन सत्य (Satya) और अहिंसा (Ahimsa) की आधारशिला पर टिका था। उन्होंने दक्षिण अफ्रीका में टॉलस्टॉय, रस्किन और थोरो की शिक्षाओं के आधार पर फोनिक्स फार्म (1904) और टॉलस्टॉय फार्म (1910) बनाए जहाँ सत्याग्रहियों को आत्मनिर्भरता का प्रशिक्षण दिया जाता था। भारत लौटने के बाद उन्होंने 1915 में अहमदाबाद के कोचरब में 'सत्याग्रह आश्रम' और 1917 में साबरमती तट पर आश्रम स्थापित किया। 1936 में उन्होंने सेवाग्राम (वर्धा, महाराष्ट्र) को अपना मुख्यालय बनाया। 1937 में जाकिर हुसैन समिति के माध्यम से 'वर्धा बुनियादी शिक्षा योजना' (हस्तशिल्प केंद्रित शिक्षा) प्रस्तुत की। गांधीजी का मानना था कि राजनीतिक स्वतंत्रता (स्वराज) तब तक अधूरी है जब तक कि आर्थिक स्वावलंबन और सामाजिक समानता स्थापित न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स्वतंत्रता संग्राम में महिलाओं के ऐतिहासिक योगदान एवं उनसे संबंधित व्यक्तित्वों का सही मिलान कीजिए: सूची-I: सूची-I: A. मैडम भीकाजी कामा B. सरोजिनी नायडू C. अरुणा आसफ अली एवं उषा मेहता D. प्रीतिलता वाद्देदार एवं कल्पना दत्त सूची-II: 1. 1907 में जर्मनी के स्टटगार्ट में प्रथम भारतीय राष्ट्रीय ध्वज फहराने वाली 'भारतीय क्रांति की जननी' 2. 1925 में कांग्रेस की प्रथम भारतीय महिला अध्यक्ष एवं 1930 में धरसाना नमक सत्याग्रह की नेत्री 3. 1942 के भारत छोड़ो आंदोलन में क्रमशः भूमिगत नेतृत्व एवं गुप्त कांग्रेस रेडियो का सफल संचालन 4. 1932 में चटगांव में पहाड़तली यूरोपियन क्लब पर सशस्त्र हमला करने वाली क्रांतिकारी वीरांगनाएं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राष्ट्रीय आंदोलन में महिलाओं का योगदान अद्वितीय रहा। मैडम कामा ने अंतरराष्ट्रीय मंच पर भारतीय स्वाधीनता का बिगुल फूंका। सरोजिनी नायडू ने 1930 में धरसाना में अहिंसक सत्याग्रहियों का नेतृत्व किया और 1947 में यूपी की पहली महिला राज्यपाल बनीं। अरुणा आसफ अली ने 1942 में बम्बई में झंडा फहराकर भूमिगत आंदोलन चलाया और उषा मेहता ने गुप्त रेडियो से क्रांति का संदेश प्रसारित किया। चटगांव शस्त्रागार छापे में प्रीतिलता वाद्देदार ने 24 सितंबर 1932 को पहाड़तली यूरोपियन क्लब (जिसके बाहर लिखा था: "Dogs and Indians not allowed") पर हमला किया और पुलिस से घिरने पर सायनाइड खाकर 21 वर्ष की आयु में आत्मबलिदान दिया। कल्पना दत्त ने सूर्य सेन के साथ भूमिगत रहकर लड़ाई लड़ी और आजीवन कारावास भोगा। शांति घोष और सुनीति चौधरी ने 1931 में कोमिला के जिला मजिस्ट्रेट स्टीवंस की गोली मारकर हत्या की थी तथा बीना दास ने 1932 में कलकत्ता विश्वविद्यालय के दीक्षांत समारोह में गवर्नर स्टेनली जैक्सन पर गोली चलाई थी। अतः सही सुमेलन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1947 में भारत की स्वतंत्रता प्राप्ति, विभाजन की विभीषिका एवं राष्ट्र-निर्माण की प्रारंभिक चुनौतियों के संदर्भ में निम्नलिखित कथनों पर विचार कीजिए: A. 14-15 अगस्त 1947 की मध्यरात्रि को स्वतंत्र भारत के प्रथम प्रधानमंत्री पंडित जवाहरलाल नेहरू ने ऐतिहासिक 'नियति से साक्षात्कार' (Tryst with Destiny) भाषण दिया। B. 15 अगस्त 1947 को जब पूरा देश स्वतंत्रता का उत्सव मना रहा था, महात्मा गांधी कलकत्ता के बेलियाघाटा (हैदरी मंजिल) में सांप्रदायिक हिंसा रोकने हेतु उपवास पर थे। C. सीमा आयोग के अध्यक्ष सर सिरिल रैडक्लिफ ने 17 अगस्त 1947 को भारत और पाकिस्तान के बीच 'रैडक्लिफ रेखा' (Radcliffe Line) का आधिकारिक प्रकाशन किया। D. 30 जनवरी 1948 को नई दिल्ली के बिड़ला हाउस में नाथूराम गोडसे ने महात्मा गांधी की गोली मारकर हत्या कर दी, जिसके बाद नेहरू ने आकाशवाणी पर कहा: "हमारे जीवन से प्रकाश चला गया है और चारों ओर अंधकार छा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 अगस्त 1947 को 200 वर्षों के ब्रिटिश औपनिवेशिक शासन का अंत हुआ। 14-15 अगस्त की मध्यरात्रि को संविधान सभा में बोलते हुए प्रधानमंत्री नेहरू ने कहा: "वर्षों पहले हमने नियति से एक वादा किया था, और अब वह समय आ गया है जब हम अपने उस वादे को पूरा करेंगे... जब मध्यरात्रि के 12 बजेंगे और पूरी दुनिया सो रही होगी, तब भारत जीवन और स्वतंत्रता के नए युग में जागेगा।" स्वतंत्रता के साथ ही 1.5 करोड़ लोगों का विस्थापन और 10 लाख से अधिक निर्दोषों का सांप्रदायिक कत्लेआम हुआ। गांधीजी ने जश्न में शामिल न होकर कलकत्ता और बाद में दिल्ली में दंगे रोकने हेतु अपना जीवन दांव पर लगा दिया। 30 जनवरी 1948 को बिड़ला भवन की प्रार्थना सभा में जाते समय गांधीजी का बलिदान हुआ। नेहरू ने राष्ट्र को संबोधित करते हुए कहा: "हमारे जीवन से प्रकाश चला गया है... हमारे प्यारे बापू, राष्ट्रपिता अब नहीं रहे।" भारत ने स्वतंत्र होकर विश्व के सबसे बड़े लोकतांत्रिक गणराज्य की नींव रखी।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