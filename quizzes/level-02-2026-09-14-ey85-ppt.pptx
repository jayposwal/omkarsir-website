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अरावली पर्वत श्रृंखला की निम्नलिखित गौण चोटियों को उनकी ऊँचाई (मीटर में) के साथ सही सुमेलित कीजिए: सूची-I: सूची-I: A. रघुनाथगढ़ B. ऋषिकेश C. कमलनाथ D. डोरा पर्वत सूची-II: 1. 1055 मीटर 2. 1017 मीटर 3. 1001 मीटर 4. 869 मीटर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पर्वतमाला की प्रमुख चोटियों में रघुनाथगढ़ (सीकर) 1055 मीटर की ऊँचाई के साथ उत्तरी अरावली की सर्वोच्च चोटी है। ऋषिकेश (सिरोही) की ऊँचाई 1017 मीटर है तथा यह आबू पर्वत खंड के समीप स्थित है। कमलनाथ (उदयपुर) दक्षिणी अरावली की 1001 मीटर ऊँची प्रमुख चोटी है, जहाँ से मानसी-वाकल नदियों का उद्गम क्षेत्र जुड़ा है। डोरा पर्वत (जालौर) 869 मीटर की ऊँचाई के साथ जसवंतपुरा की पहाड़ियों का सर्वोच्च शिखर है। यह क्रम अरावली की विभिन्न श्रेणियों के उच्चावच को दर्शाता है, जिसमें रघुनाथगढ़ उत्तरी क्षेत्र की एकमात्र 1000 मीटर से अधिक ऊँची चोटी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 एवं उत्तरी अरावली की पर्वत चोटियों एवं उनकी भौगोलिक अवस्थिति के संदर्भ में निम्नलिखित कथनों पर विचार कीजिए: A. बिलाली (775 मीटर) तथा बरवाड़ा (786 मीटर) उत्तरी अरावली की प्रमुख पर्वत चोटियाँ हैं। B. तारागढ़ (873 मीटर) तथा नाग पहाड़ (795 मीटर) मध्य अरावली के प्रमुख पर्वत शिखर हैं। C. सायरा (900 मीटर) तथा लीलागढ़ (874 मीटर) मध्य अरावली की सर्वोच्च चोटियाँ हैं। D. हर्ष पर्वत एवं मालखेत की पहाड़ियाँ सीकर जिले के शेखावाटी अंचल में अवस्थित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बिलाली (775 मीटर) अलवर जिले में तथा बरवाड़ा (786 मीटर) जयपुर ग्रामीण जिले में स्थित उत्तरी अरावली की प्रमुख चोटियाँ हैं। मध्य अरावली मुख्य रूप से अजमेर और ब्यावर जिलों में विस्तृत है, जहाँ तारागढ़ (873 मीटर) और नाग पहाड़ (795 मीटर) प्रमुख शिखर हैं। कथन C गलत है क्योंकि सायरा (900 मीटर) तथा लीलागढ़ (874 मीटर) मध्य अरावली की नहीं, बल्कि दक्षिणी अरावली (उदयपुर/मेवाड़ पर्वतीय क्षेत्र) की चोटियाँ हैं। मध्य अरावली की सबसे ऊँची चोटी गौरमजी/मोरमजी (934 मीटर) है। हर्ष पर्वत (जीणमाता क्षेत्र) और मालखेत की पहाड़ियाँ सीकर जिले में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दक्षिणी अरावली एवं मेवाड़ पर्वतीय क्षेत्र की चोटियों को उनके संबंधित जिलों के साथ सुमेलित कीजिए: सूची-I: सूची-I: A. सज्जनगढ़ B. धोनिया डूंगर C. नाग पानी D. जयगढ़ सूची-II: 1. उदयपुर 2. सिरोही 3. उदयपुर 4. जयपुर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सज्जनगढ़ चोटी (938 मीटर) उदयपुर शहर के पश्चिम में स्थित है, जिस पर प्रसिद्ध मानसून पैलेस व जैविक उद्यान स्थित है। धोनिया डूंगर (1183 मीटर) सिरोही जिले में स्थित उच्च पर्वतीय शिखर है जो आबू पर्वत खंड का भाग है। नाग पानी (867 मीटर) उदयपुर जिले में स्थित दक्षिणी अरावली की एक प्रमुख चोटी है। जयगढ़ (648 मीटर) जयपुर जिले में स्थित उत्तरी अरावली की चोटी है, जहाँ ऐतिहासिक जयगढ़ दुर्ग स्थित है। यह विभाजन अरावली की क्षेत्रीय पर्वत श्रृंखलाओं की सटीक भौगोलिक पहचान को स्पष्ट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पश्चिमी राजस्थान के जालौर-बाड़मेर क्षेत्र में स्थित 56 की गोलाकार पहाड़ियाँ (नाकोड़ा पर्वत) भू-वैज्ञानिक दृष्टि से मुख्यतः किस प्रकार की शैलों से निर्मित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नीस एवं बेसाल्ट शैलें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शिस्ट एवं क्वार्टजाइट शैलें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मालानी आग्नेय शैल समूह व जालौर ग्रेनाइट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विन्ध्यन कगार के बलुआ पत्थर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मालानी आग्नेय शैल समूह व जालौर ग्रेनाइट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नीस एवं बेसाल्ट शैलें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शिस्ट एवं क्वार्टजाइट शैलें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विन्ध्यन कगार के बलुआ पत्थर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में सिवाना (बालोतरा/बाड़मेर) से जालौर तक 56 की पहाड़ियाँ गोलाकार गुंबदनुमा पहाड़ियों के रूप में विस्तृत हैं, जिन्हें नाकोड़ा पर्वत भी कहा जाता है। ये पहाड़ियाँ प्री-कैम्ब्रियन काल के मालानी आग्नेय शैल समूह (Malani Igneous Suite) और जालौर ग्रेनाइट/रायलोइट चट्टानों से निर्मित हैं। ये शैलें अत्यधिक कठोर एवं अपक्षय-प्रतिरोधी हैं, जिसके कारण यहाँ 'इन्सेलवर्ग' (Inselberg) जैसी विशिष्ट स्थलाकृतियाँ मिलती हैं। जालौर को इसी कारण 'ग्रेनाइट सिटी' भी कहा जाता है। बेसाल्ट शैलें हाड़ौती पठार में तथा विन्ध्यन बलुआ पत्थर पूर्वी राजस्थान में पाए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अरावली पर्वतमाला के प्रमुख प्राकृतिक दर्रों (Passes) के संदर्भ में निम्नलिखित कथनों पर विचार कीजिए: A. बर दर्रा, परवेरिया दर्रा और शिवपुर घाट ब्यावर एवं पाली सीमा पर स्थित प्रमुख दर्रे हैं। B. देसुरी की नाल और सोमेश्वर नाल पाली को राजसमंद व मेवाड़ से जोड़ने वाले संकीर्ण पर्वतीय मार्ग हैं। C. हाथी दर्रा और देबारी दर्रा दक्षिणी अरावली में उदयपुर जिले में स्थित हैं। D. कामली घाट दर्रा केवल जैसलमेर और बाड़मेर जिलों को आपस में जोड़ता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मध्य एवं दक्षिणी अरावली के दर्रे राजस्थान के ऐतिहासिक आवागमन और सामरिक मार्गों के रूप में प्रसिद्ध हैं। बर दर्रा राष्ट्रीय राजमार्ग पर ब्यावर और पाली के मध्य आवागमन सुलभ करता है, जबकि शिवपुर घाट व परवेरिया दर्रे ब्यावर क्षेत्र में स्थित हैं। देसुरी की नाल और सोमेश्वर नाल पाली जिले के देसुरी क्षेत्र को मेवाड़ (राजसमंद/कुम्भलगढ़) से जोड़ते हैं। हाथी दर्रा तथा देबारी दर्रा उदयपुर जिले के प्रमुख दर्रे हैं, जहाँ देबारी मेवाड़ का ऐतिहासिक प्रवेश द्वार रहा है। कथन D असत्य है क्योंकि कामली घाट दर्रा राजसमंद और पाली की सीमा पर स्थित पर्वतीय दर्रा है, मरुस्थलीय जैसलमेर-बाड़मेर में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विशिष्ट स्थानीय पठारों को उनकी अवस्थिति के साथ सही सुमेलित कीजिए: सूची-I: सूची-I: A. मेसा का पठार B. लसाड़िया का पठार C. ऊपरमाल का पठार D. बीजासण का पठार सूची-II: 1. चित्तौड़गढ़ (चित्तौड़गढ़ दुर्ग स्थित) 2. जयसमंद झील के पूर्व में (सलूंबर) 3. बिजौलिया से भैंसरोड़गढ़ के मध्य 4. माण्डलगढ़ (भीलवाड़ा)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मेसा का पठार 620 मीटर ऊँचा है और चित्तौड़गढ़ का ऐतिहासिक दुर्ग बेड़च व गंभीरी नदियों के संगम के निकट इसी पठार पर निर्मित है। लसाड़िया का पठार जयसमंद झील के पूर्व में स्थित अत्यधिक कटा-फटा और विच्छेदित पठार है, जो प्रशासनिक पुनर्गठन के बाद अब सलूंबर जिले के अंतर्गत आता है। ऊपरमाल का पठार बिजौलिया (भीलवाड़ा) से भैंसरोड़गढ़ (चित्तौड़गढ़) के मध्य फैला हुआ एक पथरीला एवं उपजाऊ पठारी भू-भाग है। बीजासण का पठार भीलवाड़ा जिले के माण्डलगढ़ क्षेत्र में स्थित है। यह पठारी उच्चावच विन्ध्यन और अरावली के मिलन स्थल की भू-आकृति को प्रदर्शित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भौगोलिक उप-नामों एवं स्थानीय शब्दावली के संदर्भ में निम्नलिखित कथनों पर विचार कीजिए: A. सिरोही जिले में स्थित तीव्र ढाल वाली एवं उबड़-खाबड़ कटक पहाड़ियों को 'भाकर' कहा जाता है। B. उदयपुर बेसिन के चारों ओर स्थित तश्तरीनुमा पहाड़ियों की श्रृंखला को 'गिरवा' कहा जाता है। C. प्रतापगढ़ जिले में माही नदी के तटवर्ती भू-भाग को 'काँठल' कहा जाता है। D. नागौर एवं अजमेर के मध्य फ्लोराइड युक्त जल पट्टी को 'बांका पट्टी' या 'कुबड़ पट्टी' कहा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विभिन्न अंचलों में उच्चावच के विशिष्ट स्थानीय नाम प्रचलित हैं। सिरोही के पश्चिमी भाग में तीव्र ढलान वाली पथरीली कटक पहाड़ियों को स्थानीय बोली में 'भाकर' कहते हैं। उदयपुर नगर के चारों ओर तश्तरी जैसी अर्ध-चंद्राकार पहाड़ियों के फैलाव को 'गिरवा' कहा जाता है। माही नदी के काँठे (तट) पर स्थित होने के कारण प्रतापगढ़ और उसके आसपास के भू-भाग को 'काँठल' नाम दिया गया है। नागौर से अजमेर के मध्य भूजल में अत्यधिक फ्लोराइड की उपस्थिति के कारण लोगों की हड्डियाँ मुड़ जाती हैं, इसलिए इस क्षेत्र को 'बांका पट्टी' या 'कुबड़ पट्टी' कहा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नदियों को उनके विशिष्ट उद्गम स्थलों के साथ सही सुमेलित कीजिए: सूची-I: सूची-I: A. सोम नदी B. रूपारेल नदी C. साबी नदी D. गंभीर (उटांगन) नदी सूची-II: 1. बीछामेड़ा पहाड़ियाँ (उदयपुर) 2. उदयनाथ पहाड़ियाँ (अलवर) 3. सेवर पहाड़ियाँ (जयपुर ग्रामीण) 4. जावद पहाड़ियाँ (मध्य प्रदेश)</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 नदी का उद्गम उदयपुर जिले की खैरवाड़ा तहसील में बीछामेड़ा की पहाड़ियों से होता है, जो बाद में बेणेश्वर धाम पर माही में मिलती है। रूपारेल नदी (वराह या लसवारी नदी) अलवर जिले के थानागाजी के निकट उदयनाथ पहाड़ियों से निकलकर भरतपुर के सीकरी बाँध में समाप्त होती है। साबी नदी जयपुर ग्रामीण के सेवर की पहाड़ियों से निकलकर उत्तर दिशा में बहती हुई हरियाणा के गुरुग्राम (पटौदी) में विलीन होती है। गंभीर (उटांगन) नदी मध्य प्रदेश की जावद पहाड़ियों से निकलकर करौली व भरतपुर में बहती हुई यमुना में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कालीसिंध नदी एवं उसकी प्रमुख सहायक नदियों के अपवाह तंत्र के संदर्भ में निम्नलिखित कथनों पर विचार कीजिए: A. कालीसिंध नदी मध्य प्रदेश के देवास जिले के बागली गाँव से निकलकर झालावाड़ के बिन्दा गाँव में राजस्थान में प्रवेश करती है। B. आहू नदी मध्य प्रदेश के सुसनेर से निकलकर झालावाड़ के गागरोन में कालीसिंध नदी में मिलती है। C. गागरोन का प्रसिद्ध जलदुर्ग (जल-किला) कालीसिंध और आहू नदियों के संगम पर स्थित है। D. परवन, निवाज और उजाड़ नदियां कालीसिंध नदी की प्रमुख सहायक नदियां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कालीसिंध चम्बल की प्रमुख दाईं सहायक नदी है जो मध्य प्रदेश के विंध्याचल पर्वत (देवास) से निकलती है और झालावाड़, कोटा में बहती हुई नानेरा (कोटा) के पास चम्बल में मिलती है। आहू नदी इसकी मुख्य सहायक नदी है जो गागरोन में इससे मिलती है, और इसी संगम (सामेलजी) पर यूनेस्को विश्व धरोहर सूची में शामिल गागरोन जलदुर्ग अवस्थित है। परवन नदी (जिसके किनारे शेरगढ़ दुर्ग है), निवाज और उजाड़ नदियां भी कालीसिंध नदी तंत्र की अभिन्न अंग हैं। ये नदियां मिलकर हाड़ौती पठार के पूर्वी अपवाह बेसिन का निर्माण करती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साबरमती नदी तंत्र की सहायक नदियों को उनकी विशेषताओं के साथ सही सुमेलित कीजिए: सूची-I: सूची-I: A. वाकल नदी B. हथमती नदी C. सेई नदी D. मेशवा नदी सूची-II: 1. कोटड़ा (उदयपुर) से उद्गमित प्रमुख सहायक 2. गुजरात सीमा पर मिलने वाली सहायक 3. जल सुरंग द्वारा जवाई बाँध में जलापूर्ति 4. डूंगरपुर-गुजरात सीमावर्ती सहायक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साबरमती नदी का उद्गम उदयपुर जिले के कोटड़ा तहसील के निकट पदराड़ा गाँव की पहाड़ियों से होता है, लेकिन यह राजस्थान में मात्र 45 किमी बहकर गुजरात में प्रवेश कर जाती है। वाकल नदी उदयपुर के गोरा गाँव से निकलती है और साबरमती में मिलती है। हथमती और मेशवा नदियां साबरमती की प्रमुख सहायक नदियां हैं जो गुजरात मैदान में इसे जल प्रदान करती हैं। सेई नदी पर जल सुरंग (Sei Tunnel) बनाकर इसका अधिशेष जल पश्चिमी राजस्थान के सबसे बड़े बाँध 'जवाई बाँध' (पाली) में स्थानांतरित किया जाता है। यह राजस्थान की प्रथम अंतर-बेसिन जल सुरंग परियोजना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लूनी नदी के अपवाह तंत्र एवं उसकी सहायक नदियों के प्रवाह क्रम के संदर्भ में निम्नलिखित कथनों पर विचार कीजिए: A. लूनी नदी की अधिकांश सहायक नदियां अरावली की पश्चिमी ढालों से निकलकर बाएं किनारे से मिलती हैं। B. लूनी नदी के उद्गम से मुहाने की ओर सहायक नदियों का सही क्रम गुहिया, बांडी, सुकड़ी, जवाई और सागी है। C. जोजड़ी नदी लूनी की एकमात्र ऐसी सहायक नदी है जो नागौर के पोंडलू गाँव से निकलकर दाएं किनारे से मिलती है। D. बांडी नदी राजस्थान की सबसे कम प्रदूषित और सर्वाधिक मीठे पानी वाली नदी मानी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लूनी नदी पश्चिमी राजस्थान का मुख्य नदी तंत्र है जिसका उद्गम अजमेर के नाग पहाड़ से होता है। इसकी सहायक नदियों का उद्गम से मुहाने की ओर सही क्रम गुहिया, बांडी, सुकड़ी, जवाई और सागी है। जोजड़ी नदी एकमात्र अपवाद है जो अरावली से न निकलकर नागौर से निकलती है और दाएं किनारे से मिलती है। कथन D असत्य है क्योंकि पाली शहर के रंगाई व छपाई उद्योगों के अपशिष्ट के कारण बांडी नदी लूनी बेसिन की सर्वाधिक रासायनिक रूप से प्रदूषित नदी बन चुकी है, जिसे स्थानीय स्तर पर 'केमिकल रिवर' भी कहा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हाड़ौती एवं पूर्वी राजस्थान की सहायक नदियों व जलप्रपातों को उनके संबंधित युग्मों से सुमेलित कीजिए: सूची-I: सूची-I: A. कुराल व मेज नदी B. घोड़ा पछाड़ नदी C. चूलिया जलप्रपात D. भीमलत जलप्रपात सूची-II: 1. बूंदी जिले का मुख्य अपवाह तंत्र 2. मांगली नदी (बूंदी) पर स्थित जलप्रपात 3. चम्बल नदी (भैंसरोड़गढ़, चित्तौड़गढ़) पर 18 मीटर ऊँचा 4. बिजौलिया (भीलवाड़ा) से बूंदी की ओर प्रवाह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B-4, C-3,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मेज नदी मांडलगढ़ (भीलवाड़ा) से निकलकर बूंदी जिले में बहती है, जहाँ कुराल नदी इसमें आकर मिलती है। घोड़ा पछाड़ नदी बिजौलिया से निकलकर बूंदी में मांगली नदी में मिलती है। चूलिया जलप्रपात राजस्थान का सबसे ऊँचा प्राकृतिक जलप्रपात (18 मीटर) है, जो चित्तौड़गढ़ जिले के भैंसरोड़गढ़ के निकट चम्बल और बामनी नदियों के संगम के पास स्थित है। भीमलत जलप्रपात बूंदी जिले में मांगली नदी पर स्थित एक अत्यंत मनोरम प्राकृतिक झरना है। यह सभी नदियाँ और जलप्रपात विन्ध्यन कगार की जल निकासी प्रणाली का महत्वपूर्ण हिस्सा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आंतरिक अपवाह तंत्र की प्रमुख नदियों के संदर्भ में निम्नलिखित कथनों पर विचार कीजिए: A. कांतली नदी शेखावाटी की पूर्णतः राजस्थान में बहने वाली 100 किमी लम्बी मौसमी नदी है, जिसके किनारे गणेश्वर सभ्यता विकसित हुई। B. काकनी (काकनेय/मसूरदी) नदी जैसलमेर की सबसे छोटी आंतरिक नदी है जो बुझ झील का निर्माण करती है। C. घग्घर नदी हिमाचल प्रदेश की शिवालिक पहाड़ियों से निकलकर राजस्थान के हनुमानगढ़ व श्रीगंगानगर में बहती है। D. साबी नदी अलवर जिले के सिलीसेढ़ झील से निकलकर सीधे चम्बल नदी में मिल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लगभग 60% अपवाह क्षेत्र आंतरिक जल प्रवाह (Inland Drainage) के अंतर्गत आता है। कांतली नदी सीकर की खण्डेला पहाड़ियों से निकलकर झुंझुनूं को दो भागों में बांटती हुई चूरू की सीमा पर समाप्त होती है; इसके प्रवाह क्षेत्र को 'तोरावाटी' कहते हैं। काकनी नदी मात्र 17 किमी बहकर बुझ झील बनाती है। घग्घर नदी (प्राचीन सरस्वती/मृत नदी) शिवालिक से आकर राजस्थान में प्रवेश करती है और इसका तल 'नाली' कहलाता है। कथन D असत्य है क्योंकि साबी नदी जयपुर के सेवर से निकलकर हरियाणा के पटौदी में रेत में विलीन होती है, यह चम्बल में नहीं गिरती।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त्रिवेणी संगमों को उनमें मिलने वाली तीन नदियों के साथ सही सुमेलित कीजिए: सूची-I: सूची-I: A. बिगोद (भीलवाड़ा) B. रामेश्वर घाट (सवाई माधोपुर) C. बेणेश्वर धाम (डूंगरपुर) D. राजमहल (टोंक) सूची-II: 1. बनास, बेड़च और मेनाल 2. चम्बल, बनास और सीप 3. सोम, माही और जाखम 4. बनास, खारी और डाई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चार प्रमुख त्रिवेणी संगम धार्मिक एवं भौगोलिक दृष्टि से प्रसिद्ध हैं। भीलवाड़ा के बिगोद में बनास, बेड़च और मेनाल नदियां मिलती हैं। सवाई माधोपुर के खंडार तहसील में रामेश्वर घाट पर चम्बल, बनास और सीप नदियों का मिलन होता है। डूंगरपुर के नवाटापुरा में बेणेश्वर धाम पर सोम, माही और जाखम नदियां मिलती हैं, जिसे 'आदिवासियों का कुंभ' कहा जाता है। टोंक जिले के राजमहल में बनास, खारी और डाई नदियां मिलकर पवित्र त्रिवेणी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नदियों के जलग्रहण क्षेत्र (Catchment Area) के अनुसार सर्वाधिक से न्यूनतम का सही अवरोही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बनास &gt; लूनी &gt; चम्बल &gt; माही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चम्बल &gt; बनास &gt; लूनी &gt; माही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लूनी &gt; बनास &gt; चम्बल &gt; माही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बनास &gt; चम्बल &gt; माही &gt; 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बनास &gt; लूनी &gt; चम्बल &gt; माही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चम्बल &gt; बनास &gt; लूनी &gt; माही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लूनी &gt; बनास &gt; चम्बल &gt; माही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बनास &gt; चम्बल &gt; माही &gt; 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जल संसाधन विभाग के आधिकारिक आंकड़ों के अनुसार राजस्थान में नदियों के कुल जलग्रहण क्षेत्र (Catchment Area) का सही अवरोही क्रम है: बनास बेसिन (लगभग 45,833 वर्ग किमी, 27.5%), लूनी बेसिन (लगभग 34,250 वर्ग किमी, 20.5%), चम्बल बेसिन (लगभग 29,110 वर्ग किमी, 17.5%), तथा माही बेसिन (लगभग 16,600 वर्ग किमी, 9.9%)। चम्बल नदी में जल की सतही उपलब्धता सर्वाधिक है, लेकिन राज्य के भीतर जलग्रहण बेसिन क्षेत्र की दृष्टि से बनास नदी प्रथम स्थान पर और लूनी नदी द्वितीय स्थान पर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मध्यम एवं लघु सिंचाई परियोजनाओं/बाँधों को उनके संबंधित जिलों से सुमेलित कीजिए: सूची-I: सूची-I: A. अड़वाना बाँध B. छापी परियोजना C. बिलास परियोजना D. बांकली बाँध सूची-II: 1. भीलवाड़ा (मानसी नदी) 2. झालावाड़ (छापी नदी) 3. बारां (बिलास नदी) 4. जालौर (सुकड़ी नदी)</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अड़वाना बाँध भीलवाड़ा जिले में मानसी नदी पर निर्मित एक महत्वपूर्ण मध्यम सिंचाई जलाशय है। छापी सिंचाई परियोजना झालावाड़ जिले में छापी नदी पर बनाई गई है। बिलास सिंचाई परियोजना बारां जिले के किशनगंज क्षेत्र में बिलास नदी पर स्थित है। बांकली बाँध जालौर जिले में सुकड़ी नदी के जल को रोककर निर्मित किया गया है। ये सभी लघु एवं मध्यम सिंचाई परियोजनाएं राज्य के गैर-नहरी जिलों में स्थानीय कृषि और भूजल पुनर्भरण में महत्वपूर्ण भूमिका निभाती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चम्बल नदी घाटी बहुउद्देशीय परियोजना के बाँधों एवं नवनेरा बैराज के संदर्भ में निम्नलिखित कथनों पर विचार कीजिए: A. राणा प्रताप सागर बाँध (रावतभाटा, चित्तौड़गढ़) राजस्थान का सबसे अधिक भराव क्षमता (Storage Capacity) वाला बाँध है। B. जवाहर सागर बाँध कोटा-बूंदी सीमा पर स्थित एक पिक-अप बाँध (Pick-up Dam) है जहाँ 99 मेगावाट विद्युत उत्पन्न होती है। C. नवनेरा (नोनेरा) बैराज कोटा जिले की दिगोद तहसील में कालीसिंध नदी पर ERCP के तहत निर्मित किया गया है। D. गांधी सागर बाँध का निर्माण चम्बल परियोजना के तृतीय चरण में राजस्थान के कोटा जिले में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 प्रताप सागर बाँध 172 मेगावाट जल-विद्युत उत्पादन और विशाल भराव क्षमता के साथ राजस्थान का सबसे बड़ा बाँध है। जवाहर सागर बाँध पिक-अप बाँध है जहाँ 33-33 मेगावाट की तीन टरबाइनें लगी हैं। नवनेरा बैराज पूर्वी राजस्थान नहर परियोजना (ERCP) का मुख्य घटक है जो कोटा की दिगोद तहसील में कालीसिंध नदी पर बना है। कथन D असत्य है क्योंकि गांधी सागर बाँध प्रथम चरण (1960) में निर्मित हुआ था और यह राजस्थान में नहीं, बल्कि मध्य प्रदेश के मंदसौर जिले में स्थित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प्रसिद्ध ऐतिहासिक झीलों को उनके संबंधित जिलों के साथ सही सुमेलित कीजिए: सूची-I: सूची-I: A. बुझ झील B. नवलखा झील C. कनक सागर (दुगारी झील) D. बालसमंद झील सूची-II: 1. जैसलमेर 2. बूंदी 3. बूंदी 4. जोधपुर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बुझ झील जैसलमेर जिले में काकनी (मसूरदी) नदी के मार्ग में प्राकृतिक रूप से बनने वाली मीठे पानी की झील है। नवलखा झील बूंदी शहर में स्थित एक सुंदर ऐतिहासिक झील है। कनक सागर झील बूंदी जिले के दुगारी गाँव में स्थित है, जिसे पक्षी विहार के रूप में भी जाना जाता है। बालसमंद झील जोधपुर में 1159 ई. में परिहार शासक बालक राव द्वारा निर्मित एक कृत्रिम मीठे पानी की झील है जिसके किनारे भव्य महल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सबसे बड़ी कृत्रिम मीठे पानी की झील 'जयसमंद' (ढेबर झील) के संबंध में निम्नलिखित कथनों पर विचार कीजिए: A. इसका निर्माण मेवाड़ के महाराणा जयसिंह द्वारा 1685-1691 ई. के मध्य गोमती नदी पर बाँध बनाकर करवाया गया था। B. इस झील में कुल 7 बड़े-छोटे टापू हैं, जिनमें सबसे बड़े टापू का नाम 'बाबा का भांगड़ा' तथा सबसे छोटे का नाम 'प्यारी' है। C. सिंचाई सुविधा उपलब्ध कराने हेतु 1950 ई. में इस झील से 'श्यामपुरा' और 'भाट' नामक दो नहरें निकाली गई थीं। D. यह झील वर्तमान में जयपुर संभाग के अंतर्गत खारे पानी की झील के रूप में वर्गीकृत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जयसमंद झील (ढेबर झील) राजस्थान की सबसे बड़ी और भारत की दूसरी सबसे बड़ी कृत्रिम मीठे पानी की झील है, जो प्रशासनिक पुनर्गठन के बाद अब सलूंबर जिले में स्थित है। गोमती, झावर और बागर नदियों का जल इसमें गिरता है। झील के 7 टापुओं पर भील और मीणा जनजाति के लोग निवास करते हैं; सबसे बड़ा टापू बाबा का भांगड़ा तथा सबसे छोटा प्यारी कहलाता है। यहाँ से निकाली गई श्यामपुरा व भाट नहरों से आसपास के क्षेत्रों में सिंचाई होती है। कथन D पूर्णतः असत्य है क्योंकि यह मीठे पानी की झील है, खारे की नहीं।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अजमेर एवं बीकानेर संभाग की झीलों को उनकी विशेषताओं के साथ सही सुमेलित कीजिए: सूची-I: सूची-I: A. आनासागर झील B. फॉय सागर झील C. कोलायत झील D. लूणकरणसर झील सूची-II: 1. अर्णोराज द्वारा 1137 ई. में निर्मित, दौलत बाग व बारादरी स्थित 2. बांडी नदी पर 1891-92 में इंजीनियर फॉय द्वारा निर्मित अकाल राहत झील 3. कपिल मुनि का आश्रम, 52 घाट, कार्तिक पूर्णिमा को दीपदान 4. बीकानेर की खारे पानी की झील, जहाँ का नमक स्थानीय स्तर पर प्रयुक्त होता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20/75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आनासागर झील अजमेर में अर्णोराज (आनाजी) द्वारा चंद्रा नदी के जल को रोककर बनाई गई थी; इसके किनारे जहाँगीर ने दौलत बाग (सुभाष उद्यान) तथा शाहजहाँ ने संगमरमर की पांच बारादरियां बनवाईं। फॉय सागर अजमेर की दूसरी प्रमुख झील है जिसे 1891-92 के भीषण अकाल के समय राहत कार्य हेतु बनाया गया था। कोलायत (बीकानेर) सांख्य दर्शन के प्रणेता महर्षि कपिल की तपोभूमि है जहाँ पवित्र सरोवर में कार्तिक पूर्णिमा को मेला भरता है और चारण जाति के लोग इसमें स्नान नहीं करते। लूणकरणसर बीकानेर की प्रमुख लवणीय (खारे पानी) की झील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पारंपरिक जल संरक्षण पद्धतियों एवं भू-जल प्रबंधन के संदर्भ में निम्नलिखित कथनों पर विचार कीजिए: A. 'टोबा' थार मरुस्थल में नाड़ी के समान ही लेकिन अधिक गहरा प्राकृतिक या कृत्रिम गड्ढा होता है जिसमें जल वाष्पीकरण कम होता है। B. 'झालरा' अपने से ऊंचे स्तर पर स्थित तालाबों या झीलों के रिसाव (Seepage) से जल प्राप्त करने वाली सीढ़ीदार बावड़ीनुमा संरचना है। C. 'टांका' या 'कुंडी' पश्चिमी राजस्थान के घरों और खेतों में वर्षा जल संचयन (Water Harvesting) का सबसे सुरक्षित भूमिगत ढांचा है। D. खड़ीन कृषि पद्धति का विकास 15वीं शताब्दी में जैसलमेर के पालीवाल ब्राह्मणों द्वारा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21/75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पारंपरिक जल संरक्षण ढांचे मरुस्थलीय पारिस्थितिकी में जीवन-रेखा का कार्य करते हैं। टोबा नाड़ी से अधिक गहरा होने के कारण लंबे समय तक पशुओं और मनुष्यों के लिए जल सुरक्षित रखता है। झालरा का जल सामान्यतः पीने योग्य न होकर धार्मिक स्नान और घरेलू उपयोग हेतु प्रयुक्त होता था, जो ऊपरी जलाशयों के रिसाव से भरता था। टांका थार मरुस्थल का प्रमुख भूमिगत पक्का जलकुंड है जो पार्लर पानी (शुद्ध वर्षा जल) को वर्ष भर सुरक्षित रखता है। खड़ीन वर्षा जल को ढलानों पर मिट्टी की पाल बनाकर रोककर की जाने वाली रबी की नम कृषि पद्धति है, जिसका आविष्कार पालीवाल ब्राह्मणों ने किया था।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21/75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आर्द्रभूमि प्राधिकरण (State Wetland Authority) की स्थापना किस वर्ष की गई थी और वर्तमान में राजस्थान में कुल कितने रामसर आर्द्रभूमि स्थल अधिसूचित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2019 में स्थापना, कुल 2 रामसर स्थल (केवलादेव एवं सांभर)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2015 में स्थापना, कुल 5 रामसर स्थल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2010 में स्थापना, कुल 10 रामसर स्थल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2022 में स्थापना, कुल 1 रामसर स्थल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22/75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वर्ष 2019 में स्थापना, कुल 2 रामसर स्थल (केवलादेव एवं सांभर)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2015 में स्थापना, कुल 5 रामसर स्थल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2010 में स्थापना, कुल 10 रामसर स्थल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2022 में स्थापना, कुल 1 रामसर स्थल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के पर्यावरण एवं वन विभाग द्वारा आर्द्रभूमि (संरक्षण एवं प्रबंधन) नियम 2017 के अंतर्गत 'राज्य आर्द्रभूमि प्राधिकरण' (State Wetland Authority) की आधिकारिक अधिसूचना नवंबर 2019 में जारी की गई थी। राजस्थान में वर्तमान में अंतरराष्ट्रीय महत्व के कुल 2 रामसर आर्द्रभूमि स्थल (Ramsar Sites) हैं: (1) केवलादेव राष्ट्रीय उद्यान, भरतपुर (1981 में घोषित प्रथम स्थल), तथा (2) सांभर साल्ट लेक, जयपुर/नागौर (1990 में घोषित द्वितीय स्थल)। राज्य सरकार द्वारा मेनार पक्षी गाँव (उदयपुर) और खींचन (फलौदी) को नए रामसर स्थल के रूप में प्रस्तावित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22/75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लौह-अयस्क (Iron-Ore) खनन क्षेत्रों को उनके संबंधित जिलों के साथ सही सुमेलित कीजिए: सूची-I: सूची-I: A. मोरीजा-बानोल B. नीमला-रायसेला C. डाबला-सिंघाना D. नाथरा की पाल व थूर-हुंडेर सूची-II: 1. जयपुर ग्रामीण (चौमूं) 2. दौसा 3. झुंझुनूं 4. उदयपुर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23/75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हेमेटाइट और मैग्नेटाइट किस्म का लौह अयस्क पाया जाता है। मोरीजा-बानोल (जयपुर ग्रामीण) राज्य का सबसे बड़ा और उच्च कोटि का लौह अयस्क उत्पादक क्षेत्र है। नीमला-रायसेला क्षेत्र दौसा जिले में स्थित है। डाबला-सिंघाना क्षेत्र झुंझुनूं जिले में खेतड़ी कॉपर बेल्ट के समीप अवस्थित है। नाथरा की पाल और थूर-हुंडेर दक्षिणी राजस्थान के उदयपुर जिले में स्थित प्रमुख लौह भंडार हैं। इसके अतिरिक्त भीलवाड़ा की पुर-बनेड़ा पेटी में भी कम मात्रा में लौह अयस्क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23/75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ताँबा (Copper) अयस्क के भंडारों एवं खनन क्षेत्रों के संबंध में निम्नलिखित कथनों पर विचार कीजिए: A. खेतड़ी-सिंघाना, कोलिहान, चांदमारी और मदन-कुदान झुंझुनूं जिले के प्रमुख ताँबा उत्पादक क्षेत्र हैं। B. खो-दरीबा, भगोनी और प्रतापगढ़ ताँबा खनन क्षेत्र अलवर जिले में स्थित हैं। C. बालेश्वर और नीम का थाना क्षेत्र में तांबे के विशाल नवीन भंडार खोजे गए हैं। D. भारत सरकार का उपक्रम हिंदुस्तान कॉपर लिमिटेड (HCL) खेतड़ी (झुंझुनूं) में 1967 से कार्यरत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24/75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ताँबा उत्पादन और भंडारण में राजस्थान देश में अग्रणी राज्य है। झुंझुनूं जिले की खेतड़ी-सिंघाना पट्टी (80 किमी लम्बी) तांबे की प्राचीनतम खदान है जहाँ मौर्य और हड़प्पा काल से खनन होता रहा है। यहाँ 1967 में अमेरिकी सहयोग से HCL का खेतड़ी कॉपर कॉम्प्लेक्स स्थापित किया गया। अलवर की खो-दरीबा और भगोनी खानें अरावली श्रृंखला में तांबे के प्रमुख स्रोत हैं। सीकर और नीम का थाना की बालेश्वर पट्टी भी तांबे के नए निक्षेपों के लिए जानी जाती है। डूंगरपुर के पादर की पाल में भी तांबा मिलता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24/75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सीसा-जस्ता के प्रमुख खनन क्षेत्रों को उनके संबंधित जिलों के साथ सही सुमेलित कीजिए: सूची-I: सूची-I: A. रामपुरा-आगूचा B. राजपुरा-दरीबा व सिंदेसर खुर्द C. चौथ का बरवाड़ा D. गुढ़ा किशोरीदास सूची-II: 1. भीलवाड़ा 2. राजसमंद 3. सवाई माधोपुर 4. अलवर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25/75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 और जस्ता राजस्थान के सबसे समृद्ध खनिज हैं। भीलवाड़ा जिले का रामपुरा-आगूचा विश्व की सबसे समृद्ध ओपन-कास्ट जस्ता खदानों में शुमार है जहाँ उच्च ग्रेड गैलेना और स्फेलेराइट मिलता है। राजसमंद का राजपुरा-दरीबा और सिंदेसर खुर्द भूमिगत खनन का प्रमुख केंद्र है। सवाई माधोपुर का चौथ का बरवाड़ा ऐतिहासिक सीसा-जस्ता खनन क्षेत्र है। अलवर जिले का गुढ़ा किशोरीदास उत्तरी अरावली का प्रमुख सीसा-जस्ता निक्षेप स्थल है। हिंदुस्तान जिंक लिमिटेड द्वारा इन सभी क्षेत्रों से अयस्क प्राप्त कर चंदेरिया व देबारी स्मेल्टर में शुद्ध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25/75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मैंगनीज (Manganese) अयस्क के भंडारों एवं खनन क्षेत्रों के संदर्भ में निम्नलिखित कथनों पर विचार कीजिए: A. राजस्थान में मैंगनीज के मुख्य भंडार अरावली शैल समूह में बाँसवाड़ा जिले की 22 किमी लम्बी पेटी में केंद्रित हैं। B. लीलवानी, कालाखूंटा, तिम्मामोरी, कांसला, नराड़िया और घाटिया बाँसवाड़ा के प्रमुख मैंगनीज खनन क्षेत्र हैं। C. मैंगनीज का उपयोग मुख्य रूप से इस्पात निर्माण (फेरो-मैंगनीज मिश्र धातु), शुष्क बैटरी और ब्लीचिंग पाउडर में होता है। D. राजस्थान भारत में मैंगनीज उत्पादन में शत-प्रतिशत एकाधिकार रखने वाला एकमात्र राज्य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26/75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मैंगनीज अयस्क (पायरोलुसाइट एवं साइलोमिलेन) राजस्थान के बाँसवाड़ा जिले में प्रमुखता से पाया जाता है। बाँसवाड़ा की लीलवानी, कालाखूंटा, कांसला और तिम्मामोरी खदानें उच्च कोटि के मैंगनीज भंडार के लिए प्रसिद्ध हैं। इसका मुख्य औद्योगिक उपयोग लोहे को जंगरोधी इस्पात बनाने तथा रासायनिक उद्योगों में होता है। कथन D असत्य है क्योंकि भारत में मैंगनीज उत्पादन में मध्य प्रदेश, महाराष्ट्र और ओडिशा अग्रणी राज्य हैं; राजस्थान मैंगनीज में एकाधिकार नहीं रखता (एकाधिकार वोलेस्टोनाइट, सेलेनाइट और तामड़ा में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26/75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टंगस्टन एवं बेरिलियम के प्रमुख उत्पादक क्षेत्रों को उनके संबंधित जिलों से सुमेलित कीजिए: सूची-I: सूची-I: A. डेगाना-भाकरी B. बालदा व आबू रोड C. नाना कराब D. चम्पागुड़ा व शिकारबाड़ी सूची-II: 1. नागौर (रेवत पहाड़ी) 2. सिरोही 3. पाली 4. उदयपुर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27/75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टंगस्टन (वुल्फ्रेमाइट अयस्क) अत्यधिक उच्च गलनांक (3422°C) वाली सामरिक धातु है, जिसका उपयोग बिजली के बल्ब के फिलामेंट और रक्षा उपकरणों में होता है। नागौर के डेगाना की रेवत पहाड़ी भारत की सबसे प्रसिद्ध टंगस्टन खदान रही है। इसके अलावा सिरोही का बालदा तथा पाली का नाना कराब क्षेत्र टंगस्टन के प्रमुख निक्षेप स्थल हैं। बेरिलियम (Beryl) परमाणु ऊर्जा में मॉडरेटर के रूप में प्रयुक्त होने वाला दुर्लभ खनिज है, जो उदयपुर के चम्पागुड़ा, शिकारबाड़ी और बाड़ी सीसारमा तथा जयपुर के गुजरवाड़ा में पाया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27/75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बहुमूल्य रत्नों (पन्ना एवं तामड़ा) के प्रमुख खनन क्षेत्रों को उनके संबंधित जिलों से सुमेलित कीजिए: सूची-I: सूची-I: A. कालागुमान व टिक्की B. गढ़बोर व गुढ़ा C. राजमहल व जनकपुरा D. सरवाड़ व कुशलपुरा सूची-II: 1. राजसमंद (पन्ना / ग्रीन फायर बेल्ट) 2. राजसमंद (पन्ना क्षेत्र) 3. टोंक (तामड़ा / गार्नेट) 4. केकड़ी / अजमेर (तामड़ा क्षेत्र)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28/75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पन्ना (Emerald) को 'हरी अग्नि' (Green Fire) कहा जाता है। राजस्थान में राजसमंद के कालागुमान से अजमेर के बुबानी तक 221 किमी लम्बी 'ग्रीन फायर बेल्ट' फैली हुई है, जहाँ टिक्की, गढ़बोर और गुढ़ा प्रमुख पन्ना खनन स्थल हैं। तामड़ा (Garnet/रक्तमणि) लाल-भूरे रंग का अर्द्ध-कीमती पत्थर है जिसके उत्पादन में राजस्थान का भारत में शत-प्रतिशत एकाधिकार है। टोंक जिले की बनास नदी घाटी में राजमहल, जनकपुरा, कुशलपुरा और कल्याणपुर तथा केकड़ी/अजमेर का सरवाड़ क्षेत्र तामड़ा के विश्व प्रसिद्ध उत्पादक स्थल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28/75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विशिष्ट औद्योगिक एवं रासायनिक खनिजों (पाइराइट्स, वोलेस्टोनाइट, फ्लोराइट) के संदर्भ में निम्नलिखित कथनों पर विचार कीजिए: A. सलादीपुरा (सीकर) भारत में गंधक और सल्फ्यूरिक एसिड निर्माण हेतु पाइराइट्स (Pyrites) का एकमात्र प्रमुख भंडार है। B. वोलेस्टोनाइट के देश के शत-प्रतिशत भंडारों पर राजस्थान का एकाधिकार है, जो सिरोही के बेलका पहाड़ व पाली में पाया जाता है। C. मांडो की पाल (डूंगरपुर) और जालौर जिले में फ्लोराइट (फ्लोरस्पार) के प्रचुर भंडार पाए जाते हैं। D. ये सभी खनिज केवल सजावटी इमारती पत्थरों के रूप में उपयोग किए जाते हैं, इनका कोई औद्योगिक महत्व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29/75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सलादीपुरा (सीकर) में पाइराइट्स का विशाल भंडार है, जिससे रासायनिक उर्वरक और गंधक का तेजाब बनाया जाता है। वोलेस्टोनाइट एक रेशेदार चमकीला खनिज है जो सिरेमिक टाइल्स और पेंट उद्योग में प्रयुक्त होता है; इसके उत्पादन में राजस्थान का 100% एकाधिकार है और सिरोही का बेलका पहाड़ इसका प्रमुख केंद्र है। डूंगरपुर का मांडो की पाल फ्लोराइट का प्रमुख निक्षेप है जो धातु गलन और हाइड्रोफ्लोरिक एसिड बनाने में काम आता है। कथन D असत्य है क्योंकि इन खनिजों का भारी रासायनिक, सिरेमिक और धातुकर्म उद्योगों में व्यापक उपयोग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29/75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मृतिका (Clay) खनिजों को उनके प्रमुख खनन क्षेत्रों के साथ सही सुमेलित कीजिए: सूची-I: सूची-I: A. बेंटोनाइट B. मुल्तानी मिट्टी (Fuller's Earth) C. घिया पत्थर (Soapstone/Steatite) D. चीनी मिट्टी (Kaolin/China Clay) सूची-II: 1. गिरल, हाथी की ढाणी व शिव (बाड़मेर) 2. कपूरडी, मोकासर (बाड़मेर) व पलाना (बीकानेर) 3. दागोटा-झरना (दौसा) व देवपुरा (उदयपुर) 4. नीम का थाना व कोटड़ी (सीकर)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30/75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बेंटोनाइट जल को सोखकर फूलने वाली चिकनी मिट्टी है जिसका उपयोग तेल के कुओं की ड्रिलिंग मड और फाउंड्री में होता है; बाड़मेर के गिरल, शिव और हाथी की ढाणी इसके प्रमुख क्षेत्र हैं। मुल्तानी मिट्टी (फुलर्स अर्थ) बाड़मेर के कपूरडी, मोकासर और बीकानेर के पलाना में पाई जाती है। घिया पत्थर (सोपस्टोन) टेलकम पाउडर और कीटनाशक बनाने में प्रयुक्त होता है; दौसा का दागोटा-झरना और उदयपुर का देवपुरा-घेवरिया इसके सबसे बड़े भंडार हैं। चीनी मिट्टी (कैओलिन) सिरेमिक और बर्तनों के लिए प्रसिद्ध है जो नीम का थाना (सीकर) में बहुतायत में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30/75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पश्चिमी राजस्थान के हाइड्रोकार्बन पेट्रोलियम बेसिन एवं प्रमुख तेल-गैस कुओं के संदर्भ में निम्नलिखित कथनों पर विचार कीजिए: A. बाड़मेर-सांचोर बेसिन में मंगला, भाग्यम, ऐश्वर्या, सरस्वती, कामेश्वरी, विजया और वंदना प्रमुख कच्चे तेल के कुएँ हैं। B. जैसलमेर बेसिन में घोटारू, तनोट, मनिहारी टिब्बा, डांडेवाला और शाहगढ़ प्रमुख प्राकृतिक गैस उत्पादक क्षेत्र हैं। C. घोटारू (जैसलमेर) में प्राकृतिक गैस के साथ दुर्लभ हीलियम गैस के भंडार भी प्राप्त हुए हैं। D. राजस्थान में उत्पादित कच्चे तेल को गुजरात के जामनगर स्थित रिलायंस रिफाइनरी को निर्यात करना कानूनी रूप से प्रतिबंधित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31/75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 4 पेट्रोलियम बेसिन 14 जिलों के 1.5 लाख वर्ग किमी में फैले हैं। बाड़मेर-सांचोर बेसिन में मंगला (अगस्त 2009 से तेल उत्पादन), भाग्यम, ऐश्वर्या, विजया, वंदना और शक्ति प्रमुख तेल क्षेत्र हैं। जैसलमेर बेसिन मुख्य रूप से प्राकृतिक गैस के लिए जाना जाता है जहाँ मनिहारी टिब्बा, तनोट, डांडेवाला और घोटारू स्थित हैं। घोटारू में हीलियम गैस के निक्षेप भी मिले हैं। कथन D असत्य है क्योंकि बाड़मेर से सलाया-मथुरा और जामनगर पाइपलाइन के जरिए कच्चे तेल का परिवहन होता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31/75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लिग्नाइट कोयला खनन क्षेत्रों को उनके संबंधित जिलों के साथ सही सुमेलित कीजिए: सूची-I: सूची-I: A. पलाना, बरसिंगसर व गुढ़ा B. कपूरडी, जालीपा व गिरल C. मेड़ता रोड, कसनाऊ व इग्यार D. रानेरी व हाडला सूची-II: 1. बीकानेर 2. बाड़मेर / बालोतरा 3. नागौर 4. बीकानेर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32/75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टर्शरी काल का लिग्नाइट (भूरा कोयला) पाया जाता है। बीकानेर जिले का पलाना विश्व प्रसिद्ध लिग्नाइट खनन क्षेत्र रहा है; इसके अलावा बरसिंगसर, गुढ़ा, रानेरी और हाडला बीकानेर के प्रमुख कोयला क्षेत्र हैं। बाड़मेर में कपूरडी, जालीपा और गिरल क्षेत्र लिग्नाइट आधारित थर्मल पावर प्लांट्स को कोयला आपूर्ति करते हैं। नागौर जिले में मेड़ता रोड, कसनाऊ और इग्यार लिग्नाइट के प्रमुख भंडार हैं। गिरल में लिग्नाइट गैसीकरण तकनीक पर आधारित राज्य का पहला संयंत्र स्थापित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32/75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गोवंश (Cattle) की प्रमुख देशी नस्लों को उनके विशिष्ट प्रजनन क्षेत्रों के साथ सही सुमेलित कीजिए: सूची-I: सूची-I: A. राठी (कामधेनु) B. थारपारकर (मालाणी) C. गिर (अजमेरा / रेण्डा) D. कांकरेज (सांचोरी) सूची-II: 1. बीकानेर, श्रीगंगानगर व जैसलमेर 2. बाड़मेर व जैसलमेर (पश्चिमी सीमांत) 3. अजमेर, भीलवाड़ा व चित्तौड़गढ़ 4. जालोर, सांचोर, पाली व सिरोही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33/75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राठी गाय लाल सिंधी और साहीवाल की संकर नस्ल है जो अत्यधिक दूध देने के कारण 'राजस्थान की कामधेनु' कहलाती है (बीकानेर, गंगानगर)। थारपारकर पाकिस्तान के सिंध प्रांत से जुड़ी मूल नस्ल है जो बाड़मेर के मालाणी क्षेत्र में शुद्ध रूप से मिलती है। गिर गाय गुजरात के गिर जंगलों से संबंधित है जिसे राजस्थान में अजमेरा या रेण्डा कहते हैं। कांकरेज द्विप्रयोजनीय (दूध व भारवाही) भारी नस्ल है जो सवाई चाल के लिए प्रसिद्ध है और सांचोर-जालोर क्षेत्र में पाई जाती है। इसके अलावा मालवी नस्ल हाड़ौती में तथा नागौरी बैल विश्व प्रसिद्ध भारवाही नस्ल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33/75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भेड़ (Sheep) की प्रमुख नस्लों एवं उनकी ऊन उत्पादन विशेषताओं के संदर्भ में निम्नलिखित कथनों पर विचार कीजिए: A. चोकला नस्ल की भेड़ शेखावाटी अंचल में पाई जाती है और इसकी महीन ऊन के कारण इसे 'भारत की मेरीनो' कहा जाता है। B. मगरा (बीकानेरी चकरी) नस्ल की भेड़ बीकानेर में पाई जाती है और इसकी ऊन से विश्व प्रसिद्ध बीकानेरी गलीचे बनाए जाते हैं। C. नाली नस्ल की भेड़ श्रीगंगानगर, हनुमानगढ़ व घग्घर क्षेत्र में पाई जाती है जो लम्बे रेशे की पीली ऊन देती है। D. सोनाड़ी (चनोथर) भेड़ कोटा और झालावाड़ के घने जंगलों में पाई जाने वाली सबसे भारी ऊन उत्पादक नस्ल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34/75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चोकला भेड़ शेखावाटी (सीकर, चूरू, झुंझुनूं) में मिलती है जिसकी ऊन उत्तम गुणवत्ता की होने के कारण इसे 'भारतीय मेरीनो' कहते हैं। मगरा (चकरी) बीकानेर, नागौर में मिलती है जिसकी ऊन मोटी और मजबूत होने से कालीन (Carpet) उद्योग के लिए सर्वश्रेष्ठ मानी जाती है। नाली घग्घर के नहरी क्षेत्र में पाई जाती है। कथन D असत्य है क्योंकि सोनाड़ी (जिसे चरते समय कान जमीन को छूने के कारण 'चनोथर' कहते हैं) कोटा-झालावाड़ में नहीं, बल्कि दक्षिणी राजस्थान के मेवाड़ क्षेत्र (उदयपुर, डूंगरपुर, बाँसवाड़ा, चित्तौड़गढ़) में पाई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34/75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बकरी एवं ऊंट की प्रमुख नस्लों को उनकी विशेषताओं के साथ सही सुमेलित कीजिए: सूची-I: सूची-I: A. जखराना (अलवर) B. बारबरी (बरी) C. नाचना ऊंट D. गोमठ ऊंट सूची-II: 1. सर्वाधिक दूध देने वाली, बड़ी कद-काठी की बकरी 2. सुंदर, शहरी घरों में पालने योग्य, वर्ष में दो बार ब्याने वाली 3. जैसलमेर का विश्व प्रसिद्ध तेज दौड़ने व सुंदरता हेतु विख्यात ऊंट 4. फलोदी/जोधपुर का प्रसिद्ध बोझा ढोने (भारवाही) वाला ऊंट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35/75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जखराना बकरी अलवर जिले के बहरोड़-जखराना क्षेत्र की नस्ल है जो प्रतिदिन 5-6 लीटर तक दूध देती है। बारबरी बकरी सुंदर छोटे आकार और भूरे-सफेद चकत्तों वाली होती है जो डेयरी फार्मिंग के लिए आदर्श है। नाचना (जैसलमेर) अपनी मध्यम कद-काठी, फुर्तीलेपन और आकर्षक बनावट के कारण BSF जवानों की गश्त और सवारी के लिए विश्व प्रसिद्ध है। गोमठ (फलोदी) अपनी भारी ताकत और सहनशीलता के कारण मरुस्थल में भार ढोने के लिए जाना जाता है। बीकानेरी ऊंट सामान्य बोझा ढोने हेतु सबसे लोकप्रिय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35/75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भैंस की नस्लों एवं पशु स्वास्थ्य के संदर्भ में निम्नलिखित कथनों पर विचार कीजिए: A. मुर्रा (खुंडी) राजस्थान में सर्वाधिक दूध देने वाली सर्वश्रेष्ठ भैंस की नस्ल है, जो जयपुर, अलवर और भरतपुर में पाई जाती है। B. सूरती और जाफराबादी नस्लें दक्षिणी एवं दक्षिण-पश्चिमी राजस्थान (उदयपुर, डूंगरपुर) में पाई जाती हैं। C. भदावरी भैंस के दूध में वसा (Fat) की मात्रा सर्वाधिक (12% से 13% तक) पाई जाती है। D. 'सर्रा' (तिबरसा) रोग मुख्य रूप से केवल मुर्गियों में पाया जाने वाला एक संक्रामक जीवाणु जनित रोग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36/75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मुर्रा भैंस (हरियाणा मूल) गहरे काले रंग और मुड़े हुए सींगों के कारण 'खुंडी' कहलाती है और राज्य में दुग्ध उत्पादन का मुख्य आधार है। सूरती (गुजरात मूल) उदयपुर व चित्तौड़गढ़ में पाई जाती है। भदावरी भैंस तांबे जैसे बादामी रंग की होती है और इसके दूध में सबसे अधिक वसा पाई जाती है। कथन D पूर्णतः असत्य है क्योंकि 'सर्रा' या 'तिबरसा' (Surra) रोग मुर्गियों का नहीं, बल्कि प्रोटोजोआ (Trypanosoma evansi) द्वारा मक्खियों के काटने से 'ऊंटों' में होने वाला सबसे घातक तीन वर्षीय जानलेवा रोग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36/75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राज्य स्तरीय पशु मेलों को उनके आयोजक स्थलों व जिलों से सही सुमेलित कीजिए: सूची-I: सूची-I: A. श्री मल्लीनाथ पशु मेला B. श्री वीर तेजाजी पशु मेला C. श्री बलदेव पशु मेला D. चंद्रभागा पशु मेला सूची-II: 1. तिलवाड़ा (बालोतरा/बाड़मेर) 2. परबतसर (डीडवाना-कुचामन/नागौर) 3. मेड़ता सिटी (नागौर) 4. झालरापाटन (झालावाड़)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37/75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पशुपालन विभाग द्वारा 10 राज्य स्तरीय पशु मेलों का आयोजन किया जाता है। मल्लीनाथ पशु मेला तिलवाड़ा में लूनी नदी के किनारे चैत्र कृष्ण एकादशी से भरता है जहाँ थारपारकर व कांकरेज नस्लें आती हैं। वीर तेजाजी पशु मेला परबतसर में श्रावण पूर्णिमा से भाद्रपद अमावस्या तक नागौरी बैलों की बिक्री हेतु लगता है (आय की दृष्टि से सबसे बड़ा मेला)। बलदेव पशु मेला मेड़ता सिटी में चैत्र शुक्ल एकम से भरता है। चंद्रभागा पशु मेला झालरापाटन में कार्तिक पूर्णिमा को मालवी नस्ल के पशुओं हेतु आयोजित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37/75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20वीं पशुधन गणना (2019) के आधिकारिक निष्कर्षों के संदर्भ में निम्नलिखित कथनों पर विचार कीजिए: A. राजस्थान में कुल पशुधन संख्या 56.8 मिलियन (568.01 लाख) दर्ज की गई, जो 2012 की तुलना में 1.66% की कमी दर्शाती है। B. राजस्थान भारत में कुल पशुधन संख्या की दृष्टि से उत्तर प्रदेश के बाद द्वितीय स्थान (10.60%) पर है। C. राजस्थान में बकरियों की संख्या (20.84 मिलियन) देश में सर्वाधिक (14%) है। D. 2012 से 2019 के मध्य राजस्थान में गधों और ऊंटों की संख्या में 50% से अधिक की तीव्र वृद्धि दर्ज की गई।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20वीं पशुधन गणना 2019 डिजिटल माध्यम से आयोजित की गई थी। राज्य में कुल पशुधन 56.8 मिलियन है (2012 के 57.7 मिलियन से 1.66% की गिरावट)। राजस्थान ऊंटों (84.43% देश का कुल) तथा बकरियों (14%) में देश में प्रथम स्थान पर है; भैंसों में द्वितीय और भेड़ों में चतुर्थ स्थान पर है। कथन D असत्य है क्योंकि 2012 से 2019 के मध्य गधों की संख्या में -71.31% तथा ऊंटों की संख्या में -34.69% की भारी ऋणात्मक गिरावट (कमी) दर्ज की गई, न कि वृद्धि।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श्वेत क्रांति (ऑपरेशन फ्लड) के तहत त्रि-स्तरीय सहकारी डेयरी संरचना के शीर्ष निकाय के रूप में 'राजस्थान सहकारी डेयरी फेडरेशन' (RCDF) की स्थापना किस वर्ष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1977-78 ई.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1985 ई.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1991 ई.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1969 ई.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39/75</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वर्ष 1977-78 ई.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1985 ई.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1991 ई.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1969 ई.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डेयरी विकास का व्यवस्थित आरंभ 1975 में राजस्थान राज्य डेयरी विकास निगम (RDDCL) के गठन से हुआ। तत्पश्चात आनंद (अमूल) मॉडल की तर्ज पर त्रि-स्तरीय सहकारी ढांचे (ग्राम स्तर पर प्राथमिक दुग्ध उत्पादक सहकारी समिति -&gt; जिला स्तर पर जिला दुग्ध उत्पादक सहकारी संघ -&gt; राज्य स्तर पर शीर्ष फेडरेशन) के संचालन हेतु वर्ष 1977-78 में 'राजस्थान सहकारी डेयरी फेडरेशन' (RCDF) की स्थापना जयपुर में की गई। RCDF द्वारा 'सरस' (SARAS) ब्रांड नाम से दूध एवं दुग्ध उत्पादों का विपणन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39/75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स्थित प्रमुख केंद्रीय एवं राज्य पशु अनुसंधान व प्रजनन केंद्रों को सुमेलित कीजिए: सूची-I: सूची-I: A. केंद्रीय भेड़ एवं ऊन अनुसंधान संस्थान (CSWRI) B. राष्ट्रीय ऊंट अनुसंधान केंद्र (NRCC) C. केंद्रीय अश्व प्रजनन केंद्र D. राष्ट्रीय पशु आनुवंशिक संसाधन ब्यूरो उपकेंद्र सूची-II: 1. अविकानगर (मालपुरा, टोंक) 2. जोहड़बीड़ (बीकानेर) 3. जोहड़बीड़ (बीकानेर) 4. नोहर (हनुमानगढ़)</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40/75</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अविकानगर (टोंक) में 1962 में स्थापित CSWRI भेड़ व ऊन अनुसंधान का देश का शीर्ष संस्थान है जहाँ 'अविलीन' व 'अविवस्त्र' संकर भेड़ें विकसित की गईं। जोहड़बीड़ (बीकानेर) में 1984 में राष्ट्रीय ऊंट अनुसंधान केंद्र तथा यहीं केंद्रीय अश्व प्रजनन केंद्र (अश्व फार्म) स्थित हैं। हनुमानगढ़ के नोहर में राठी व थारपारकर गोवंश का क्षेत्रीय केंद्र है। इसके अलावा झालावाड़ के डग में मालवी गोवंश तथा कुम्हेर (भरतपुर) में मुर्रा भैंस प्रजनन केंद्र स्थापित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40/75</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भील जनजाति की सामाजिक शब्दावली, वेशभूषा एवं संस्कृति के संदर्भ में निम्नलिखित कथनों पर विचार कीजिए: A. भीलों के घरों को 'कु' या 'टापरा' कहा जाता है तथा अनेक घरों के समूह व बड़े गाँव को 'पाल' कहते हैं। B. पाल के मुखिया को 'गमेती' तथा गाँव के छोटे मुखिया को 'तदवी' या 'पालवी' कहा जाता है। C. भील पुरुषों द्वारा पहनी जाने वाली तंग धोती को 'ठेपाड़ा/देपाड़ा' तथा सिर के साफे को 'पोत्या' कहते हैं। D. 'कछावू' भील पुरुषों द्वारा विवाह के अवसर पर पहना जाने वाला विशेष मांगलिक साफा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41/75</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भील राजस्थान की प्राचीनतम एवं दूसरी सबसे बड़ी जनजाति है। इनके घरों को कु या टापरा कहते हैं और गाँव/पाल के मुखिया को गमेती कहा जाता है। भील पुरुषों की तंग धोती को देपाड़ा तथा कमर के साफे को फालू कहते हैं। आपातकाल में भील 'फाइरे-फाइरे' रणघोष करते हैं। कथन D असत्य है क्योंकि 'कछावू' पुरुषों का साफा नहीं, बल्कि भील महिलाओं द्वारा घुटनों तक पहना जाने वाला लाल और काले रंग का पारंपरिक घाघरा है। विवाह के अवसर पर दुल्हन द्वारा पहनी जाने वाली पीली साड़ी को 'पीरिया' तथा लाल साड़ी को 'सिंदूरी' कहते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41/75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गरासिया जनजाति के विवाह प्रकारों एवं रीति-रिवाजों को उनकी विशेषताओं के साथ सही सुमेलित कीजिए: सूची-I: सूची-I: A. मोर बांधिया विवाह B. पहरावणा विवाह C. ताणणा विवाह D. हेलरो सूची-II: 1. ब्रह्म विवाह के समान, फेरे व तोरण बाँधकर विधिवत विवाह 2. नाममात्र के फेरे (ब्राह्मण के बिना), वधु को कपड़े-गहने पहनाकर 3. वर पक्ष द्वारा कन्या पक्ष को वधु मूल्य (दापा) देकर विवाह 4. गरासिया समाज की विकास एवं पारस्परिक सहयोग की संस्था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42/75</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गरासिया जनजाति (तीसरी बड़ी जनजाति, मुख्य रूप से सिरोही के आबू रोड व पिंडवाड़ा) में तीन प्रकार के विवाह मुख्य रूप से प्रचलित हैं: (1) मोर बांधिया - जो हिंदू रीति-रिवाज के अनुसार तोरण व फेरे लेकर संपन्न होता है और सबसे प्रतिष्ठित माना जाता है; (2) पहरावणा - जिसमें नाममात्र के फेरे होते हैं और वर वधु को कपड़े पहनाकर ले जाता है; (3) ताणणा - जिसमें वर पक्ष कन्या पक्ष को दापा (वधु मूल्य) चुकाकर विवाह करता है। 'हेलरो' गरासिया समाज की एक अनूठी सहकारी एवं सामाजिक विकास संस्था है जो सामूहिक कार्यों में सहयोग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42/75</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'सहरिया जनजाति' (Sahariya Tribe) की सामाजिक एवं भौगोलिक विशेषताओं के संदर्भ में निम्नलिखित कथनों पर विचार कीजिए: A. सहरिया राजस्थान की एकमात्र ऐसी जनजाति है जिसे भारत सरकार द्वारा 'आदिम जनजाति समूह' (PVTG) में शामिल किया गया है। B. यह जनजाति मुख्य रूप से बारां जिले की शाहाबाद और किशनगंज तहसीलों में 99% से अधिक संकेंद्रित है। C. सहरिया बस्ती को 'सहराना' तथा इनके गाँव के केंद्र में स्थित सामूहिक बैठका/चौपाल को 'हताई' या 'बंगला' कहा जाता है। D. सहरिया समाज में मृतक की अस्थियों को विसर्जित करने के बाद 'धारी संस्कार' द्वारा पुनर्जन्म का अनुमान लगाया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43/75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सहरिया जनजाति अपनी विशिष्ट सामाजिक संरचना के लिए जानी जाती है। यह राजस्थान की एकमात्र PVTG (Particularly Vulnerable Tribal Group) है जो बारां जिले की शाहाबाद और किशनगंज तहसीलों में निवास करती है। इनकी बस्ती को सहराना, गाँव को सहरोल तथा मुखिया को 'कोतवाल' कहते हैं। सार्वजनिक चौपाल को हताई या बंगला कहते हैं। सहरिया समाज में मृत्यु के तीसरे दिन राख पर पदचिह्न देखकर अगले जन्म का अनुमान लगाने की 'धारी संस्कार' प्रथा अत्यंत प्रसिद्ध है। सीताबाड़ी (केलनवाड़ा, बारां) का मेला सहरिया जनजाति का कुंभ कहलाता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43/75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जनजातीय मेलों को उनके आयोजक स्थलों व जनजातियों से सही सुमेलित कीजिए: सूची-I: सूची-I: A. बेणेश्वर मेला B. सीताबाड़ी मेला C. घोटिया अम्बा मेला D. मनखारो मेलो सूची-II: 1. नवाटापुरा (डूंगरपुर) - भील जनजाति का महाकुंभ 2. केलवाड़ा (बारां) - सहरिया जनजाति का कुंभ 3. बागीदौरा (बांसवाड़ा) - भील जनजाति का आस्था केंद्र 4. भाकर (आबू रोड, सिरोही) - गरासिया जनजाति का मेला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44/75</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बेणेश्वर मेला सोम, माही व जाखम के त्रिवेणी संगम (डूंगरपुर) पर माघ पूर्णिमा को भरता है जहाँ संत मावजी के निष्कलंक धाम पर शिवलिंग की पूजा होती है। सीताबाड़ी मेला (बारां) ज्येष्ठ अमावस्या को लगता है जहाँ वाल्मीकि आश्रम व सीता कुण्ड स्थित हैं। घोटिया अम्बा मेला (बांसवाड़ा) चैत्र अमावस्या को पांडवों की तपोस्थली पर भरता है जिसे भीलों का दूसरा बड़ा तीर्थ माना जाता है। मनखारो मेलो आबू रोड (सिरोही) के भाकर क्षेत्र में गरासिया जनजाति का सबसे बड़ा लोक 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44/75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डामोर, कंजर एवं सांसी जनजातियों की विशिष्ट प्रथाओं के संदर्भ में निम्नलिखित कथनों पर विचार कीजिए: A. डामोर जनजाति मुख्यतः डूंगरपुर जिले की सीमलवाड़ा पंचायत समिति में निवास करती है जहाँ पुरुष भी महिलाओं की तरह गहने पहनते हैं। B. कंजर जनजाति अपराध या चोरी करने से पूर्व देवताओं से आशीर्वाद लेने हेतु 'पाती मांगना' (Paati Mangna) की रस्म निभाती है। C. सांसी जनजाति में विवाह के अवसर पर नववधू के चरित्र की पवित्रता की परीक्षा लेने हेतु 'कूकड़ी प्रथा' (Kookdi Pratha) प्रचलित है। D. बीजा और माला डामोर जनजाति की दो प्रमुख सामाजिक उपजातियां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45/75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डामोर जनजाति गुजरात सीमा पर सीमलवाड़ा (डूंगरपुर) में केंद्रित है जिसे 'डामोरिया क्षेत्र' कहते हैं; इनके प्रमुख मेले छैला बावजी का मेला (पंचमहल) और ग्यारस की रेवाड़ी मेला (डूंगरपुर) हैं। कंजर जनजाति हाड़ौती में पाई जाती है जो चौथ माता और हनुमान जी से पाती मांगते हैं तथा हाकम राजा का प्याला पीकर कभी झूठ नहीं बोलते। सांसी जनजाति भरतपुर में पाई जाती है जहाँ कूकड़ी प्रथा प्रचलित है। कथन D असत्य है क्योंकि 'बीजा' और 'माला' डामोर की नहीं, बल्कि सांसी जनजाति की दो प्रमुख उपजातियां/खांपें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45/75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कौन-सी जनजाति खैर (Acacia catechu) के वृक्षों से हांडी प्रणाली द्वारा पारंपरिक रूप से 'कत्था' तैयार करने में विशेषज्ञ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काथोड़ी जनजाति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सहरिया जनजाति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गरासिया जनजाति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डामोर जनजाति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46/75</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काथोड़ी जनजाति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सहरिया जनजाति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गरासिया जनजाति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डामोर जनजाति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काथोड़ी जनजाति मूलतः महाराष्ट्र के खानदेश की रहने वाली है, जिसे उदयपुर, डूंगरपुर और बारां के जंगलों में खैर के वृक्षों से कत्था निकालने हेतु लाया गया था। कत्था बनाने के व्यवसाय के कारण ही इन्हें 'काथोड़ी' कहा गया। इस जनजाति की महिलाएं मराठी शैली में साड़ी पहनती हैं जिसे 'फड़का' कहा जाता है। काथोड़ी समाज में पुरुषों और महिलाओं द्वारा मिलकर शराब पीने का सामाजिक रिवाज है। इनके मुखिया को 'नायक' कहा जाता है और यह जनजाति जंगलों में महुआ व कंदमूल पर निर्भर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46/75</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विभिन्न जनजातियों के सर्वाधिक भौगोलिक संकेन्द्रण वाले जिलों को सही सुमेलित कीजिए: सूची-I: सूची-I: A. सहरिया B. गरासिया C. डामोर D. सांसी सूची-II: 1. बारां (शाहाबाद एवं किशनगंज) 2. सिरोही (आबू रोड एवं पिंडवाड़ा) 3. डूंगरपुर (सीमलवाड़ा) 4. भरतपुर एवं झुंझुनूं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47/75</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जनजातियों का भौगोलिक वितरण अत्यधिक विशिष्ट क्षेत्रों में केंद्रित है। सहरिया जनजाति बारां जिले की शाहाबाद और किशनगंज तहसीलों में 99% निवास करती है। गरासिया जनजाति सिरोही जिले के भाकर क्षेत्र (आबू रोड व पिंडवाड़ा) तथा समीपवर्ती पाली-उदयपुर में केंद्रित है। डामोर जनजाति डूंगरपुर के सीमलवाड़ा में पाई जाती है। सांसी जनजाति पूर्वी राजस्थान के भरतपुर, धौलपुर तथा झुंझुनूं में प्रमुखता से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47/75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जनजातियों द्वारा की जाने वाली पारंपरिक 'झूमिंग / स्थानांतरित कृषि' (Shifting Agriculture) के संदर्भ में निम्नलिखित कथनों पर विचार कीजिए: A. दक्षिणी राजस्थान के पहाड़ी एवं आदिवासी अंचलों में स्थानांतरित कृषि को सामान्यतः 'वालरा' (Valra) कहा जाता है। B. भील जनजाति द्वारा वनों को जलाकर मैदानी भागों में की जाने वाली स्थानांतरित कृषि को 'दजिया' (Dajiya) कहते हैं। C. भील जनजाति द्वारा पहाड़ी ढलानों पर वनों को काटकर की जाने वाली कृषि को 'चिमाता' (Chimata) कहते हैं। D. वालरा कृषि राजस्थान के शुष्क मरुस्थलीय जिलों जैसे जैसलमेर व बीकानेर की सबसे प्रमुख वैज्ञानिक कृषि पद्धति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48/75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वालरा दक्षिणी राजस्थान (उदयपुर, डूंगरपुर, बांसवाड़ा, प्रतापगढ़) के आदिवासी समुदायों द्वारा वनों को जलाकर की जाने वाली आदिम झूमिंग कृषि है। जब यह कृषि पहाड़ी ढलानों पर की जाती है तो इसे 'चिमाता' कहते हैं, और जब यह वनों को साफ करके समतल मैदानी भागों में की जाती है तो इसे 'दजिया' कहा जाता है। पर्यावरण की दृष्टि से यह वनों के विनाश और मृदा अपरदन का कारण बनती है, अतः सरकार द्वारा इसे हतोत्साहित किया जा रहा है। कथन D असत्य है क्योंकि मरुस्थलीय जिलों में वालरा नहीं, बल्कि शुष्क बारानी खेती की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48/75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सबसे बड़ी जनजाति 'मीणा' (Meena Tribe) के सामाजिक एवं ऐतिहासिक संदर्भ में निम्नलिखित कथनों पर विचार कीजिए: A. मीणा जनजाति की उत्पत्ति संस्कृत शब्द 'मीन' (मत्स्य) से मानी जाती है और यह भगवान विष्णु के मत्स्य अवतार के वंशज माने जाते हैं। B. जैन मुनि मगन सागर जी ने मीणा जनजाति का प्रामाणिक इतिहास 'मीन पुराण' नामक ग्रंथ में संकलित किया था। C. मीणा समाज ऐतिहासिक दृष्टि से दो प्रमुख वर्गों- 'जमींदार मीणा' (कृषक वर्ग) तथा 'चौकीदार मीणा' (राजमहलों व दुर्गों के रक्षक) में बंटा रहा है। D. ब्रिटिश काल में मीणा जनजाति पर नियंत्रण हेतु 1930 में कुख्यात 'जरायम पेशा कानून' (Criminal Tribes Act) लागू किया गया था जिसे 1952 में समाप्त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49/75</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मीणा राजस्थान की सर्वाधिक साक्षर, समृद्ध और सबसे बड़ी जनजाति है जो मुख्य रूप से जयपुर, दौसा, सवाई माधोपुर, करौली और अलवर में केंद्रित है। मुनि मगन सागर की अध्यक्षता में 1944 में नीम का थाना में विशाल मीणा सम्मेलन हुआ था जहाँ 'मीन पुराण' के आधार पर समाज सुधार की दिशा तय हुई। ब्रिटिश काल में 1930 में जरायम पेशा कानून के तहत 12 वर्ष से अधिक आयु के प्रत्येक मीणा स्त्री-पुरुष को थाने में रोजाना हाजिरी देना अनिवार्य किया गया था, जिसके विरुद्ध लंबा आंदोलन चला और अंततः 1952 में टीकाराम पालीवाल सरकार द्वारा इसे पूर्णतः रद्द किया गया।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49/75</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जनगणना के अनुसार राजस्थान की कुल जनजातीय जनसंख्या में सर्वाधिक तथा द्वितीय सर्वाधिक प्रतिशत हिस्सा किन दो जनजातियों का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 मीणा (लगभग 53%) एवं द्वितीय भील (लगभग 39%)</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 भील एवं द्वितीय गरासिया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 सहरिया एवं द्वितीय मीणा</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 गरासिया एवं द्वितीय डामोर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50/75</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प्रथम मीणा (लगभग 53%) एवं द्वितीय भील (लगभग 39%)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प्रथम भील एवं द्वितीय गरासिया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प्रथम सहरिया एवं द्वितीय मीणा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प्रथम गरासिया एवं द्वितीय डामोर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की कुल जनजातीय जनसंख्या 92.38 लाख है। इसमें अकेले 'मीणा' जनजाति का हिस्सा लगभग 53.4% (सर्वाधिक) है जो पूर्वी व मध्य राजस्थान में निवास करते हैं। द्वितीय स्थान पर 'भील' जनजाति है जो कुल जनजातीय आबादी का लगभग 39.2% है और दक्षिणी अरावली में केंद्रित है। इन दोनों जनजातियों को मिलाकर राजस्थान की कुल जनजातीय आबादी का 92% से अधिक भाग बनता है। इसके बाद गरासिया (लगभग 3.5%), सहरिया (लगभग 1.2%), डामोर और अन्य जनजातियों का स्थान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50/75</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सूखा एवं मरु विकास कार्यक्रमों (DPAP एवं DDP) के वित्तीय ढांचे एवं संचालन के संदर्भ में निम्नलिखित कथनों पर विचार कीजिए: A. 'सूखा संभाव्य क्षेत्र कार्यक्रम' (DPAP) 1974-75 में केंद्र सरकार द्वारा 8 जिलों के 32 विकास खंडों में शुरू किया गया था। B. 'मरु विकास कार्यक्रम' (DDP) 1977-78 में 16 मरुस्थलीय जिलों के 85 विकास खंडों में प्रारंभ किया गया था। C. 1 अप्रैल 1999 से DPAP एवं DDP दोनों कार्यक्रमों में केंद्र और राज्य सरकार का वित्तीय अनुपात 75:25 निर्धारित है। D. ये दोनों कार्यक्रम वर्तमान में पूर्णतः बंद कर दिए गए हैं और राज्य में सूखा प्रबंधन का कोई कार्यक्रम संचालित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51/75</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DPAP 1974-75 में जल, वन और भूमि के विकास तथा सूखे के प्रभाव को कम करने हेतु शुरू किया गया था। DDP 1977-78 में राष्ट्रीय कृषि आयोग की सिफारिश पर थार मरुस्थल के प्रसार को रोकने हेतु 16 मरुस्थलीय जिलों में प्रारंभ हुआ। प्रारंभ में DDP शत-प्रतिशत केंद्र प्रवर्तित था, लेकिन 1999 से दोनों कार्यक्रमों का वित्तीय पोषण 75% केंद्र तथा 25% राज्य सरकार द्वारा वहन किया जाता है। अब इन्हें 'प्रधानमंत्री कृषि सिंचाई योजना-वॉटरशेड विकास' (WDC-PMKSY) के अंतर्गत समेकित कर संचालित किया जा रहा है। कथन D असत्य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51/75</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शुष्क पारिस्थितिकी एवं पर्यावरण संरक्षण से संबंधित प्रमुख राष्ट्रीय संस्थानों को उनके स्थापना वर्ष से सुमेलित कीजिए: सूची-I: सूची-I: A. केंद्रीय शुष्क क्षेत्र अनुसंधान संस्थान (CAZRI - काजरी) B. शुष्क वन अनुसंधान संस्थान (AFRI - आफरी) C. केंद्रीय शुष्क बागवानी संस्थान (CIAH) D. राजस्थान राज्य प्रदूषण नियंत्रण बोर्ड (RSPCB) सूची-II: 1. 1959 ई. (जोधपुर) 2. 1988 ई. (जोधपुर) 3. 1993 ई. (बीछवाल, बीकानेर) 4. 7 फरवरी 1975 ई. (जयपुर)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52/75</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काजरी (CAZRI) 1952 के मरु वनीकरण केंद्र से विकसित होकर 1959 में ICAR के तहत एक पूर्ण अनुसंधान संस्थान बना। आफरी (AFRI) 1988 में पर्यावरण एवं वन मंत्रालय (ICFRE) द्वारा वानिकी अनुसंधान हेतु जोधपुर में स्थापित हुआ। CIAH 1993 में बीकानेर के बीछवाल में शुष्क फलों (बेर, खजूर, गोंदा, अनार) के विकास हेतु स्थापित किया गया। राजस्थान राज्य प्रदूषण नियंत्रण बोर्ड जल (प्रदूषण निवारण एवं नियंत्रण) अधिनियम 1974 के तहत 7 फरवरी 1975 को स्थापित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52/75</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मौसम विज्ञान विभाग (IMD) के मानकों के अनुसार राजस्थान में सूखे के वर्गीकरण एवं मापदंडों के संदर्भ में निम्नलिखित कथनों पर विचार कीजिए: A. जब किसी क्षेत्र में मौसमी वर्षा सामान्य औसत से 25% से कम होती है, तो उसे 'सूखे की स्थिति' नहीं माना जाता है। B. जब वर्षा में 26% से 50% की कमी होती है, तो उसे 'मध्यम सूखा' (Moderate Drought) कहा जाता है। C. जब वर्षा में दीर्घावधि सामान्य औसत से 50% से अधिक की कमी दर्ज की जाती है, तो उसे 'भयंकर / गंभीर सूखा' (Severe Drought) कहा जाता है। D. पश्चिमी राजस्थान में 8 वर्षों में औसतन कम से कम एक बार सूखे की पुनरावृत्ति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53/75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IMD द्वारा वर्षा विचलन (Rainfall Deficit) के आधार पर सूखे को वर्गीकृत किया जाता है: 0 से 25% कमी = सामान्य मौसम; 26% से 50% कमी = मध्यम सूखा (Moderate); तथा 50% से अधिक कमी = गंभीर/भयंकर सूखा (Severe Drought)। राजस्थान में जलवायु की अनिश्चितता के कारण अकाल को 'स्थायी अतिथि' कहा जाता है। राज्य के जैसलमेर और बाड़मेर जिलों में औसतन हर 2.5 से 3 वर्ष में तथा पूर्वी राजस्थान में 5 से 8 वर्षों में सूखे की स्थिति बनती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53/75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21वीं सदी के दौरान राजस्थान में किस कृषि वर्ष में राज्य के सभी 32 जिले अकाल एवं भयंकर सूखे की चपेट में आ गए थे, जिसे 'सहसा-भूदशा' (छप्पनिया जैसा महा-अकाल) कहा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2002-2003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2009-2010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2015-2016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2018-2019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54/75</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वर्ष 2002-2003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2009-2010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2015-2016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2018-2019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2002-03 का अकाल राजस्थान के आधुनिक इतिहास का सबसे भीषण 'त्रिकाल' (अन्न, जल और चारे का एक साथ संकट) था। इस वर्ष राज्य के सभी 32 जिलों (तत्कालीन) के 40,990 गाँव और लगभग 4.47 करोड़ आबादी अकाल से बुरी तरह प्रभावित हुई थी। इस वर्ष कुल वर्षा में 56% से अधिक की भारी कमी दर्ज की गई थी तथा खरीफ उत्पादन में 70% की गिरावट आई थी। इसके पश्चात वर्ष 2009-10 में भी 27 जिले सूखे से प्रभावित हुए थे, लेकिन 2002-03 का अकाल सर्वाधिक व्यापक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54/75</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गिरते भूजल स्तर, भूजल दोहन एवं 'डार्क जोन' (Dark Zones) की स्थिति के संदर्भ में निम्नलिखित कथनों पर विचार कीजिए: A. केंद्रीय भूजल बोर्ड (CGWB) की रिपोर्ट के अनुसार राजस्थान में भूजल दोहन की दर 150% से अधिक है (यानी जितना पुनर्भरण होता है, उससे कहीं अधिक निकाला जाता है)। B. राज्य के अधिकांश ब्लॉक 'अति-दोहित' (Over-exploited / Dark Zones) श्रेणी में आ चुके हैं जहाँ नए नलकूप खोदने पर प्रतिबंध है। C. जल जीवन मिशन और 'राजीव गांधी जल संचय योजना' (RGJSY) का मुख्य उद्देश्य वर्षा जल का संचयन और भूजल पुनर्भरण करना है। D. राजस्थान में सुरक्षित जल भंडार (Safe Blocks) वाले विकास खंडों की संख्या कुल ब्लॉकों के 80% से अधिक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55/75</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देश के कुल सतही जल का मात्र 1.16% तथा भूजल का 1.72% ही उपलब्ध है। अनियंत्रित नलकूपों द्वारा अत्यधिक दोहन के कारण राज्य के 302 ब्लॉकों में से 219 से अधिक ब्लॉक 'अति-दोहित' (Dark Zone) हो चुके हैं। कथन D असत्य है क्योंकि सुरक्षित ब्लॉक (Safe Category) मात्र 30-35 के आसपास (लगभग 10-12%) ही बचे हैं, 80% नहीं। भूजल संकट से निपटने हेतु राज्य सरकार द्वारा भूजल संरक्षण प्राधिकरण और राजीव गांधी जल संचय योजना के तहत एनिकट व तालाबों का जीर्णोद्धार किया जा रहा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55/75</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इसरो (ISRO) के 'भारत मरुस्थलीकरण एवं भूमि क्षरण एटलस-2021' के अनुसार राजस्थान में मरुस्थलीकरण की सबसे प्रमुख प्रक्रिया (कारण) पवन अपरदन के बाद द्वितीय स्थान पर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जल अपरदन (Water Erosion)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वनस्पति क्षरण (Vegetation Degradation)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लवणता / क्षारीयता (Salinization)</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खनन अपशिष्ट जमाव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56/75</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वनस्पति क्षरण (Vegetation Degradation)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अपरदन (Water Erosion)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लवणता / क्षारीयता (Salinization)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खनन अपशिष्ट जमाव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इसरो (स्पेस एप्लीकेशन सेंटर, अहमदाबाद) के मरुस्थलीकरण एटलस 2021 के अनुसार राजस्थान का लगभग 62.90% से 67% भू-भाग मरुस्थलीकरण एवं भूमि अवनयन से प्रभावित है। राज्य में मरुस्थलीकरण का सबसे बड़ा कारक पवन अपरदन (लगभग 44.4%) है। इसके पश्चात द्वितीय सबसे प्रमुख प्रक्रिया 'वनस्पति क्षरण' (Vegetation Degradation - लगभग 12.3%) तथा तृतीय प्रमुख प्रक्रिया 'जल अपरदन' (Water Erosion - लगभग 3.7%) दर्ज की गई है। अत्यधिक पशुचारण और वन कटाई वनस्पति क्षरण को बढ़ावा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56/75</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नवीन राष्ट्रीय राजमार्ग-52 (NH-52) के राजस्थान में विस्तार एवं मार्ग के संदर्भ में निम्नलिखित कथनों पर विचार कीजिए: A. NH-52 उत्तर में पंजाब-हरियाणा सीमा से राजस्थान में प्रवेश करके दक्षिण में मध्य प्रदेश सीमा तक जाता है। B. यह राष्ट्रीय राजमार्ग राजस्थान के चूरू, सीकर, जयपुर, टोंक, बूंदी, कोटा और झालावाड़ जिलों से होकर गुजरता है। C. NH-52 राजस्थान के बारां और सवाई माधोपुर शहरों के आंतरिक भाग से होकर नहीं गुजरता है। D. NH-52 राजस्थान का सबसे छोटा राष्ट्रीय राजमार्ग है जिसकी कुल लम्बाई मात्र 5 किलोमीटर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57/75</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नवीन संख्या प्रणाली के तहत NH-52 राजस्थान की एक अत्यंत महत्वपूर्ण उत्तर-दक्षिण जीवन रेखा है, जो संगरूर (पंजाब) से अंकोला (कर्नाटक) तक विस्तृत है। राजस्थान में यह चूरू, सीकर, जयपुर, टोंक, बूंदी, कोटा और झालावाड़ (झालरापाटन) से गुजरता है। यह बारां जिले से नहीं गुजरता। कथन D असत्य है क्योंकि राजस्थान का सबसे छोटा राष्ट्रीय राजमार्ग NH-919 (पूर्व नाम NH-71B - रेवाड़ी-धारूहेड़ा-भिवाड़ी, मात्र 4.7 से 5 किमी) है, NH-52 नहीं (NH-52 राज्य के सबसे लंबे राजमार्गों में से एक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57/75</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राष्ट्रीय राजमार्गों (नवीन नंबरिंग) को उनके प्रमुख मार्गों के साथ सही सुमेलित कीजिए: सूची-I: सूची-I: A. NH-48 (पुराना NH-8) B. NH-11 (नवीन) C. NH-62 D. NH-68 सूची-II: 1. दिल्ली - जयपुर - अजमेर - उदयपुर - अहमदाबाद (स्वर्णिम चतुर्भुज) 2. म्याजलार (जैसलमेर) - पोकरण - बीकानेर - झुंझुनूं - हरियाणा 3. अबोहर (पंजाब) - श्रीगंगानगर - बीकानेर - जोधपुर - पाली 4. जैसलमेर - बाड़मेर - सांचोर - राधनपुर (गुजरात)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58/75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NH-48 राजस्थान का सबसे व्यस्ततम और औद्योगिक दृष्टि से महत्वपूर्ण राष्ट्रीय राजमार्ग है जो स्वर्णिम चतुर्भुज का हिस्सा है। नवीन NH-11 पश्चिमी सीमांत जैसलमेर से शुरू होकर बीकानेर, सीकर होते हुए हरियाणा सीमा तक जाता है। NH-62 उत्तरी राजस्थान (गंगानगर, बीकानेर) को पश्चिमी औद्योगिक शहरों (जोधपुर, पाली) से जोड़ता है। NH-68 पश्चिमी सीमांत सड़क है जो जैसलमेर, बाड़मेर और सांचोर को जोड़ते हुए गुजरात सीमा तक सामरिक महत्व की कनेक्टिविटी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58/75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 गुजरने वाले दिल्ली-मुंबई एक्सप्रेस-वे (DME - NE-4) के संदर्भ में निम्नलिखित कथनों पर विचार कीजिए: A. दिल्ली-मुंबई 8-लेन एक्सेस-कंट्रोल्ड एक्सप्रेस-वे की कुल लम्बाई में से 374 किमी लम्बा हिस्सा राजस्थान से होकर गुजरता है। B. यह एक्सप्रेस-वे राजस्थान के 7 जिलों-अलवर, भरतपुर, दौसा, सवाई माधोपुर, टोंक, बूंदी और कोटा से होकर गुजरता है। C. इसके प्रथम चरण सोहना (हरियाणा) से दौसा (राजस्थान) खंड का उद्घाटन फरवरी 2023 में किया गया था। D. यह एक्सप्रेस-वे राजस्थान के पश्चिमी मरुस्थलीय जिलों जैसलमेर व बाड़मेर को सीधे अंतरराष्ट्रीय सीमा से जोड़ता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59/75</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दिल्ली-मुंबई एक्सप्रेस-वे (1386 किमी) भारत का सबसे लंबा 8-लेन एक्सप्रेस-वे है। राजस्थान में इसका 374 किमी का मार्ग पूर्वी और दक्षिण-पूर्वी जिलों (अलवर, दौसा, सवाई माधोपुर, बूंदी, कोटा) से गुजरता है जिससे दिल्ली से जयपुर/दौसा की दूरी मात्र 2-3 घंटे में तय होती है। मुकुन्दरा हिल्स टाइगर रिजर्व के निकट इसमें वन्यजीवों के निर्बाध आवागमन हेतु देश की पहली 8-लेन टनल और एनिमल ओवरपास बनाए गए हैं। कथन D असत्य है क्योंकि यह पूर्वी राजस्थान से गुजरता है, पश्चिमी मरुस्थल (जैसलमेर-बाड़मेर) में 'अमृतसर-जामनगर ग्रीनफील्ड एक्सप्रेस-वे' विकसित किया गया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59/75</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पथ परिवहन निगम (RSRTC) की स्थापना 'सड़क परिवहन निगम अधिनियम 1950' के तहत किस तिथि को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अक्टूबर 1964 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जनवरी 1956 ई.</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अगस्त 1972 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 जनवरी 1980 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60/75</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 अक्टूबर 1964 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जनवरी 1956 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अगस्त 1972 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26 जनवरी 1980 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राज्य पथ परिवहन निगम (RSRTC) की स्थापना 1 अक्टूबर 1964 को की गई थी। इसका मुख्यालय जयपुर में स्थित है। इसका मुख्य उद्देश्य राज्य के नागरिकों को किफायती, सुरक्षित, नियमित और सुगम सार्वजनिक बस परिवहन सेवाएं उपलब्ध कराना है। राजस्थान भारत का पहला राज्य था जिसने 1994 में अपनी स्वतंत्र 'सड़क नीति' (Road Policy) घोषित की थी। इसके पश्चात राज्य सरकार द्वारा 'राजस्थान राज्य सड़क सुरक्षा नीति' और PPP मॉडल पर टोल रोड नेटवर्क विकसित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60/75</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रेल के 'उत्तर-पश्चिम रेलवे' (NWR) जोन का गठन किस वर्ष हुआ और इसका क्षेत्रीय मुख्यालय राजस्थान के किस शहर में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 अक्टूबर 2002 ई., मुख्यालय - जयपुर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 अप्रैल 1998 ई., मुख्यालय - जोधपुर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15 अगस्त 2005 ई., मुख्यालय - अजमेर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 जनवरी 2010 ई., मुख्यालय - 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61/75</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 अक्टूबर 2002 ई., मुख्यालय -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अप्रैल 1998 ई., मुख्यालय -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अगस्त 2005 ई., मुख्यालय - अजमेर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जनवरी 2010 ई., मुख्यालय - 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उत्तर-पश्चिम रेलवे (North Western Railway - NWR) जोन का आधिकारिक गठन 1 अक्टूबर 2002 को हुआ तथा इसका प्रधान क्षेत्रीय मुख्यालय जयपुर में स्थित है। इस रेलवे जोन के अंतर्गत 4 रेल मंडल आते हैं: जयपुर, जोधपुर, अजमेर और बीकानेर। कोटा रेल मंडल उत्तर-पश्चिम रेलवे में शामिल न होकर 'पश्चिम-मध्य रेलवे' (WCR - मुख्यालय जबलपुर, मध्य प्रदेश) के अंतर्गत आता है। एशिया का पहला लोकोमोटिव इंजन कारखाना 1879 में अजमेर में स्थापित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61/75</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ऐतिहासिक उद्योगों एवं उनकी स्थापना वर्षों को सही सुमेलित कीजिए: सूची-I: सूची-I: A. द कृष्णा मिल्स लिमिटेड (प्रथम सूती वस्त्र मिल) B. प्रथम सीमेंट कारखाना (ACC) C. द मेवाड़ शुगर मिल्स (प्रथम चीनी मिल) D. राजस्थान राज्य औद्योगिक विकास एवं निवेश निगम (RIICO) सूची-II: 1. 1889 ई. (ब्यावर) 2. 1915 ई. (लाखेरी, बूंदी) 3. 1932 ई. (भोपालसागर, चित्तौड़गढ़) 4. 1980 ई. (जयपुर)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62/75</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आधुनिक उद्योगों की शुरुआत 1889 में ब्यावर में सेठ दामोदर दास राठी द्वारा 'द कृष्णा मिल्स लिमिटेड' की स्थापना से हुई। 1915 में लाखेरी (बूंदी) में क्लिक निक्सन कंपनी द्वारा राज्य का पहला सीमेंट कारखाना लगा। 1932 में भोपालसागर (चित्तौड़गढ़) में निजी क्षेत्र में राज्य की पहली चीनी मिल स्थापित हुई। रीको (RIICO) मूलतः 1969 में खनिज विकास निगम के साथ बना था, जिसे जनवरी 1980 में स्वतंत्र रूप से 'राजस्थान राज्य औद्योगिक विकास एवं निवेश निगम' का स्वरूप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62/75</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रीको (RIICO) द्वारा विकसित विशिष्ट थीम आधारित औद्योगिक पार्कों के संदर्भ में निम्नलिखित कथनों पर विचार कीजिए: A. नीमराना एवं घिलोठ (कोटपूतली-बहरोड़/अलवर) में जापानी कंपनियों हेतु देश का प्रथम 'जापानी औद्योगिक क्षेत्र' (Japanese Zone) विकसित किया गया है। B. खारा (बीकानेर) में उच्च गुणवत्ता वाली क्ले के आधार पर 'सिरेमिक कॉम्प्लेक्स' स्थापित किया गया है। C. सिलोरा (किशनगढ़, अजमेर) में राज्य का प्रमुख 'टेक्सटाइल पार्क' संचालित है। D. रीको राजस्थान में केवल कृषि उपजों के विपणन हेतु सब्जी मंडियों का संचालन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63/75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 राज्य में औद्योगिक ढांचागत विकास की नोडल एजेंसी है जिसने विशेष क्लस्टर विकसित किए हैं: जापान की JETRO के सहयोग से नीमराना व घिलोठ में जापानी मैन्युफैक्चरिंग जोन; बीकानेर के खारा में सिरेमिक व ग्लास पार्क; किशनगढ़ में टेक्सटाइल पार्क; तथा सीतापुरा (जयपुर) में जेम्स एंड ज्वेलरी सेज। कथन D असत्य है क्योंकि मंडियों का संचालन 'राजस्थान राज्य कृषि विपणन बोर्ड' (RSAMB) करता है, रीको का कार्य औद्योगिक क्षेत्रों, पार्कों, सेज और निवेश संवर्धन का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63/75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रीको (RIICO) द्वारा राज्य में स्थापित 4 प्रमुख 'एग्रो फूड पार्कों' (Agro Food Parks) को उनके संबंधित जिलों से सुमेलित कीजिए: सूची-I: सूची-I: A. बोरानाड़ा एग्रो फूड पार्क B. रानपुर एग्रो फूड पार्क C. उद्योग विहार एग्रो फूड पार्क D. एम.आई.ए. (मत्स्य) एग्रो फूड पार्क सूची-II: 1. जोधपुर 2. कोटा 3. श्रीगंगानगर 4. अलवर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64/75</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में कृषि आधारित उद्योगों, खाद्य प्रसंस्करण (Food Processing) और मूल्य संवर्धन को बढ़ावा देने हेतु रीको द्वारा 4 प्रमुख एग्रो फूड पार्क विकसित किए गए हैं: (1) बोरानाड़ा (जोधपुर) - पश्चिमी शुष्क कृषि उत्पादों हेतु; (2) रानपुर (कोटा) - हाड़ौती के सोयाबीन व मसालों हेतु; (3) उद्योग विहार (श्रीगंगानगर) - गन्ने, गेहूं व किन्नू प्रसंस्करण हेतु; तथा (4) एम.आई.ए. (अलवर) - सरसों व तिलहन प्रसंस्करण हेतु। इसके अतिरिक्त केंद्र सरकार के सहयोग से रूपनगढ़ (अजमेर) में राज्य का पहला 'ग्रीनटेक मेगा फूड पार्क' स्थापित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64/75</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सीमेंट उद्योग की अवस्थिति, उत्पादन केंद्रों एवं विशिष्ट संयंत्रों के संदर्भ में निम्नलिखित कथनों पर विचार कीजिए: A. चूना पत्थर, जिप्सम और कोयला भारी कच्चा माल होने के कारण सीमेंट उद्योग का स्थानीयकरण कच्चे माल के स्रोतों के निकट होता है। B. गोटन (नागौर) में 1984 में जे.के. व्हाइट सीमेंट द्वारा राजस्थान का पहला सफेद सीमेंट कारखाना स्थापित किया गया था। C. खरिया खंगार (जोधपुर) में 1988 में स्थापित बिड़ला व्हाइट सीमेंट वर्तमान में देश का सबसे बड़ा सफेद सीमेंट संयंत्र है। D. चित्तौड़गढ़ जिला राजस्थान में धूसर (ग्रे) पोर्टलैंड सीमेंट उत्पादन का सबसे बड़ा संकेंद्रण क्षेत्र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65/75</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सीमेंट उद्योग एक भार-ह्रासी (Weight-losing) उद्योग है जिसके लिए 1 टन सीमेंट बनाने हेतु लगभग 1.5 टन चूना पत्थर और 0.05 टन जिप्सम चाहिए। राजस्थान में विन्ध्यन और अरावली के चूना पत्थर पर आधारित चित्तौड़गढ़ (बिरला सीमेंट, जेके सीमेंट निम्बाहेड़ा, आदित्य सीमेंट), सवाई माधोपुर, बूंदी और सिरोही मुख्य क्लस्टर हैं। सफेद सीमेंट उत्पादन में गोटन पहला संयंत्र था तथा खरिया खंगार देश का सबसे बड़ा संयंत्र है। मांगरोल (चित्तौड़गढ़) में भी सफेद सीमेंट बनता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65/75</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सार्वजनिक एवं भारी विनिर्माण औद्योगिक उपक्रमों को उनके स्थापना स्थलों के साथ सही सुमेलित कीजिए: सूची-I: सूची-I: A. राजस्थान स्टेट केमिकल वर्क्स (3 इकाइयाँ) B. हिंदुस्तान जिंक लिमिटेड (स्मेल्टर) C. इंस्ट्रूमेंटेशन लिमिटेड D. सिमको वैगन फैक्ट्री सूची-II: 1. डीडवाना (डीडवाना-कुचामन) 2. देबारी (उदयपुर) 3. कोटा 4. भरतपुर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66/75</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स्टेट केमिकल वर्क्स डीडवाना में खारे पानी से सोडियम सल्फेट और सोडियम सल्फाइड का उत्पादन करने वाली राज्य सरकार की तीन इकाइयां हैं। हिंदुस्तान जिंक लिमिटेड का पहला स्मेल्टर 1966 में देबारी (उदयपुर) में स्थापित हुआ था। इंस्ट्रूमेंटेशन लिमिटेड कोटा में 1964 में स्थापित केंद्र सरकार का उपकरण कारखाना रहा है। सिमको (Central India Machinery Co.) वैगन फैक्ट्री भरतपुर में 1957 में स्थापित हुई जो रेलवे मालगाड़ी के वैगन बनाती है। इसके अलावा अजमेर में लोको व कैरिज वर्कशॉप तथा धौलपुर में हाईटेक प्रिसिजन ग्लास फैक्ट्री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66/75</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 गंगानगर शुगर मिल्स लिमिटेड' के संदर्भ में निम्नलिखित में से कौन-सा ऐतिहासिक तथ्य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स्थापना 1937 में निजी क्षेत्र में 'बीकानेर इंडस्ट्रियल कॉरपोरेशन' के रूप में हुई थी तथा 1968 में चुकंदर से चीनी बनाने का संयंत्र लगा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की प्रथम सहकारी चीनी मिल थी जो 1965 में स्थापित हुई</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सौर ऊर्जा उत्पादन करने वाला एक विद्युत उपक्रम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पूर्णतः बंद हो चुकी है और यहाँ कोई उत्पादन नहीं 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67/75</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स्थापना 1937 में निजी क्षेत्र में 'बीकानेर इंडस्ट्रियल कॉरपोरेशन' के रूप में हुई थी तथा 1968 में चुकंदर से चीनी बनाने का संयंत्र लगा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राजस्थान की प्रथम सहकारी चीनी मिल थी जो 1965 में स्थापित हुई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सौर ऊर्जा उत्पादन करने वाला एक विद्युत उपक्रम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पूर्णतः बंद हो चुकी है और यहाँ कोई उत्पादन नहीं 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 गंगानगर शुगर मिल्स लिमिटेड' की स्थापना मूल रूप से 1937 में निजी क्षेत्र में 'बीकानेर इंडस्ट्रियल कॉरपोरेशन' के नाम से हुई थी। 1956 में राज्य सरकार ने इसे अपने नियंत्रण में लेकर सार्वजनिक क्षेत्र का उपक्रम बनाया। 1968 में इसमें एशिया का पहला चुकंदर (Beetroot) से चीनी तैयार करने का प्रायोगिक संयंत्र स्थापित किया गया। वर्तमान में यह मिल कमीनपुरा (श्रीगंगानगर) में आधुनिक रूप से स्थानांतरित की गई है जहाँ चीनी, सह-उत्पाद विद्युत तथा एथेनॉल का निर्माण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67/75</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कृषि-जलवायु खंडों (Agro-Climatic Zones) को उनके सही प्रतीकों एवं प्रतिनिधि जिलों के साथ सुमेलित कीजिए: सूची-I: सूची-I: A. खंड I-C (अति-शुष्क आंशिक सिंचित पश्चिमी मैदान) B. खंड II-B (लूनी बेसिन का संक्रांति मैदान / गोडवाड़) C. खंड III-B (बाढ़ संभावित पूर्वी मैदान) D. खंड V (आर्द्र दक्षिण-पूर्वी मैदान) सूची-II: 1. बीकानेर, जैसलमेर एवं चूरू 2. जालौर, पाली एवं सिरोही 3. अलवर, भरतपुर, धौलपुर, करौली व सवाई माधोपुर 4. कोटा, बूंदी, बारां एवं झालावाड़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68/75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कुल 10 कृषि-जलवायु खंडों में विभाजित किया गया है। खंड I-C क्षेत्रफल की दृष्टि से सबसे बड़ा खंड है (बीकानेर, जैसलमेर, चूरू)। खंड II-B लूनी बेसिन का गोडवाड़ क्षेत्र (जालौर, पाली) है। खंड III-B चम्बल व बाणगंगा से प्रभावित पूर्वी बाढ़ मैदान (अलवर, भरतपुर, धौलपुर) है। खंड V हाड़ौती का उपजाऊ काली मिट्टी वाला क्षेत्र (कोटा, बूंदी, बारां, झालावाड़) है जहाँ सोयाबीन व धनिया प्रमुख फसलें हैं। सबसे छोटा कृषि-जलवायु खंड IV-B (आर्द्र दक्षिणी मैदान - डूंगरपुर, बांसवाड़ा)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68/75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ग्रीष्मकालीन वायुदाब एवं वर्षा वितरण रेखाओं (Isobars &amp; Isohyets) के संदर्भ में निम्नलिखित कथनों पर विचार कीजिए: A. जुलाई माह में 1000 मिलीबार की समदाब रेखा सिरोही, उदयपुर, प्रतापगढ़ और झालावाड़ जिलों से होकर गुजरती है। B. जुलाई माह में 998 मिलीबार की समदाब रेखा बाड़मेर, जोधपुर, नागौर और चूरू जिलों से होकर गुजरती है। C. 25 सेमी की समवर्षा रेखा राजस्थान के रेतीले शुष्क मरुस्थल को अर्द्ध-शुष्क मरुस्थलीय प्रदेश (बांगर) से पृथक करती है। D. राजस्थान में शीत ऋतु में जनवरी माह में न्यूनतम तापमान दर्ज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69/75</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ग्रीष्म ऋतु (विशेषकर जुलाई) में पश्चिमोत्तर भारत और थार मरुस्थल में अत्यधिक उच्च तापमान के कारण गहरा निम्न वायुदाब केंद्र बनता है। जुलाई में 1000 मिलीबार की समदाब रेखा दक्षिणी राजस्थान (सिरोही, उदयपुर, चित्तौड़गढ़, झालावाड़) से गुजरती है तथा 998 मिलीबार रेखा मध्य-पश्चिमी मरुस्थल (बाड़मेर, जोधपुर, नागौर, चूरू) से गुजरती है। 25 सेमी समवर्षा रेखा महान मरुस्थल (बालुका स्तूप युक्त) को स्टेपी मैदान से विभाजित करती है। जनवरी राज्य का सबसे ठंडा माह होता है जिसमें चुरू और माउंट आबू में तापमान जमाव बिंदु तक गिर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69/75</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कृषि फसलों की उन्नत संकर किस्मों को उनकी संबंधित फसलों के साथ सही सुमेलित कीजिए: सूची-I: सूची-I: A. राजकिरण (RD-387) व RD-2035 B. राज-3077 व कल्याण सोना C. आर.एच.बी.-30 व आर.सी.बी.-911 D. बीकानेरी नरमा व वरलक्ष्मी सूची-II: 1. जौ (Barley - सूत्रकृमि प्रतिरोधी) 2. गेहूं (Wheat) 3. बाजरा (Millet) 4. कपास (Cotton)</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70/75</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राजकिरण (RD-387) जौ की एक विशेष किस्म है जो 'मोल्या रोग' (नेमाटोड/सूत्रकृमि) के प्रति प्रतिरोधी है, जबकि RD-2035 माल्ट व बीयर उद्योग हेतु उत्तम जौ है। राज-3077 और सोनालिका राजस्थान में गेहूं की सर्वाधिक बोई जाने वाली किस्में हैं जो सीमित सिंचाई में भी अच्छी पैदावार देती हैं। आर.एच.बी.-30 और आर.सी.बी.-911 राजस्थान कृषि विश्वविद्यालय द्वारा विकसित सूखे को सहन करने वाली बाजरे की उन्नत संकर किस्में हैं। बीकानेरी नरमा और वरलक्ष्मी राज्य की प्रमुख अमेरिकन व देशी कपास किस्में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70/75</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तिलहन, दलहन एवं मसाला फसलों के उत्पादन एवं भारत में उनकी स्थिति के संदर्भ में निम्नलिखित कथनों पर विचार कीजिए: A. राजस्थान भारत में 'सरसों' (Mustard) एवं 'बाजरा' दोनों के कुल उत्पादन में प्रथम स्थान पर है। B. राजस्थान भारत में पोषक अनाजों (Nutri-Cereals / Millets) तथा कुल दलहन उत्पादन में देश के शीर्ष राज्यों में शामिल है। C. जालौर, बाड़मेर और सिरोही जिले विश्व प्रसिद्ध औषधीय फसल 'ईसबगोल' (घोड़ा जीरा) के अग्रणी उत्पादक हैं। D. राजस्थान में संतरा (Orange) का सर्वाधिक उत्पादन झालावाड़ जिले में होता है, जिसे 'राजस्थान का नागपुर'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71/75</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कृषि सांख्यिकी 2023-24 के अनुसार, देश के कुल सरसों उत्पादन का 45% से अधिक अकेले राजस्थान में पैदा होता है। बाजरा उत्पादन में भी राज्य प्रथम (41% से अधिक) है। राज्य चना और दलहन उत्पादन में शीर्ष पर है। ईसबगोल (Plantago ovata) का 80% उत्पादन जालौर, बाड़मेर और सिरोही में होता है। झालावाड़ जिले में भवानीमंडी व आसपास उत्कृष्ट संतरे पैदा होने के कारण इसे राजस्थान का छोटा नागपुर कहा जाता है। इसके अतिरिक्त रामगंजमंडी (कोटा) धनिया की एशिया की सबसे बड़ी मंडी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71/75</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कार्य सहभागिता दर (WPR) एवं नगरीय जनसंख्या संकेंद्रण के संदर्भ में निम्नलिखित कथनों पर विचार कीजिए: A. 2011 की जनगणना के अनुसार राजस्थान में कुल कार्य सहभागिता दर (Work Participation Rate) 43.60% दर्ज की गई थी। B. राज्य में सर्वाधिक कार्य सहभागिता दर प्रतापगढ़ जिले (55.46%) में तथा न्यूनतम जयपुर जिले (37.33%) में दर्ज की गई। C. जनगणना 2011 के अनुसार राजस्थान में 1 लाख से अधिक जनसंख्या वाले कुल 30 शहर/नगर (Cities) थे। D. राज्य में 5 लाख से अधिक जनसंख्या वाले 3 प्रमुख नगर जयपुर, जोधपुर और कोटा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72/75</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की 43.6% आबादी कामकाजी (मुख्य व सीमांत श्रमिक) है। आदिवासी बहुल प्रतापगढ़, डूंगरपुर और बांसवाड़ा में कृषि व वनोपज संग्रहण में महिलाओं की उच्च भागीदारी के कारण कार्य सहभागिता दर सर्वाधिक (प्रतापगढ़ 55.46% के साथ शीर्ष) है, जबकि नगरीकृत जयपुर में यह न्यूनतम (37.3%) है। 2011 में राज्य में 1 लाख से अधिक जनसंख्या वाले 30 शहर थे तथा 5 लाख से अधिक आबादी वाले नगर निगम शहर जयपुर (30.4 लाख), जोधपुर (10.3 लाख) और कोटा (10.0 लाख)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72/75</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जनगणना 2011 के अनुसार राजस्थान में 0 से 6 वर्ष आयु वर्ग के 'शिशु लिंगानुपात' (Child Sex Ratio) के चरम जिलों को सुमेलित कीजिए: सूची-I: सूची-I: A. सर्वाधिक शिशु लिंगानुपात वाला जिला B. द्वितीय सर्वाधिक शिशु लिंगानुपात वाला जिला C. न्यूनतम शिशु लिंगानुपात वाला जिला D. द्वितीय न्यूनतम शिशु लिंगानुपात वाला जिला सूची-II: 1. बांसवाड़ा (934) 2. प्रतापगढ़ (933) 3. झुंझुनूं (837) 4. सीकर (848)</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73/75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में राजस्थान का कुल शिशु लिंगानुपात (0-6 वर्ष) मात्र 888 दर्ज हुआ जो 2001 (909) की तुलना में 21 अंकों की चिंताजनक गिरावट थी। सर्वाधिक बाल लिंगानुपात आदिवासी बहुल दक्षिणी जिलों में दर्ज हुआ: बांसवाड़ा (934) प्रथम तथा प्रतापगढ़ (933) द्वितीय स्थान पर रहा (डूंगरपुर 922 के साथ तृतीय)। इसके विपरीत सबसे खराब स्थिति शेखावाटी अंचल में देखी गई जहाँ झुंझुनूं (837) सबसे नीचे तथा सीकर (848) दूसरे सबसे निचले स्थान पर रहा। ग्रामीण शिशु लिंगानुपात 892 तथा नगरीय शिशु लिंगानुपात 874 दर्ज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73/75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अंतर्राज्यीय एवं अंतरराष्ट्रीय सीमा विस्तार के भौगोलिक तथ्यों के संदर्भ में निम्नलिखित कथनों पर विचार कीजिए: A. राजस्थान की कुल स्थलीय सीमा 5920 किमी है, जिसमें 1070 किमी अंतरराष्ट्रीय सीमा (रेडक्लिफ रेखा) तथा 4850 किमी अंतर्राज्यीय सीमा है। B. राजस्थान के साथ सर्वाधिक लम्बी अंतर्राज्यीय सीमा मध्य प्रदेश (1600 किमी) बनाता है तथा सबसे छोटी सीमा पंजाब (89 किमी) बनाता है। C. धौलपुर जिला उत्तर प्रदेश और मध्य प्रदेश दोनों राज्यों के साथ अपनी सीमाएं साझा करता है। D. झालावाड़ जिला मध्य प्रदेश के साथ राजस्थान की सबसे लम्बी अंतर्राज्यीय सीमा बनाता है, जबकि भीलवाड़ा सबसे छोटी सीमा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74/75</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5 पड़ोसी राज्यों (पंजाब, हरियाणा, उत्तर प्रदेश, मध्य प्रदेश और गुजरात) से घिरा है। मध्य प्रदेश से राज्य के 10 जिले लगते हैं और 1600 किमी की सीमा बनती है; इसमें झालावाड़ की सीमा सबसे लम्बी तथा भीलवाड़ा की सबसे छोटी लगती है। धौलपुर जिला यूपी व एमपी दोनों से तथा बांसवाड़ा जिला एमपी व गुजरात दोनों से मिलता है। अंतरराष्ट्रीय सीमा पर चार सीमांत जिले (श्रीगंगानगर, बीकानेर, जैसलमेर, बाड़मेर) स्थित हैं जिनमें जैसलमेर की सीमा सर्वाधिक (464 किमी) तथा बीकानेर की सबसे कम (168 किमी) है।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74/75</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जनांकिकीय विकास यात्रा में किस दशक को 'ऋणात्मक जनसंख्या वृद्धि का विभाजक दशक' कहा जाता है तथा किस दशक में सर्वाधिक दशकीय वृद्धि दर दर्ज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1911-1921 दशक (वृद्धि दर -6.29%) विभाजक दशक तथा 1971-1981 दशक (वृद्धि दर +32.97%) सर्वाधिक वृद्धि दशक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1951-1961 विभाजक तथा 2001-2011 सर्वाधिक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1901-1911 विभाजक तथा 1981-1991 सर्वाधिक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1921-1931 विभाजक तथा 1991-2001 सर्वाधिक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75/75</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1911-1921 दशक (वृद्धि दर -6.29%) विभाजक दशक तथा 1971-1981 दशक (वृद्धि दर +32.97%) सर्वाधिक वृद्धि दशक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1951-1961 विभाजक तथा 2001-2011 सर्वाधिक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1901-1911 विभाजक तथा 1981-1991 सर्वाधिक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1921-1931 विभाजक तथा 1991-2001 सर्वाधिक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110 वर्षों के जनगणना इतिहास (1901-2011) में 1911-1921 का दशक एकमात्र ऐसा काल था जब राज्य की जनसंख्या बढ़ने के बजाय 6.29% घट गई थी (छप्पनिया अकाल, प्लेग व स्पेनिश फ्लू महामारी के कारण), इसलिए 1921 को 'महान जनांकिकीय विभाजक वर्ष' (Great Demographic Divide) कहा जाता है। इसके विपरीत, आजादी के बाद स्वास्थ्य सेवाओं के विस्तार और मृत्यु दर में भारी कमी के चलते वर्ष 1971-1981 के दशक में राजस्थान में अब तक की सर्वाधिक दशकीय जनसंख्या वृद्धि दर (+32.97%) दर्ज की गई थी। इसके बाद से वृद्धि दर में निरंतर मंदी का रुझान है (2001-2011 में 21.31%)।</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75/75</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