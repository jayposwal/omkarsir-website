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15वीं शताब्दी के उत्तरार्ध में यूरोप से भारत के लिए नए समुद्री मार्ग की खोज की पृष्ठभूमि एवं भौगोलिक खोजों के संदर्भ में निम्नलिखित कथनों पर विचार कीजिए: A. 1453 ई. में उस्मानी तुर्कों (ऑटोमन साम्राज्य) द्वारा कुस्तुंतुनिया (कॉन्स्टेंटिनोपल) पर अधिकार कर लेने से यूरोप और एशिया के बीच का पारंपरिक भू-मार्ग अवरुद्ध हो गया था। B. 1488 ई. में पुर्तगाली नाविक बार्थोलोम्यू डियास ने अफ्रीका के दक्षिणी छोर की खोज की, जिसे 'केप ऑफ गुड होप' (उत्तमाशा अंतरीप) नाम दिया गया। C. 1494 ई. की 'टॉरडेसिलस की संधि' (Treaty of Tordesillas) द्वारा पोप अलेक्जेंडर VI के निर्देश पर गैर-ईसाई विश्व को स्पेन और पुर्तगाल के मध्य विभाजित किया गया था। D. स्पेनिश नाविक क्रिस्टोफर कोलंबस ने 1492 ई. में भारत की खोज के अभियान में अटलांटिक पार करते हुए ब्राजील के समुद्री तट की खोज 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1453 ई. में ऑटोमन तुर्कों द्वारा बैजंटाइन साम्राज्य की राजधानी कुस्तुंतुनिया पर अधिकार कर लेने के कारण यूरोप का लाल सागर और फारस की खाड़ी वाला पारंपरिक स्थल व्यापारिक मार्ग बंद हो गया था। इसके बाद यूरोप में पुनर्जागरण एवं वैज्ञानिक प्रगति के परिणामस्वरूप नए समुद्री मार्गों की खोज शुरू हुई। पुर्तगाल के राजकुमार 'हेनरी द नेविगेटर' के प्रोत्साहन से 1488 में बार्थोलोम्यू डियास अफ्रीका के दक्षिणी सिरे (केप ऑफ गुड होप/केप ऑफ स्टॉर्म्स) तक पहुँचा। 7 जून 1494 को स्पेन और पुर्तगाल के मध्य 'टॉरडेसिलस की संधि' हुई, जिसके तहत केप वर्डे द्वीप से 370 लीग पश्चिम में काल्पनिक रेखा खींचकर पूर्व का भाग पुर्तगाल और पश्चिम का भाग स्पेन को सौंपा गया। कथन D असत्य है क्योंकि 1492 में स्पेन के ध्वज तले निकले क्रिस्टोफर कोलंबस ने भारत की खोज में अमेरिका (वेस्टइंडीज/बहामास) की खोज की थी, जबकि ब्राजील की खोज 1500 ई. में पुर्तगाली नाविक पेड्रो अल्वारेज काब्राल ने की थी। अतः केवल A, B और C सही होने से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1498 ई. में वास्को-द-गामा के भारत आगमन एवं उसकी प्रारंभिक यात्राओं के संदर्भ में निम्नलिखित में से कौन-सा तथ्य ऐतिहासिक रूप से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वास्को-द-गामा 20 मई 1498 को अपने प्रसिद्ध जहाज 'साओ गैब्रिएल' के साथ कालीकट (कोझिकोड) के निकट कप्पड़ बंदरगाह पर उतरा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गुजराती मुस्लिम व्यापारी अब्दुल मनीक (अब्दुल मजीद) ने अफ्रीका के मालिंदी तट से कालीकट तक वास्को-द-गामा के पथ-प्रदर्शक की भूमिका निभाई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कालीकट के स्थानीय हिंदू शासक, जिसकी पैतृक उपाधि 'जमोरिन' (सामुतिरी) थी, ने वास्को-द-गामा का विरोध कर उसे व्यापार की अनुमति देने से इनकार कर दिया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वास्को-द-गामा भारत से जो काली मिर्च और मसाले यूरोप ले गया, उससे यात्रा के समस्त खर्च को काटकर उसे कुल लागत का 60 गुना मुनाफा हुआ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कालीकट के स्थानीय हिंदू शासक, जिसकी पैतृक उपाधि 'जमोरिन' (सामुतिरी) थी, ने वास्को-द-गामा का विरोध कर उसे व्यापार की अनुमति देने से इनकार कर दिया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वास्को-द-गामा 20 मई 1498 को अपने प्रसिद्ध जहाज 'साओ गैब्रिएल' के साथ कालीकट (कोझिकोड) के निकट कप्पड़ बंदरगाह पर उतरा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गुजराती मुस्लिम व्यापारी अब्दुल मनीक (अब्दुल मजीद) ने अफ्रीका के मालिंदी तट से कालीकट तक वास्को-द-गामा के पथ-प्रदर्शक की भूमिका निभाई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वास्को-द-गामा भारत से जो काली मिर्च और मसाले यूरोप ले गया, उससे यात्रा के समस्त खर्च को काटकर उसे कुल लागत का 60 गुना मुनाफा हुआ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 मई 1498 को पुर्तगाली नाविक वास्को-द-गामा 90 दिनों की समुद्री यात्रा पूरी कर चार जहाजों (प्रमुख जहाज साओ गैब्रिएल) के साथ कालीकट के कप्पड़ तट पर पहुँचा था। इस यात्रा में गुजरात के प्रसिद्ध नाविक एवं व्यापारी अब्दुल मजीद (अब्दुल मनीक) ने अफ्रीका के मालिंदी से भारत तक दिशा-निर्देशन व पायलट की भूमिका निभाई थी। कालीकट के तत्कालीन हिंदू शासक 'जमोरिन' (सामुतिरी) ने वास्को-द-गामा का मित्रवत स्वागत किया तथा उसे माल रखने व व्यापार की अनुमति दी, यद्यपि कालीकट में पहले से जमे अरब व्यापारियों ने पुर्तगालियों की उपस्थिति का तीव्र विरोध किया था (अतः विकल्प C गलत तथ्य होने के कारण सही उत्तर है)। वास्को-द-गामा द्वारा भारत से ले जाए गए मसालों और काली मिर्च को यूरोपीय बाजारों में बेचने पर संपूर्ण समुद्री अभियान के कुल खर्च को घटाकर 60 गुना शुद्ध लाभ प्राप्त हुआ, जिसने संपूर्ण यूरोप में भारत के साथ प्रत्यक्ष व्यापार की होड़ उत्पन्न कर दी।</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यूरोपीय व्यापारिक कंपनियों के आगमन एवं उनकी प्रथम स्थायी फैक्ट्रियों (व्यापारिक कोठियों) के संदर्भ में निम्नलिखित का सही मिलान कीजिए: सूची-I (यूरोपीय शक्ति): सूची-I: A. पुर्तगाली (Portuguese) B. डच (Dutch - VOC) C. अंग्रेज (British - EIC) D. फ्रांसीसी (French) सूची-II: 1. कोचीन (केरल) - 1503 ई. 2. मसुलीपट्टनम (आंध्र प्रदेश) - 1605 ई. 3. सूरत (गुजरात) - 1613 ई. (स्थायी) 4. सूरत (गुजरात) - 1668 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पुर्तगालियों ने पेड्रो अल्वारेज काब्राल और अल्फांसो डी अल्बुकर्क के प्रयासों से भारत में अपनी पहली व्यापारिक कोठी 1503 ई. में कोचीन में तथा दूसरी कोठी 1505 ई. में कुन्नूर में स्थापित की थी। 1602 में गठित डच यूनाइटेड ईस्ट इंडिया कंपनी (VOC) ने भारत में अपना पहला व्यापारिक केंद्र 1605 ई. में कोरोमंडल तट पर मसुलीपट्टनम (मछलीपट्टनम) में स्थापित किया। अंग्रेजों की ओर से कैप्टन विलियम हॉकिंस 1608 में सूरत आया था, लेकिन स्वाली युद्ध (1612) में पुर्तगालियों को परास्त करने के बाद जहांगीर के शाही फरमान से 1613 ई. में सूरत में अंग्रेजों की प्रथम स्थायी फैक्ट्री थॉमस एल्डवर्थ के अधीन स्थापित हुई (1611 में मसुलीपट्टनम में अस्थायी केंद्र खुला था)। फ्रांसीसी ईस्ट इंडिया कंपनी (1664) के प्रतिनिधि फ्रांसिस कैरो ने 1668 ई. में सूरत में पहली फ्रांसीसी फैक्ट्री और 1669 में मसुलीपट्टनम में दूसरी फैक्ट्री स्थापित की।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प्रथम पुर्तगाली वायसराय फ्रांसिस्को डी अल्मेडा (1505-1509 ई.) की नीतियों एवं प्रमुख घटनाओं के संदर्भ में निम्नलिखित कथनों पर विचार कीजिए: A. पुर्तगाल के राजा मैनुअल प्रथम द्वारा अल्मेडा को 1505 में तीन वर्ष के लिए भारत का पहला वायसराय और गवर्नर नियुक्त किया गया था। B. अल्मेडा ने भारत में विशाल भू-भागीय साम्राज्य जीतने के बजाय हिंद महासागर के समुद्री मार्गों पर पूर्ण नौसैनिक एकाधिकार स्थापित करने हेतु 'शांत जल की नीति' (Blue Water Policy) अपनाई। C. 1508 ई. के चोल के नौसैनिक युद्ध में अल्मेडा के पुत्र लोरेंजो डी अल्मेडा ने मिस्र (ममलुक), तुर्की और गुजरात के संयुक्त मुस्लिम बेड़े को पराजित कर मार गिराया था। D. 1509 ई. में दीव के ऐतिहासिक नौसैनिक युद्ध में फ्रांसिस्को डी अल्मेडा ने मिस्र, गुजरात और कालीकट के संयुक्त बेड़े को निर्णायक रूप से परास्त कर हिंद महासागर में पुर्तगाली नौसेना की सर्वोच्चता स्थापित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फ्रांसिस्को डी अल्मेडा (1505-1509) भारत में पहला पुर्तगाली वायसराय था, जिसे पुर्तगाली सम्राट मैनुअल प्रथम ने कोचीन, कुन्नूर और अंजीदीव में किलों के निर्माण और व्यापार सुरक्षा के निर्देश के साथ भेजा था। अल्मेडा का मानना था कि पुर्तगाल जैसे छोटे देश के लिए भारत की मुख्यभूमि पर क्षेत्रीय विस्तार आत्मघाती होगा, इसलिए उसने 'नीले पानी की नीति' (Blue Water Policy / Cartaz System) लागू कर हिंद महासागर पर पूर्ण संप्रभुता स्थापित करने का लक्ष्य रखा। कथन C गलत है क्योंकि 1508 के चोल (Chaul) के युद्ध में मिस्र के ममलुक सुल्तान अमीर हुसैन और गुजरात के सुल्तान महमूद बेगड़ा के संयुक्त बेड़े ने पुर्तगाली जहाजों को हराया था जिसमें अल्मेडा का पुत्र लोरेंजो मारा गया था। इसके प्रतिशोध में अल्मेडा ने फरवरी 1509 में 'दीव का युद्ध' लड़ा और मिस्र-तुर्की-गुजरात-कालीकट के संयुक्त बेड़े को पूरी तरह ध्वस्त कर दिया, जिससे हिंद महासागर में 16वीं सदी भर पुर्तगालियों का एकछत्र समुद्री साम्राज्य स्थापित हो गया। अतः केवल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पुर्तगाली सत्ता के वास्तविक संस्थापक अल्फांसो डी अल्बुकर्क (1509-1515 ई.) के संदर्भ में निम्नलिखित कथनों पर विचार कीजिए: A. अल्बुकर्क ने 1510 ई. में बीजापुर के आदिलशाही सुल्तान युसूफ आदिल शाह से गोवा छीनकर उस पर अधिकार किया था। B. उसने हिंद महासागर के रणनीतिक प्रवेश द्वारों-मलक्का जलडमरूमध्य (1511) और फारस की खाड़ी में होर्मुज (1515) पर पुर्तगाली नियंत्रण स्थापित किया। C. अल्बुकर्क ने भारत में पुर्तगाली बस्तियों के स्थायीकरण हेतु पुर्तगाली पुरुषों को भारतीय महिलाओं के साथ विवाह करने के लिए सक्रिय रूप से प्रोत्साहित किया। D. अल्बुकर्क ने अपने अधीनस्थ प्रशासनिक क्षेत्रों में स्थानीय हिंदुओं पर जजिया कर लगाया तथा सती प्रथा को अनिवार्य सामाजिक प्रथा के रूप में संरक्षण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अल्फांसो डी अल्बुकर्क (1509-1515) को भारत में पुर्तगाली साम्राज्य का वास्तविक संस्थापक माना जाता है। उसने नवंबर 1510 में बीजापुर के सुल्तान युसूफ आदिल शाह से गोवा जीता, जिसमें स्थानीय हिंदू सरदार तिमोज्जा ने उसकी सहायता की थी। अल्बुकर्क ने पूर्व में मसाला व्यापार की कुंजी 'मलक्का' (1511) तथा पश्चिम में फारस की खाड़ी के मुख पर स्थित 'होर्मुज' (1515) पर कब्जा कर पुर्तगाली साम्राज्य को सुदृढ़ सामरिक आधार प्रदान किया। भारत में स्थायी पुर्तगाली आबादी और सामाजिक आधार तैयार करने के लिए उसने 'मिश्रित विवाह नीति' (Policy of Mixed Marriages) को बढ़ावा दिया। कथन D पूरी तरह असत्य है क्योंकि अल्बुकर्क ने अपने अधिकार क्षेत्र वाले गोवा में सती प्रथा पर कठोर प्रतिबंध लगा दिया था तथा स्थानीय आबादी के सहयोग हेतु प्रशासनिक सुधार किए थे। अतः कथन A, B और C सही होने के कारण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पुर्तगाली गवर्नर नीनो दा कुन्हा (1529-1538 ई.) के कार्यकाल के दौरान हुए प्रमुख प्रशासनिक एवं क्षेत्रीय परिवर्तनों के संदर्भ में निम्नलिखित में से कौन-सा कथन सत्य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नीनो दा कुन्हा ने 1530 ई. में पुर्तगाली भारत का आधिकारिक सरकारी मुख्यालय कोचीन से गोवा स्थानांतरित किया था।</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उसने गुजरात के सुल्तान बहादुर शाह को पराजित कर 1530 में कलकत्ता और मद्रास प्रेसीडेंसी की स्थापना 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नीनो दा कुन्हा ने पुर्तगाली राजधानी को गोवा से हुगली (बंगाल) में स्थानांतरित कर दिया था।</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उसने विजयनगर साम्राज्य के विरुद्ध बीजापुर के सुल्तानों के साथ सैन्य संधि कर तालीकोटा के युद्ध में भाग 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नीनो दा कुन्हा ने 1530 ई. में पुर्तगाली भारत का आधिकारिक सरकारी मुख्यालय कोचीन से गोवा स्थानांतरित किया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उसने गुजरात के सुल्तान बहादुर शाह को पराजित कर 1530 में कलकत्ता और मद्रास प्रेसीडेंसी की स्थापना 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नीनो दा कुन्हा ने पुर्तगाली राजधानी को गोवा से हुगली (बंगाल) में स्थानांतरित कर दिया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उसने विजयनगर साम्राज्य के विरुद्ध बीजापुर के सुल्तानों के साथ सैन्य संधि कर तालीकोटा के युद्ध में भाग 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पुर्तगाली गवर्नर नीनो दा कुन्हा (1529-1538) का कार्यकाल पुर्तगाली साम्राज्य के प्रशासनिक सुदृढ़ीकरण और प्रादेशिक विस्तार के लिए जाना जाता है। उसने वर्ष 1530 में पुर्तगाली साम्राज्य का मुख्य प्रशासनिक केंद्र व राजधानी कोचीन से गोवा स्थानांतरित की, जिसके बाद गोवा पुर्तगाली भारत की स्थायी राजधानी बना। उसने गुजरात के शासक बहादुर शाह के साथ वार्ताओं के दौरान 1534 में बसीन (Bassein) और 1535 में दीव पर पुर्तगाली अधिकार स्थापित किया। उसने पूर्वी भारत (बंगाल) में हुगली तथा कोरोमंडल तट पर सेंट थोमे (मद्रास के निकट) में पुर्तगाली बस्तियों की नींव रखी। विकल्प B और C असत्य हैं क्योंकि कलकत्ता और मद्रास अंग्रेजों की बस्तियां थीं और राजधानी गोवा ही बनी रही। विकल्प D भी ऐतिहासिक रूप से गलत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पुर्तगालियों द्वारा हिंद महासागर में लागू की गई व्यापारिक एवं नौसैनिक नियंत्रण व्यवस्था के संदर्भ में निम्नलिखित कथनों पर विचार कीजिए: A. 'कार्टाज' (Cartaz) पुर्तगाली अधिकारियों द्वारा भारतीय व एशियाई जहाजों को शुल्क लेकर जारी किया जाने वाला एक अनिवार्य नौसैनिक सुरक्षा पास/आज्ञा-पत्र था। B. 'कफ़िला/आर्मेडा प्रणाली' (Armada-Cafila System) के तहत स्थानीय व्यापारिक जहाजों के बेड़ों को पुर्तगाली नौसैनिक युद्धपोतों के संरक्षण में यात्रा करने हेतु बाध्य किया जाता था। C. मुग़ल बादशाह अकबर और जहांगीर के शाही व्यापारिक जहाजों को भी हिंद महासागर में यात्रा करने हेतु पुर्तगालियों से कार्टाज लेना पड़ता था। D. पुर्तगालियों ने काली मिर्च, दालचीनी और युद्धक घोड़ों के व्यापार में सभी भारतीय व्यापारियों को पूर्ण स्वतंत्र और कर-मुक्त व्यापार की छूट दे रखी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पुर्तगालियों ने 'एस्टाडो दा इंडिया' (Estado da India) के तहत हिंद महासागर में सख्त समुद्री एकाधिकार स्थापित किया। इसके तहत 'कार्टाज व्यवस्था' (Cartaz System) अनिवार्य की गई थी; बिना पुर्तगाली परमिट के कोई भी एशियाई या अरब जहाज समुद्र में नहीं चल सकता था। जहाजों को सुरक्षा देने और समुद्री डकैती रोकने के नाम पर 'आर्मेडा-कफ़िला प्रणाली' चलाई जाती थी, जिसका वास्तविक उद्देश्य चुंगी वसूलना और व्यापार पर नियंत्रण रखना था। मुग़ल साम्राज्य की विशाल स्थल सेना होने के बावजूद शक्तिशाली नौसेना के अभाव में मुग़ल बादशाह अकबर के शाही मक्का जाने वाले जहाजों तक को पुर्तगालियों से कार्टाज खरीदना पड़ता था। कथन D गलत है क्योंकि पुर्तगालियों ने काली मिर्च, हथियार, बारूद तथा अरब/फारस से आने वाले युद्धक घोड़ों के आयात-व्यापार पर अपना पूर्ण राज्याधिकार (Royal Monopoly) घोषित कर रखा था तथा अन्य किसी व्यापारी को इसकी अनुमति नहीं थी।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पुर्तगालियों के आगमन के फलस्वरूप हुए सांस्कृतिक, तकनीकी एवं कृषिगत प्रभावों के संदर्भ में निम्नलिखित का सही मिलान कीजिए: सूची-I (योगदान / क्षेत्र): सूची-I: A. भारत में प्रथम प्रिंटिंग प्रेस (मुद्रणालय) B. भारतीय औषधीय पौधों पर प्रथम प्रामाणिक ग्रंथ C. नई कृषि फसलों का भारत में आगमन D. स्थापत्य कला की विशिष्ट शैली सूची-II: 1. गोवा (1556 ई.) - जेसुइट पादरियों द्वारा स्थापना 2. गार्सिया दा ओर्ता (Colóquios dos simples e drogas da India, 1563) 3. तंबाकू, आलू, टमाटर, लाल मिर्च, काजू, अनानास एवं पपीता 4. गोथिक स्थापत्य शैली (Gothic Architectural Style)</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पुर्तगालियों के आगमन ने भारत की अर्थव्यवस्था, कृषि और संस्कृति पर स्थायी प्रभाव डाला। भारत में पहली प्रिंटिंग प्रेस 1556 ई. में गोवा में जेसुइट मिशनरियों द्वारा स्थापित की गई थी, जहां 1557 में भारत की पहली पुस्तक छापी गई। पुर्तगाली चिकित्सक गार्सिया दा ओर्ता ने 1563 में गोवा में भारतीय जड़ी-बूटियों और औषधीय पादपों पर अग्रणी ग्रंथ 'कोलोक्वियोस' लिखा। पुर्तगाली मध्य और दक्षिण अमेरिका से भारत में तंबाकू, आलू, टमाटर, लाल मिर्च, काजू, मक्का, अनानास, अमरूद और पपीता जैसी फसलें लेकर आए। इसके अतिरिक्त भारत के पश्चिमी तट पर चर्च और कैथेड्रल निर्माण में यूरोपीय 'गोथिक वास्तुकला' तथा जहाजों में उन्नत ढलाई व तोपखाने की तकनीक पुर्तगालियों की ही देन थी।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पुर्तगालियों की धार्मिक नीतियों और ईसाई धर्म प्रचार के संदर्भ में निम्नलिखित कथनों पर विचार कीजिए: A. 1542 ई. में पुर्तगाली गवर्नर मार्टिम अल्फांसो डी सूजा के कार्यकाल में प्रसिद्ध जेसुइट संत फ्रांसिस्को जेवियर भारत आए थे। B. सेंट फ्रांसिस्को जेवियर ने कोरोमंडल और मालाबार तट के 'मुक्कुवर' और 'परावर' मछुआरा समुदायों में व्यापक स्तर पर ईसाई धर्म का प्रचार किया। C. वर्ष 1560 ई. में गोवा में 'इनक्विजिशन' (Inquisition / धार्मिक न्यायालय) की स्थापना की गई, जिसने गैर-ईसाइयों और नव-धर्मांतरित ईसाइयों पर कठोर धार्मिक नियंत्रण व दंड लागू किए। D. पुर्तगालियों की सहिष्णु और धर्मनिरपेक्ष नीतियों के कारण मुग़ल दरबार और दक्कन की सल्तनतों के साथ उनके संबंध सदैव अत्यधिक मधुर और निष्कंटक बने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पुर्तगाली केवल व्यापारिक लाभ के लिए नहीं, बल्कि पोप के आशीर्वाद से ईसाई धर्म के प्रसार (Proselitization) के उद्देश्य से भी भारत आए थे। 1542 में जेसुइट ऑर्डर के सह-संस्थापक सेंट फ्रांसिस जेवियर गवर्नर मार्टिम अल्फांसो डी सूजा के साथ गोवा पहुंचे और उन्होंने दक्षिण भारत के तटीय मछुआरों (परावर व मुक्कुवर) को बड़ी संख्या में बपतिस्मा देकर ईसाई बनाया। वर्ष 1560 में गोवा में 'गोवा इनक्विजिशन' (धार्मिक जांच अदालत) स्थापित हुई, जिसने मूर्तिपूजा पर रोक लगाई, हिंदू मंदिरों को तोड़ा और नव-ईसाइयों में पुराने रीति-रिवाजों का पालन करने पर कठोर दंड दिए। कथन D असत्य है क्योंकि पुर्तगालियों की अत्यधिक धार्मिक असहिष्णुता, जबरन धर्मांतरण और समुद्री लूटपाट ने मुग़ल सम्राटों (विशेषकर शाहजहाँ), मराठों और स्थानीय शासकों को उनका घोर शत्रु बना दिया, जो उनके पतन का प्रमुख कारण बना।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पुर्तगाली शक्ति के पतन और उनके प्रभाव के क्षरण के संदर्भ में निम्नलिखित कथनों पर विचार कीजिए: A. 1612 ई. में सूरत के निकट 'स्वाली के समुद्री युद्ध' में कैप्टन थॉमस बेस्ट के नेतृत्व में ब्रिटिश नौसेना ने पुर्तगाली बेड़े को परास्त किया। B. 1632 ई. में मुग़ल बादशाह शाहजहाँ के आदेश पर बंगाल के सूबेदार कासिम खां ने हुगली पर आक्रमण कर पुर्तगालियों को वहां से निष्कासित कर दिया। C. 1661 ई. में पुर्तगाल की राजकुमारी कैथरीन ऑफ ब्रैगेंज़ा के इंग्लैंड के राजा चार्ल्स द्वितीय से विवाह के अवसर पर पुर्तगालियों ने बम्बई द्वीप अंग्रेजों को दहेज में दे दिया। D. 18वीं शताब्दी के अंत तक अंग्रेजों ने 'ऑपरेशन विजय' चलाकर पुर्तगालियों को भारत से पूर्णतः निष्कासित कर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17वीं शताब्दी में पुर्तगाली शक्ति का तेजी से पतन हुआ। 1612 में स्वाली के युद्ध में अंग्रेजों ने पुर्तगालियों को पराजित कर उनकी नौसैनिक अजेयता का मिथक तोड़ा। 1632 में बंगाल में पुर्तगालियों द्वारा नमक व्यापार में अवैध एकाधिकार, दासों की खरीद-फरोख्त और मुग़ल महिलाओं के जबरन धर्मांतरण के कारण शाहजहाँ के सूबेदार कासिम खां ने हुगली के पुर्तगाली दुर्ग को ध्वस्त कर उन्हें खदेड़ दिया। 1661 में वैवाहिक संधि के तहत बम्बई अंग्रेजों को सौंप दिया गया। कथन D असत्य है क्योंकि पुर्तगाली भारत में गोवा, दमन और दीव में 1961 तक बने रहे; स्वतंत्र भारत सरकार ने 18-19 दिसंबर 1961 को भारतीय सेना द्वारा 'ऑपरेशन विजय' चलाकर गोवा को मुक्त कराया और भारत संघ में शामिल किया। अतः कथन A, B और C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डच ईस्ट इंडिया कंपनी (Vereenigde Oostindische Compagnie - VOC) की स्थापना एवं उसकी संरचना के संदर्भ में निम्नलिखित कथनों पर विचार कीजिए: A. डच संसद (स्टेट्स-जनरल) द्वारा मार्च 1602 में एक चार्टर पारित करके संयुक्त डच ईस्ट इंडिया कंपनी (VOC) की स्थापना की गई थी। B. VOC विश्व की पहली सार्वजनिक रूप से सूचीबद्ध संयुक्त-पूंजी कंपनी (Joint-Stock Company) थी, जिसने पूंजी जुटाने हेतु शेयर और बॉन्ड जारी किए थे। C. डच सरकार ने VOC को 21 वर्षों के लिए उत्तमाशा अंतरीप (Cape of Good Hope) के पूर्व में व्यापार करने, युद्ध छेड़ने, संधियां करने और दुर्ग बनाने के संप्रभु अधिकार दिए थे। D. डच ईस्ट इंडिया कंपनी का वास्तविक मुख्यालय भारत के सूरत में था, जहां से कंपनी के सभी 17 निदेशकों (Gentlemen XVII) द्वारा नियंत्रण किया जाता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डच संसद द्वारा 20 मार्च 1602 को विभिन्न प्रतिस्पर्धी डच व्यापारिक कंपनियों को मिलाकर 'यूनाइटेड ईस्ट इंडिया कंपनी' (VOC) का गठन किया गया, जिसकी कुल प्रारंभिक पूंजी लगभग 65 लाख गिल्डर थी। यह आधुनिक इतिहास की पहली बहुराष्ट्रीय संयुक्त-पूंजी कंपनी थी जिसने एम्सटर्डम स्टॉक एक्सचेंज पर शेयर जारी किए और शेयरधारकों को लाभांश दिया। डच सरकार ने इसे युद्ध करने, संधियां करने, किले बनाने और सिक्के ढालने के सार्वभौम अधिकार प्रदान किए थे। कथन D असत्य है क्योंकि कंपनी का सर्वोच्च प्रशासनिक बोर्ड 'जेंटलमैन सेventeen' (हेरेन XVII) नीदरलैंड्स से काम करता था, जबकि एशिया में डच साम्राज्य का सर्वोच्च मुख्यालय 1619 में स्थापित 'बटाविया' (वर्तमान जकार्ता, इंडोनेशिया) था, न कि सूरत।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डचों के प्रमुख व्यापारिक केंद्रों, दुर्गों एवं उनके संबंधित क्षेत्रों का सही मिलान कीजिए: सूची-I (डच केंद्र / किला): सूची-I: A. पुलीकट (Pulicat) B. चिनसुरा (Chinsurah) C. नागपट्टिनम (Nagapattinam) D. कोचीन (Cochin) सूची-II: 1. फोर्ट गैल्ड्रिया (Fort Geldria) - स्वर्ण पैगोडा सिक्के ढालने का मुख्य केंद्र 2. फोर्ट गुस्तावस (Fort Gustavus) - बंगाल में डचों का मुख्य प्रशासनिक केंद्र 3. 1690 में पुलीकट के स्थान पर कोरोमंडल तट पर डचों का मुख्य मुख्यालय बना 4. 1663 में पुर्तगालियों को हराकर मालाबार तट पर डच प्रभाव का केंद्र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डचों ने 1609-1610 में तमिलनाडु-आंध्र सीमा पर पुलीकट में अपनी फैक्ट्री स्थापित की और वहां 'फोर्ट गैल्ड्रिया' बनवाया; पुलीकट में डचों ने अपनी टकसाल स्थापित कर प्रसिद्ध सोने के 'पैगोडा' (Pagoda) सिक्के ढाले। बंगाल में 1635 में चिनसुरा में डच फैक्ट्री बनी जहाँ 'फोर्ट गुस्तावस' का निर्माण हुआ और यह बंगाल में डच सूती वस्त्र, रेशम व शोरा व्यापार का प्रमुख गढ़ बना। 1658 में डचों ने पुर्तगालियों से नागपट्टिनम छीना और 1690 में पुलीकट के स्थान पर नागपट्टिनम को कोरोमंडल तट का मुख्य मुख्यालय बनाया। 1663 में डचों ने पुर्तगालियों को पराजित कर कोचीन पर अधिकार किया और मालाबार के मसाला व्यापार पर नियंत्रण पाया।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17वीं शताब्दी में भारत के साथ व्यापार में डचों (Dutch) के प्रमुख व्यापारिक योगदान एवं प्राथमिकताओं के संदर्भ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डचों ने भारत से सूती वस्त्रों को प्रमुख निर्यात की वस्तु बनाकर इसे वैश्विक व्यापार की मुख्य मद के रूप में स्थापित किया।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डचों का मुख्य व्यापारिक ध्यान भारत में विशाल क्षेत्रीय साम्राज्य स्थापित कर राजस्व वसूलने पर केंद्रित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डचों ने केवल मालाबार तट से मसालों का व्यापार किया और कोरोमंडल व बंगाल के बाजारों में कोई रुचि नहीं दिखाई।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डच ईस्ट इंडिया कंपनी ने भारत में चाय और कॉफी के बागानों का बड़े पैमाने पर विकास किया।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डचों ने भारत से सूती वस्त्रों को प्रमुख निर्यात की वस्तु बनाकर इसे वैश्विक व्यापार की मुख्य मद के रूप में स्थापित किया।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डचों का मुख्य व्यापारिक ध्यान भारत में विशाल क्षेत्रीय साम्राज्य स्थापित कर राजस्व वसूलने पर केंद्रित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डचों ने केवल मालाबार तट से मसालों का व्यापार किया और कोरोमंडल व बंगाल के बाजारों में कोई रुचि नहीं दिखाई।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डच ईस्ट इंडिया कंपनी ने भारत में चाय और कॉफी के बागानों का बड़े पैमाने पर विकास किया।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डचों की व्यापारिक रणनीति की सबसे बड़ी विशेषता यह थी कि उन्होंने भारतीय सूती वस्त्रों को अंतरराष्ट्रीय व्यापार की एक प्रमुख वस्तु बना दिया। डच व्यापारी इंडोनेशिया के मसाला द्वीपों (मलय द्वीपसमूह, सुमात्रा, जावा, मोलुक्का) से मसाले प्राप्त करने के लिए यूरोपीय सोने-चांदी के बजाय कोरोमंडल और गुजरात के सूती वस्त्रों का विनिमय माध्यम (Barter Currency) के रूप में उपयोग करते थे। इसके अतिरिक्त डचों ने बंगाल से रेशम, शोरा (Saltpetre - बारूद निर्माण हेतु) और अफीम तथा सूरत से नील का बड़े पैमाने पर निर्यात किया। डचों की प्राथमिकता क्षेत्रीय प्रभुत्व स्थापित करने के बजाय विशुद्ध व्यापारिक मुनाफा कमाने पर थी। विकल्प B, C और D ऐतिहासिक रूप से असत्य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डच शक्ति के पतन से संबंधित महत्वपूर्ण ऐतिहासिक घटनाओं के संदर्भ में निम्नलिखित कथनों पर विचार कीजिए: A. 10 अगस्त 1741 को 'कोलाचेल के युद्ध' (Battle of Colachel) में त्रावणकोर के महाराजा मार्तंड वर्मा ने डच नौसेना को निर्णायक रूप से पराजित किया। B. कोलाचेल का युद्ध एशिया के इतिहास का पहला ऐसा युद्ध था जिसमें किसी एशियाई देशी रियासत ने एक सुसज्जित यूरोपीय नौसैनिक शक्ति को पूर्णतः परास्त किया। C. नवंबर 1759 में 'बेदारा/हुगली के युद्ध' (Battle of Bedara) में ब्रिटिश सेना ने रॉबर्ट क्लाइव के नेतृत्व में डचों को करारी शिकस्त दी। D. 1824-1825 की आंग्ल-डच संधियों के तहत अंग्रेजों ने इंडोनेशिया डचों को सौंप दिया तथा डचों ने भारत स्थित अपने समस्त व्यापारिक केंद्र अंग्रेजों को सौंप दिए।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डच शक्ति का पतन दो निर्णायक लड़ाइयों से हुआ। प्रथम, 1741 में त्रावणकोर के वीर राजा मार्तंड वर्मा ने कोलाचेल के ऐतिहासिक युद्ध में डच कमांडर यूस्टाकियस डी लैनॉय को हराकर डचों का मालाबार में मसाला एकाधिकार समाप्त कर दिया (डी लैनॉय ने आत्मसमर्पण कर बाद में त्रावणकोर की सेना का आधुनिकीकरण किया)। द्वितीय, प्लासी के बाद जब डचों ने बंगाल के नवाब मीर जाफर के साथ मिलकर अंग्रेजों के विरुद्ध षड्यंत्र रचा, तो नवंबर 1759 में बेदारा (चिनसुरा के निकट) के युद्ध में अंग्रेज कर्नल फोर्ड और क्लाइव ने डच सेना को कुचल दिया। इसके बाद डचों की राजनीतिक महत्वाकांक्षा भारत में पूरी तरह समाप्त हो गई। अंततः 1824-25 के समझौतों द्वारा अंग्रेजों ने सुमात्रा व मलय से अपना दावा छोड़ दिया और डचों ने भारत के सभी ठिकाने अंग्रेजों को देकर इंडोनेशिया पर ध्यान केंद्रित किया। अतः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ब्रिटिश ईस्ट इंडिया कंपनी (English East India Company) की स्थापना और उसके प्रारंभिक स्वरूप के संदर्भ में निम्नलिखित कथनों पर विचार कीजिए: A. 1599 ई. में 'मर्चेंट एडवेंचर्स' (Merchant Adventurers) नामक अंग्रेज व्यापारियों के समूह ने पूर्व के देशों के साथ व्यापार हेतु कंपनी का गठन किया था। B. 31 दिसंबर 1600 को इंग्लैंड की महारानी एलिजाबेथ प्रथम ने एक शाही राजपत्र (Royal Charter) जारी कर कंपनी को 15 वर्षों के लिए पूर्वी व्यापार का एकाधिकार प्रदान किया। C. कंपनी का प्रारंभिक आधिकारिक नाम 'गवर्नर एंड कंपनी ऑफ मर्चेंट्स ऑफ लंदन ट्रेडिंग इनटू द ईस्ट इंडीज' था। D. ब्रिटिश संसद ने कंपनी के गठन के समय ही इसे भारत के संपूर्ण भू-भाग पर प्रत्यक्ष प्रशासनिक शासन स्थापित करने का आदेश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1599 ई. में लॉर्ड मेयर की अध्यक्षता में लंदन के 80 से अधिक प्रमुख व्यापारियों ('मर्चेंट एडवेंचर्स') ने पूर्वी देशों के साथ समुद्री व्यापार हेतु एक संयुक्त कंपनी स्थापित की। 31 दिसंबर 1600 को महारानी एलिजाबेथ प्रथम ने एक ऐतिहासिक चार्टर द्वारा 'द गवर्नर एंड कंपनी ऑफ मर्चेंट्स ऑफ लंदन ट्रेडिंग इनटू द ईस्ट इंडीज' को उत्तमाशा अंतरीप से लेकर मैगलन जलडमरूमध्य तक के समस्त पूर्वी देशों के साथ 15 वर्षों के लिए व्यापारिक एकाधिकार दिया (जिसे 1609 में राजा जेम्स प्रथम ने अनिश्चित काल के लिए बढ़ा दिया)। कंपनी का प्रबंधन 24 सदस्यीय 'कोर्ट ऑफ डायरेक्टर्स' और एक गवर्नर के हाथों में था। कथन D गलत है क्योंकि कंपनी की स्थापना विशुद्ध रूप से एक व्यापारिक उद्यम के रूप में की गई थी, न कि राजनीतिक या प्रशासनिक शासन स्थापित करने हेतु।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मुग़ल दरबार में आने वाले प्रारंभिक ब्रिटिश राजदूतों एवं दूतों के संदर्भ में निम्नलिखित कथनों पर विचार कीजिए: A. कैप्टन विलियम हॉकिंस 1608 ई. में 'हेक्टर' नामक जहाज से सूरत पहुँचा और 1609 में आगरा में मुग़ल बादशाह जहांगीर के दरबार में उपस्थित हुआ। B. हॉकिंस ने जहांगीर से तुर्की एवं फारसी भाषा में संवाद किया, जिससे प्रभावित होकर जहांगीर ने उसे 'इंग्लिश खां' की उपाधि तथा 400 का मनसब प्रदान किया। C. सर थॉमस रो 1615 ई. में इंग्लैंड के राजा जेम्स प्रथम के आधिकारिक राजदूत के रूप में जहांगीर के दरबार (अजमेर) में उपस्थित हुआ। D. जहांगीर ने पुर्तगालियों के तीव्र विरोध और दबाव के बावजूद 1609 में ही हॉकिंस को सूरत में अंग्रेजों का पहला किला बनाने का शाही फरमान सौंप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कैप्टन विलियम हॉकिंस जेम्स प्रथम का पत्र लेकर अप्रैल 1609 में आगरा पहुँचा। वह तुर्की और फारसी का अच्छा ज्ञाता था, जिससे जहांगीर अत्यधिक प्रसन्न हुआ और उसे 'इंग्लिश खां' (फिरंगी खां) की उपाधि, 400 का जात मनसब, जागीर और आर्मेनियाई ईसाई महिला से विवाह की अनुमति दी। लेकिन सूरत के स्थानीय व्यापारियों और पुर्तगाली जेसुइट्स के दबाव में जहांगीर ने अंग्रेजों को सूरत में फैक्ट्री खोलने की अनुमति देने से इनकार कर दिया और हॉकिंस 1611 में असफल होकर लौटा (अतः कथन D गलत है)। इसके बाद 1615 में राजा जेम्स प्रथम के औपचारिक राजदूत के रूप में सर थॉमस रो अजमेर में जहांगीर के दरबार में आया और 1619 तक रहा। रो ने अपने कूटनीतिक प्रयासों से संपूर्ण मुग़ल साम्राज्य में फैक्ट्रियां स्थापित करने और व्यापार करने के शाही फरमान हासिल किए।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1612 ई. में सूरत के निकट लड़े गए ऐतिहासिक 'स्वाली के युद्ध' (Battle of Swally) का भारतीय इतिहास में क्या प्राथमिक महत्व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युद्ध में कैप्टन थॉमस बेस्ट के नेतृत्व में अंग्रेजों ने पुर्तगाली नौसेना को पराजित किया, जिसके बाद जहांगीर ने सूरत में स्थायी अंग्रेजी फैक्ट्री की अनुमति 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युद्ध में फ्रांसीसियों ने अंग्रेजों को हराकर सूरत की फैक्ट्री पर कब्जा कर लिया।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युद्ध के बाद मराठों ने मुग़ल साम्राज्य के सूरत बंदरगाह को पूरी तरह लूट लिया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युद्ध के परिणामस्वरूप डचों ने अंग्रेजों को भारत से निष्कासित कर दिया।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 युद्ध में कैप्टन थॉमस बेस्ट के नेतृत्व में अंग्रेजों ने पुर्तगाली नौसेना को पराजित किया, जिसके बाद जहांगीर ने सूरत में स्थायी अंग्रेजी फैक्ट्री की अनुमति 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युद्ध में फ्रांसीसियों ने अंग्रेजों को हराकर सूरत की फैक्ट्री पर कब्जा कर 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युद्ध के बाद मराठों ने मुग़ल साम्राज्य के सूरत बंदरगाह को पूरी तरह लूट लिया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युद्ध के परिणामस्वरूप डचों ने अंग्रेजों को भारत से निष्कासित कर दिया।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29-30 नवंबर 1612 को सूरत के तट के निकट स्वाली होल (Swally Hole) में एक ऐतिहासिक नौसैनिक युद्ध हुआ। ब्रिटिश ईस्ट इंडिया कंपनी के कमांडर कैप्टन थॉमस बेस्ट ने अपने दो जहाजों ('रेड ड्रैगन' और 'होसिएन्डर') की सहायता से पुर्तगाली नौसैनिक बेड़े को करारी शिकस्त दी। इस पराजय ने मुग़ल सम्राट जहांगीर और स्थानीय मुग़ल सूबेदार सरदार खां को यह स्पष्ट कर दिया कि समुद्र में पुर्तगालियों की शक्ति अजेय नहीं है और अंग्रेज नौसेना उनसे अधिक श्रेष्ठ है। परिणामस्वरूप जहांगीर ने जनवरी 1613 में एक शाही फरमान जारी कर अंग्रेजों को थॉमस एल्डवर्थ के अधीन सूरत में अपनी पहली स्थायी व्यापारिक कोठी स्थापित करने की विधिवत अनुमति प्रदान की। अन्य विकल्प इस घटना से संबंधित नहीं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दक्षिण एवं पूर्वी भारत में अंग्रेजों की प्रारंभिक व्यापारिक कोठियों एवं दुर्गों की स्थापना के संदर्भ में निम्नलिखित का सही मिलान कीजिए: सूची-I (अंग्रेजी केंद्र / किला): सूची-I: A. मसुलीपट्टनम (Masulipatnam) B. अरमागांव (Armagaon) C. मद्रास - फोर्ट सेंट जॉर्ज (Fort St. George) D. हरिहरपुर एवं बालासोर (ओडिशा) सूची-II: 1. 1611 ई. - दक्षिण भारत (गोलकुंडा राज्य) में अंग्रेजों का प्रथम व्यापारिक केंद्र 2. 1626 ई. - कोरोमंडल तट पर अंग्रेजों की प्रथम किलेबंद चौकी 3. 1639 ई. - फ्रांसिस डे द्वारा चंद्रगिरि के राजा से पट्टे पर प्राप्त क्षेत्र 4. 1633 ई. - पूर्वी भारत में अंग्रेजों की प्रथम व्यापारिक कोठियां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अंग्रेजों ने दक्षिण भारत में अपना पहला व्यापारिक केंद्र 1611 ई. में गोलकुंडा राज्य के प्रमुख बंदरगाह मसुलीपट्टनम में खोला। 1626 में पुलीकट के निकट अरमागांव में अंग्रेजों ने अपनी दूसरी और पहली किलेबंद व्यापारिक चौकी बनाई। वर्ष 1639 में अंग्रेज अधिकारी फ्रांसिस डे (Francis Day) ने चंद्रगिरि के राजा के प्रतिनिधि वेंकटप्पा नायक से मद्रासपट्टनम (मद्रास) को पट्टे पर लिया और वहां 1640 में 'फोर्ट सेंट जॉर्ज' नामक प्रसिद्ध दुर्ग का निर्माण कराया, जो दक्षिण भारत में अंग्रेजों का मुख्य प्रेसीडेंसी मुख्यालय बना। पूर्वी भारत में अंग्रेजों ने अपनी पहली फैक्ट्रियां 1633 ई. में ओडिशा के हरिहरपुर (महानदी डेल्टा) और बालासोर में स्थापित की थीं।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ब्रिटिश ईस्ट इंडिया कंपनी द्वारा बम्बई (Mumbai) के अधिग्रहण एवं उसके विकास के संदर्भ में निम्नलिखित कथनों पर विचार कीजिए: A. 1661 ई. में पुर्तगाल के राजा ने अपनी बहन कैथरीन ऑफ ब्रैगेंज़ा का विवाह इंग्लैंड के राजा चार्ल्स द्वितीय से होने पर बम्बई द्वीप अंग्रेजों को दहेज में दिया था। B. राजा चार्ल्स द्वितीय ने 1668 ई. में मात्र 10 पाउंड के वार्षिक किराये पर बम्बई का नियंत्रण ईस्ट इंडिया कंपनी को हस्तांतरित कर दिया। C. गेराल्ड ऑन्गियर (Gerald Aungier, 1669-1677) को आधुनिक बम्बई का वास्तविक संस्थापक माना जाता है, जिसने वहां टकसाल, न्यायालय और गोदी का निर्माण कराया। D. अंग्रेजों ने 1687 ई. में पश्चिमी तट पर अपने व्यापार का मुख्यालय सूरत से हटाकर बम्बई स्थानांतरित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बम्बई का अधिग्रहण ब्रिटिश साम्राज्य के विस्तार में अत्यंत महत्वपूर्ण मोड़ था। 1661 में पुर्तगाली राजकुमारी कैथरीन और ब्रिटिश सम्राट चार्ल्स द्वितीय के विवाह पर पुर्तगालियों ने बम्बई द्वीपसमूह ब्रिटिश क्राउन को दहेज स्वरूप दिया। चार्ल्स द्वितीय ने 1668 में इसे 10 पाउंड प्रति वर्ष के मामूली किराये पर ईस्ट इंडिया कंपनी को सौंप दिया। 1669 से 1677 तक बम्बई के गवर्नर रहे गेराल्ड ऑन्गियर ने शहर की किलेबंदी कराई, यूरोपीय व्यापारियों, पारसियों व गुजराती महाजनों को बसने हेतु आकर्षित किया, बैंक, टकसाल और विधि न्यायालय स्थापित किए, जिसके कारण उन्हें 'बम्बई का संस्थापक' कहा जाता है। 1687 में कंपनी ने पश्चिमी प्रेसीडेंसी का मुख्य प्रशासनिक मुख्यालय सूरत से बम्बई स्थानांतरित कर दिया। अतः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बंगाल में कलकत्ता शहर की नींव और 'फोर्ट विलियम' की स्थापना के संदर्भ में निम्नलिखित कथनों पर विचार कीजिए: A. 1690 ई. में ईस्ट इंडिया कंपनी के एजेंट जॉब चार्नॉक ने हुगली नदी के किनारे 'सुतानाती' (Sutanuti) में एक अंग्रेजी व्यापारिक बस्ती की स्थापना की थी। B. 1698 ई. में बंगाल के मुग़ल सूबेदार अज़ीम-उस-शान की अनुमति से अंग्रेजों ने ₹1,200 के भुगतान पर तीन गांवों-सुतानाती, कलिकाता और गोविंदपुर की ज़मींदारी प्राप्त की। C. इन तीनों गांवों को मिलाकर आधुनिक कलकत्ता शहर विकसित हुआ और 1700 ई. में यहां 'फोर्ट विलियम' नामक दुर्ग का निर्माण पूरा हुआ। D. फोर्ट विलियम प्रेसीडेंसी के प्रथम गवर्नर/अध्यक्ष लॉर्ड रॉबर्ट क्लाइव को नियुक्त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20/30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24 अगस्त 1690 को जॉब चार्नॉक ने सुतानाती गांव में अंग्रेजी कोठी की नींव रखी, जिसे कलकत्ता का स्थापना दिवस माना जाता है। 1698 में बंगाल के सूबेदार अज़ीम-उस-शान (औरंगजेब का पोता) ने स्थानीय जमींदार सबर्ण राय चौधरी से ₹1200 में सुतानाती, कलिकाता और गोविंदपुर की जमींदारी कंपनी को हस्तांतरित करने की अनुमति दी। 1700 में इंग्लैंड के राजा विलियम तृतीय के सम्मान में किलेबंद कारखाने का नाम 'फोर्ट विलियम' रखा गया और इसे पहली प्रेसीडेंसी घोषित किया गया। कथन D असत्य है क्योंकि फोर्ट विलियम के प्रथम प्रेसिडेंट/गवर्नर सर चार्ल्स आयर (Sir Charles Eyre) बने थे, न कि रॉबर्ट क्लाइव (क्लाइव 1757 में प्लासी के समय बंगाल का गवर्नर बना था)। अतः केवल A, B और C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20/30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1717 ई. में मुग़ल बादशाह फर्रुखसियर द्वारा ईस्ट इंडिया कंपनी को जारी किए गए 'शाही फरमान' (कंपनी का मैग्नाकार्टा) के संदर्भ में निम्नलिखित कथनों पर विचार कीजिए: A. यह फरमान जॉन सुरमन के नेतृत्व वाले ब्रिटिश शिष्टमंडल के प्रयासों से प्राप्त हुआ था, जिसमें सर्जन डॉ. विलियम हेमिल्टन भी शामिल थे। B. मात्र ₹3,000 के वार्षिक निश्चित शुल्क के बदले कंपनी को बंगाल में समस्त सीमा शुल्क (कस्टम ड्यूटी) से मुक्त व्यापार की छूट दी गई। C. कंपनी को अपने माल के आवागमन हेतु 'दस्तक' (Dastak - व्यापारिक परमिट पास) जारी करने का अनन्य अधिकार प्रदान किया गया। D. बम्बई की टकसाल में कंपनी द्वारा ढाले गए सिक्कों को मुग़ल साम्राज्य भर में कानूनी मान्यता (Legal Tender) दी गई तथा सूरत में ₹10,000 वार्षिक कर पर सभी चुंगियों से मुक्ति मिली।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21/30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1715 में जॉन सुरमन के नेतृत्व में एक ब्रिटिश दूतावास मुग़ल सम्राट फर्रुखसियर के दरबार में दिल्ली आया। दल के चिकित्सक डॉ. विलियम हेमिल्टन ने बादशाह को एक गंभीर बीमारी से मुक्ति दिलाई, जिससे प्रसन्न होकर फर्रुखसियर ने 1717 में तीन अलग-अलग शाही फरमान (बंगाल, गुजरात, हैदराबाद हेतु) जारी किए। इतिहासकार रॉबर्ट ऑर्म ने इसे कंपनी के इतिहास का 'मैग्नाकार्टा' (अधिकार पत्र) कहा। इसके तहत बंगाल में मात्र ₹3,000 वार्षिक अदायगी पर कंपनी का संपूर्ण आयात-निर्यात कर-मुक्त कर दिया गया और दस्तक जारी करने का अधिकार मिला। सूरत में ₹10,000 वार्षिक पर सभी कर माफ किए गए, कलकत्ता के आसपास 38 गांवों को पट्टे पर लेने की स्वीकृति मिली और बम्बई की टकसाल में ढाले गए सिक्कों को संपूर्ण मुग़ल साम्राज्य में वैध मुद्रा माना गया।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21/30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1686-1690 ई. के दौरान ईस्ट इंडिया कंपनी और मुग़ल सम्राट औरंगजेब के मध्य हुए सैन्य संघर्ष ('चाइल्ड का युद्ध' / Child's War) के संदर्भ में निम्नलिखित में से कौन-सा कथन सही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मुग़ल सेना ने सर जोशिया चाइल्ड के नेतृत्व वाली अंग्रेजी सेना को पराजित कर हुगली और सूरत से निष्कासित कर दिया, जिसके बाद कंपनी ने ₹1.5 लाख का हर्जाना देकर माफी मांगी।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अंग्रेजों ने औरंगजेब को पराजित कर दिल्ली पर अधिकार कर लिया और बंगाल को स्वतंत्र घोषित कर दिया।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युद्ध के बाद औरंगजेब ने अंग्रेजों को भारत से स्थायी रूप से प्रतिबंधित कर व्यापार के समस्त अधिकार फ्रांसीसियों को सौंप दिए।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युद्ध बक्सर के मैदान में लड़ा गया था जिसमें अंग्रेजों की नौसेना ने मुग़ल बेड़े को पूरी तरह नष्ट कर दिया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22/30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मुग़ल सेना ने सर जोशिया चाइल्ड के नेतृत्व वाली अंग्रेजी सेना को पराजित कर हुगली और सूरत से निष्कासित कर दिया, जिसके बाद कंपनी ने ₹1.5 लाख का हर्जाना देकर माफी मांगी।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अंग्रेजों ने औरंगजेब को पराजित कर दिल्ली पर अधिकार कर लिया और बंगाल को स्वतंत्र घोषित कर दिया।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युद्ध के बाद औरंगजेब ने अंग्रेजों को भारत से स्थायी रूप से प्रतिबंधित कर व्यापार के समस्त अधिकार फ्रांसीसियों को सौंप दिए।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युद्ध बक्सर के मैदान में लड़ा गया था जिसमें अंग्रेजों की नौसेना ने मुग़ल बेड़े को पूरी तरह नष्ट कर दिया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1686 ई. में कंपनी के तत्कालीन महत्वाकांक्षी निदेशक सर जोशिया चाइल्ड के आदेश पर अंग्रेजों ने बंगाल के हुगली शहर और मुग़ल किलों पर आक्रमण कर दिया तथा पश्चिमी तट पर मक्का जाने वाले मुग़ल हज जहाजों को बंधक बना लिया। इससे क्रुद्ध होकर मुग़ल सम्राट औरंगजेब ने मुग़ल सेनापति शाइस्ता खां और सिद्दी याकूब को अंग्रेजों के सभी अड्डों को नष्ट करने का आदेश दिया। मुग़ल सेना ने हुगली, कासिम बाजार, पटना, मछलीपट्टनम और बम्बई की फैक्ट्रियों पर कब्जा कर लिया और अंग्रेजों को बंगाल की दलदली भूमि (बुखार द्वीप - इनगेली) में शरण लेनी पड़ी। अंततः अपनी भारी दुर्बलता को देखते हुए 1690 में कंपनी ने औरंगजेब के समक्ष आत्मसमर्पण किया, क्षमा याचना की और ₹1.5 लाख (डेढ़ लाख रुपये) का भारी हर्जाना चुकाया, जिसके बाद ही औरंगजेब ने उन्हें पुनः व्यापार की अनुमति दी।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22/30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डेनिश ईस्ट इंडिया कंपनी (Danish East India Company) के भारत में आगमन एवं गतिविधियों के संदर्भ में निम्नलिखित कथनों पर विचार कीजिए: A. डेनमार्क के राजा क्रिश्चियन चतुर्थ के चार्टर द्वारा 1616 ई. में डेनिश ईस्ट इंडिया कंपनी की स्थापना की गई थी। B. डेनों ने 1620 ई. में तमिलनाडु के तंजौर जिले में 'ट्रंकेबार' (तरंगमबाड़ी) में अपनी पहली व्यापारिक कोठी और 'फोर्ट डैन्सबोर्ग' की स्थापना की। C. बंगाल स्थित 'सेरामपुर' (Serampore, 1755) भारत में डेनिश बस्तियों का प्रमुख प्रशासनिक मुख्यालय और मिशनरी गतिविधियों का केंद्र बना। D. डेनिश कंपनी ने व्यापार में अत्यधिक सफलता प्राप्त कर 19वीं सदी के अंत तक संपूर्ण बंगाल के सूती वस्त्र उद्योग पर अपना एकाधिकार स्थापित कर लिया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23/30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डेनमार्क की कंपनी 1616 में स्थापित हुई और उसने 1620 में तंजौर के नायक शासक से भूमि प्राप्त कर ट्रंकेबार (तमिलनाडु) में 'फोर्ट डैन्सबोर्ग' बनाया। 1755 में हुगली नदी के तट पर सेरामपुर (बंगाल) में दूसरी बस्ती बनी जो डेनिश भारत का मुख्यालय बनी। डेन व्यापारी व्यावसायिक लाभ की तुलना में ईसाई धर्मप्रचार और समाज सुधार के लिए अधिक विख्यात हुए; बार्थोलोमियस जीगेनबाल्ग ने ट्रंकेबार में पहली बार न्यू टेस्टामेंट का तमिल अनुवाद छापा (1714) तथा 1800 में विलियम केरी, मार्शमैन और वार्ड (सेरामपुर त्रिमूर्ति) ने सेरामपुर मिशन प्रेस और सेरामपुर कॉलेज की स्थापना की। कथन D असत्य है क्योंकि डेनिश कंपनी व्यापारिक रूप से कमजोर रही और 1845 में उसने अपनी सभी बस्तियां (ट्रंकेबार और सेरामपुर) ₹12.5 लाख में ब्रिटिश ईस्ट इंडिया कंपनी को बेच दीं और भारत से वापस लौट गई।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23/30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फ्रांसीसी ईस्ट इंडिया कंपनी के प्रमुख व्यापारिक केंद्रों, दुर्गों एवं संस्थापकों का सही मिलान कीजिए: सूची-I (फ्रांसीसी केंद्र / बस्ती): सूची-I: A. सूरत (Surat) - 1668 ई. B. पांडिचेरी (Pondicherry - Fort Louis) - 1674 ई. C. चंद्रनगर (Chandernagore) - 1690-92 ई. D. माहे एवं कराईकल (Mahe &amp; Karaikal) सूची-II: 1. फ्रांसिस कैरो (Francois Caron) - भारत में प्रथम फ्रांसीसी फैक्ट्री 2. फ्रैंकोइस मार्टिन (Francois Martin) - वालिकोंडापुरम के शेर खां लोदी से प्राप्त 3. बंगाल के सूबेदार शाइस्ता खां से प्राप्त भूमि पर स्थापित प्रमुख केंद्र 4. गवर्नर लेनोइर एवं डूमा (Dumas) के समय अधिग्रहीत तटीय केंद्र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24/30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फ्रांसीसी ईस्ट इंडिया कंपनी के महानिदेशक फ्रांसिस कैरो ने 1668 में सूरत में पहली फ्रांसीसी फैक्ट्री खोली। 1673 में फ्रैंकोइस मार्टिन और बेलेंजर डी लेस्पिने ने वालिकोंडापुरम (कर्नाटक) के मुस्लिम सूबेदार शेर खां लोदी से एक छोटा गांव प्राप्त किया, जिसे मार्टिन ने 1674 में 'पांडिचेरी' के रूप में विकसित किया और 'फोर्ट लुई' का निर्माण कराया (मार्टिन को पांडिचेरी का वास्तविक संस्थापक माना जाता है)। 1690-1692 में मुग़ल सूबेदार शाइस्ता खां द्वारा दी गई भूमि पर बंगाल में चंद्रनगर फैक्ट्री स्थापित हुई। 1725 में मालाबार तट पर माहे और 1739 में तंजौर के राजा से कराईकल को फ्रांसीसी गवर्नर डूमा और लेनोइर के समय फ्रांसीसी प्रभाव में लिया गया।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24/30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फ्रांसीसी ईस्ट इंडिया कंपनी (Compagnie des Indes Orientales) के स्वरूप एवं ब्रिटिश ईस्ट इंडिया कंपनी से उसकी भिन्नता के संदर्भ में निम्नलिखित कथनों पर विचार कीजिए: A. फ्रांसीसी कंपनी की स्थापना 1664 ई. में फ्रांस के सम्राट लुई चौदहवें के प्रसिद्ध वित्त मंत्री ज्यां बैपटिस्ट कोल्बर्ट (Colbert) के प्रयासों से हुई थी। B. फ्रांसीसी कंपनी पूर्णतः एक सरकारी/राजकीय उपक्रम थी, जिसका अधिकांश वित्तीय भार और नियंत्रण फ्रांसीसी राजमुकुट (Crown) के अधीन था। C. ब्रिटिश कंपनी एक स्वायत्त निजी संयुक्त-पूंजी कंपनी थी, जिसके निर्णय स्वतंत्र निदेशक मंडल द्वारा वाणिज्यिक लाभ को ध्यान में रखकर त्वरित लिए जाते थे। D. फ्रांसीसी कंपनी को निर्णय लेने में पूर्ण वित्तीय स्वायत्तता प्राप्त थी और उसे पेरिस की सरकार से किसी प्रकार के अनुमोदन की आवश्यकता नहीं होती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25/30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1664 में लुई चौदहवें के शासनकाल में मंत्री कोल्बर्ट ने 'कंपैनी देस इंडेस ओरिएंटल्स' की स्थापना की, जिसमें 50% से अधिक पूंजी राजा द्वारा दी गई थी। यह कंपनी राज्य द्वारा निर्मित, संपोषित और नियंत्रित संस्था थी जिसके निदेशकों की नियुक्ति भी सम्राट द्वारा होती थी। इसके विपरीत ब्रिटिश ईस्ट इंडिया कंपनी निजी पूंजीपतियों की स्वायत्त कंपनी थी जो केवल व्यावसायिक मुनाफे और शेयरधारकों के हितों पर केंद्रित थी। कथन D असत्य है क्योंकि फ्रांसीसी कंपनी में अत्यधिक नौकरशाही नियंत्रण, भ्रष्टाचार और सरकारी हस्तक्षेप था; पेरिस सरकार की मर्जी के बिना अधिकारी स्वतंत्र निर्णय नहीं ले सकते थे और जब भी फ्रांस यूरोपीय युद्धों में उलझता, कंपनी को धन और सैन्य सहायता बंद हो जाती थी, जो भारत में फ्रांसीसियों की पराजय का मुख्य कारण बना।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25/30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प्रथम कर्नाटक युद्ध (1746-1748 ई.) एवं 'सेंट थोमे के युद्ध' (Battle of St. Thome) के संदर्भ में निम्नलिखित कथनों पर विचार कीजिए: A. प्रथम कर्नाटक युद्ध का मूल कारण यूरोप में 1740 ई. में छिड़ा 'ऑस्ट्रिया का उत्तराधिकार युद्ध' (War of Austrian Succession) था। B. युद्ध के दौरान मॉरीशस के फ्रांसीसी गवर्नर ला बूर्दोने की सहायता से डूप्ले ने अंग्रेजों के प्रमुख केंद्र मद्रास (फोर्ट सेंट जॉर्ज) पर अधिकार कर लिया था। C. 1746 ई. में अड्यार नदी के तट पर लड़े गए 'सेंट थोमे के युद्ध' में फ्रांसीसी कैप्टन पैराडाइज के नेतृत्व में मात्र 1000 सैनिकों ने कर्नाटक के नवाब अनवरुद्दीन की 10,000 की सेना को पराजित किया। D. यह युद्ध 1748 ई. में यूरोप में हस्ताक्षरित 'एक्स-ला-शैपेल की संधि' (Treaty of Aix-la-Chapelle) से समाप्त हुआ, जिसके तहत मद्रास पुनः अंग्रेजों को लौटा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26/30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कर्नाटक युद्ध यूरोप के ऑस्ट्रियाई उत्तराधिकार युद्ध (1740-48) का भारतीय विस्तार था। जब ब्रिटिश कमांडर बार्नेट ने कुछ फ्रांसीसी जहाजों को पकड़ा, तो फ्रांसीसी गवर्नर डूप्ले ने मॉरीशस के गवर्नर ला बूर्दोने के नौसैनिक बेड़े की मदद से सितंबर 1746 में अंग्रेजों से मद्रास छीन लिया। जब कर्नाटक के नवाब अनवरुद्दीन ने अपने क्षेत्र में शांति भंग होने पर मद्रास खाली करने को कहा, तो नवाब के पुत्र महफूज खां ने 10,000 की विशाल सेना से हमला किया। 1746 में अड्यार नदी पर 'सेंट थोमे के युद्ध' में फ्रांसीसी कैप्टन पैराडाइज के नेतृत्व वाली छोटी अनुशासित टुकड़ी (230 यूरोपीय + 700 भारतीय सिपाही) ने नवाब की विशाल सेना को परास्त कर दिया। इसने सिद्ध किया कि यूरोपीय तोपखाना और सैन्य अनुशासन भारतीय पारंपरिक सेना पर भारी है। 1748 में 'एक्स-ला-शैपेल की संधि' से युद्ध समाप्त हुआ और अमेरिका में लुईसबर्ग के बदले मद्रास अंग्रेजों को वापस मिल गया।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26/30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द्वितीय कर्नाटक युद्ध (1749-1754 ई.) एवं रॉबर्ट क्लाइव के उदय के संदर्भ में निम्नलिखित कथनों पर विचार कीजिए: A. द्वितीय कर्नाटक युद्ध का मुख्य कारण हैदराबाद (निज़ाम पद) एवं कर्नाटक (नवाब पद) में उत्तराधिकार हेतु स्थानीय आंतरिक संघर्ष था। B. फ्रांसीसी गवर्नर डूप्ले ने हैदराबाद में मुजफ्फर जंग और कर्नाटक में चंदा साहिब का समर्थन किया, जबकि अंग्रेजों ने नासिर जंग और मुहम्मद अली का पक्ष लिया। C. 1749 ई. के 'अंबूर के युद्ध' (Battle of Ambur) में डूप्ले, मुजफ्फर जंग और चंदा साहिब के त्रिगुट ने नवाब अनवरुद्दीन को पराजित कर मार डाला। D. 1751 ई. में रॉबर्ट क्लाइव ने मात्र 500 सैनिकों के साथ कर्नाटक की राजधानी अर्काट (Arcot) पर कब्जा कर 53 दिनों तक सफल घेराबंदी की, जिसने युद्ध का पासा अंग्रेजों के पक्ष में पलट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27/30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1748 में हैदराबाद के संस्थापक आसफजाह निज़ाम-उल-मुल्क की मृत्यु के बाद उसके बेटे नासिर जंग और पोते मुजफ्फर जंग के बीच विवाद हुआ; उसी समय कर्नाटक में अनवरुद्दीन और उसके बहनोई चंदा साहिब में नवाब पद को लेकर संघर्ष छिड़ा। डूप्ले ने अवसर का लाभ उठाकर मुजफ्फर जंग व चंदा साहिब से गुप्त गठबंधन किया और 3 अगस्त 1749 को 'अंबूर के युद्ध' में अनवरुद्दीन को मारकर चंदा साहिब को नवाब बनाया। अनवरुद्दीन का बेटा मुहम्मद अली त्रिचनापल्ली भाग गया। जब फ्रांसीसी त्रिचनापल्ली का घेरा डाले हुए थे, तब ब्रिटिश ईस्ट इंडिया कंपनी के युवा क्लर्क रॉबर्ट क्लाइव ने मद्रास से निकलकर अचानक चंदा साहिब की राजधानी 'अर्काट' पर कब्जा कर लिया और 53 दिनों तक भारी घेराबंदी को विफल किया। इस पराजय के बाद चंदा साहिब मारा गया और अंग्रेजों के समर्थक मुहम्मद अली को कर्नाटक का नवाब बनाया गया। 1754 में पांडिचेरी की संधि द्वारा युद्ध समाप्त हुआ और डूप्ले को वापस फ्रांस बुला लिया गया। अतः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27/30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तृतीय कर्नाटक युद्ध (1758-1763 ई.) एवं 'वांडीवाश के युद्ध' (Battle of Wandiwash) के संदर्भ में निम्नलिखित कथनों पर विचार कीजिए: A. तृतीय कर्नाटक युद्ध यूरोप में 1756 ई. में प्रारंभ हुए 'सप्तवर्षीय युद्ध' (Seven Years' War) का ही प्रत्यक्ष परिणाम था। B. फ्रांसीसी सरकार ने 1758 में काउंट डी लाली को संपूर्ण नागरिक व सैन्य अधिकारों के साथ भारत में कमांडर-इन-चीफ बनाकर भेजा था। C. 22 जनवरी 1760 को लड़े गए 'वांडीवाश के निर्णायक युद्ध' में ब्रिटिश सेनापति सर आयर कूट ने फ्रांसीसी सेनापति काउंट डी लाली को पराजित किया। D. 1763 ई. की 'पेरिस की संधि' (Treaty of Paris) के तहत फ्रांसीसियों को अपने सभी भारतीय व्यापारिक केंद्र पुनः प्राप्त हो गए तथा उन्हें वहां विशाल सेना रखने व किलेबंदी करने की पूर्ण छूट दी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28/30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यूरोप में 1756 में ऑस्ट्रिया-फ्रांस गठबंधन और ब्रिटेन-प्रशिया के मध्य 'सप्तवर्षीय युद्ध' शुरू होते ही भारत में तृतीय कर्नाटक युद्ध छिड़ गया। फ्रांस ने काउंट डी लाली को भेजा जिसने 1758 में फोर्ट सेंट डेविड जीता, लेकिन उसने हैदराबाद से सक्षम सेनापति बुस्सी (Bussy) को वापस बुलाने की भारी रणनीतिक भूल की जिससे हैदराबाद का प्रभाव समाप्त हो गया। 22 जनवरी 1760 को तमिलनाडु में 'वांडीवाश का ऐतिहासिक युद्ध' हुआ जिसमें अंग्रेज जनरल सर आयर कूट ने लाली को निर्णायक रूप से हराया और बुस्सी को बंदी बना लिया। 1761 में अंग्रेजों ने पांडिचेरी को भी जीत लिया। कथन D असत्य है क्योंकि 1763 की 'पेरिस की संधि' के तहत फ्रांसीसियों को पांडिचेरी, चंद्रनगर आदि कारखाने वापस तो मिले, परंतु यह सख्त शर्त रखी गई कि वे इन केंद्रों की किलेबंदी नहीं करेंगे और न ही वहां कोई सेना रखेंगे; वे केवल विशुद्ध व्यापारी बनकर रहेंगे। इस प्रकार भारत में फ्रांसीसी साम्राज्य का सपना हमेशा के लिए समाप्त हो गया। अतः केवल A, B और C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28/30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यूरोपीय शक्तियों के मध्य हुए प्रमुख ऐतिहासिक युद्धों एवं उनके वर्ष का सही मिलान कीजिए: सूची-I (ऐतिहासिक युद्ध): सूची-I: A. स्वाली का युद्ध (Battle of Swally) B. कोलाचेल का युद्ध (Battle of Colachel) C. बेदारा का युद्ध (Battle of Bedara / Chinsurah) D. वांडीवाश का युद्ध (Battle of Wandiwash) सूची-II: 1. 1612 ई. - अंग्रेजों द्वारा पुर्तगालियों की नौसैनिक पराजय (सूरत फैक्ट्री का मार्ग प्रशस्त) 2. 1741 ई. - त्रावणकोर के मार्तंड वर्मा द्वारा डचों की निर्णायक पराजय 3. 1759 ई. - अंग्रेजों द्वारा बंगाल में डचों का अंतिम सैन्य दमन 4. 1760 ई. - अंग्रेजों द्वारा फ्रांसीसी शक्ति का भारत में निर्णायक अंत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29/30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यूरोपीय कंपनियों के बीच भारत में सर्वोच्चता की लड़ाई चार ऐतिहासिक मोड़ों से गुजरी। प्रथम, 1612 में स्वाली के युद्ध में कैप्टन बेस्ट ने पुर्तगालियों को हराकर सूरत में अंग्रेजी फैक्ट्री की स्थापना सुनिश्चित की। द्वितीय, 1741 में कोलाचेल के युद्ध में राजा मार्तंड वर्मा ने डचों को हराकर मालाबार में उनके एकाधिकार को तोड़ा। तृतीय, नवंबर 1759 में बेदारा (बंगाल) के युद्ध में क्लाइव और फोर्ड ने डच सेना को कुचलकर बंगाल की राजनीति से डचों का पत्ता सदा के लिए साफ कर दिया। चतुर्थ, 22 जनवरी 1760 को वांडीवाश के युद्ध में सर आयर कूट ने काउंट डी लाली को पराजित कर भारत में फ्रांसीसी चुनौती का पूरी तरह अंत कर दिया।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29/30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अन्य सभी यूरोपीय शक्तियों (पुर्तगाली, डच, डेनिश, फ्रांसीसी) की तुलना में अंग्रेजों की अंतिम सफलता और प्रभुत्व के प्रमुख कारणों के संदर्भ में निम्नलिखित कथनों पर विचार कीजिए: A. ईस्ट इंडिया कंपनी निजी पूंजीपतियों का निगम था, जिसके बोर्ड ऑफ डायरेक्टर्स राजनीतिक हस्तक्षेप से मुक्त होकर स्वतंत्र व त्वरित वाणिज्यिक निर्णय लेते थे। B. ब्रिटेन के पास विश्व की सबसे शक्तिशाली और तकनीकी रूप से उन्नत नौसेना (Royal Navy) थी, जिसने समुद्री व्यापार मार्गों और रसद आपूर्ति पर नियंत्रण बनाए रखा। C. ब्रिटेन में औद्योगिक क्रांति के कारण उनके पास अपार आर्थिक संसाधन थे और बैंक ऑफ इंग्लैंड की सुदृढ़ ऋण प्रणाली से युद्धों हेतु निरंतर धन उपलब्ध रहता था। D. अंग्रेजों ने आर्थिक रूप से सर्वाधिक समृद्ध एवं उपजाऊ प्रांत बंगाल (दीवानी व राजस्व) पर पहले अधिकार किया, जिससे उन्हें पूरे भारत की विजय हेतु असीमित वित्तीय व सैन्य संसाधन प्राप्त 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30/30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अंग्रेजों की सफलता किसी एक कारण से नहीं, बल्कि बहुआयामी संस्थागत, आर्थिक और रणनीतिक श्रेष्ठता का परिणाम थी। फ्रांसीसी और पुर्तगाली कंपनियों के विपरीत, ब्रिटिश ईस्ट इंडिया कंपनी निजी स्वामित्व वाली स्वायत्त संस्था थी जिसमें सरकार का प्रत्यक्ष राजनीतिक हस्तक्षेप नहीं था। ब्रिटेन की शाही नौसेना (Royal Navy) अटलांटिक और हिंद महासागर दोनों में सबसे शक्तिशाली थी जिसने फ्रांसीसी रसद को काट दिया। ब्रिटेन की स्थिर संवैधानिक सरकार और बैंक ऑफ इंग्लैंड (1694) द्वारा संचालित राष्ट्रीय ऋण बाजार के कारण अंग्रेज बिना राजकोष खाली किए दीर्घकालिक युद्ध लड़ने में सक्षम थे। सबसे महत्वपूर्ण यह था कि डूप्ले और फ्रांसीसियों ने दक्कन के अपेक्षाकृत कम उपजाऊ और युद्धग्रस्त क्षेत्रों में अपनी ऊर्जा गंवाई, जबकि अंग्रेजों ने प्लासी (1757) और बक्सर (1764) के बाद भारत के सबसे धनी और उर्वर प्रांत 'बंगाल' पर कब्जा किया, जिसके विपुल राजस्व ने उन्हें शेष भारत को जीतने के लिए आवश्यक धन और विशाल सेना उपलब्ध कराई। अतः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30/30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