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वन नीति, 2023 के अनुसार अगले 20 वर्षों में राज्य के कितने प्रतिशत भौगोलिक क्षेत्र को वनस्पति आच्छादन (Vegetative Cover) के अंतर्गत लाने का लक्ष्य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 नीति-2023 का मुख्य लक्ष्य अगले 20 वर्षों में राज्य के कुल भौगोलिक क्षेत्रफल के 20 प्रतिशत भाग को हरित एवं वनस्पति आच्छादन (Vegetative Cover) के अंतर्गत लाना है। राष्ट्रीय वन नीति 1988 के तहत 33% वन क्षेत्र का राष्ट्रीय मानक निर्धारित है, लेकिन राजस्थान की शुष्क एवं विषम भौगोलिक परिस्थितियों को ध्यान में रखते हुए राज्य ने 20% का व्यावहारिक लक्ष्य तय किया है। इसके अंतर्गत बड़े पैमाने पर सघन वृक्षारोपण, मरुस्थलीकरण की रोकथाम, चरागाह विकास और जैव विविधता संरक्षण पर बल दिया गया है। विकल्प A (15%) तथा विकल्प C (25%) काल्पनिक आंकड़े हैं, जबकि विकल्प D (33%) राष्ट्रीय वन नीति का मानक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मुख्यमंत्री आयुष्मान आरोग्य योजना के तहत अपात्र (Non-eligible) परिवारों के लिए कैशलेस स्वास्थ्य बीमा का लाभ उठाने हेतु वार्षिक प्रीमियम राशि क्या निर्धारित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 प्रति परिवार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₹750 प्रति परिवार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₹850 प्रति परिवार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 प्रति परिवार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₹850 प्रति परिवार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 प्रति परिवार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₹750 प्रति परिवार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 प्रति परिवार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आयुष्मान आरोग्य योजना के अंतर्गत जो परिवार NFSA, SECC, लघु एवं सीमांत कृषक, संविदाकर्मी या कोविड अनाथ जैसी पात्र निःशुल्क श्रेणियों में शामिल नहीं हैं, वे ₹850 प्रति परिवार का वार्षिक प्रीमियम जमा कर योजना में पंजीकरण करा सकते हैं। राज्य सरकार इस योजना के माध्यम से सार्वभौमिक स्वास्थ्य कवरेज (UHC) प्रदान कर रही है, जिसमें शेष प्रीमियम का भार राज्य सरकार द्वारा वहन किया जाता है। विकल्प A (₹500), विकल्प B (₹750) और विकल्प D (₹1,000) गलत दरें हैं, क्योंकि राजस्थान सरकार द्वारा गैर-पात्र सामान्य परिवारों के लिए प्रीमियम की निर्धारित दर केवल ₹850 प्रतिवर्ष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आर्थिक समीक्षा 2025-26 (अग्रिम अनुमान) के अनुसार, वर्तमान (प्रचलित) कीमतों पर राज्य के सकल राज्य मूल्य वर्धन (GSVA) में सेवा क्षेत्र का योगदान कितना प्रतिशत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25.74%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26.55%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35.02%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47.71%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47.71%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25.74%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26.55%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35.02%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आर्थिक समीक्षा 2025-26 के अग्रिम अनुमानों के अनुसार, वर्तमान कीमतों पर राज्य के सकल राज्य मूल्य वर्धन (GSVA) में सेवा क्षेत्र का योगदान सर्वाधिक 47.71 प्रतिशत है। इसके विपरीत, कृषि क्षेत्र का योगदान 25.74 प्रतिशत (विकल्प A) तथा उद्योग क्षेत्र का योगदान 26.55 प्रतिशत (विकल्प B) दर्ज किया गया है। विकल्प C (35.02%) उद्योग क्षेत्र के अंतर्गत निर्माण उप-क्षेत्र का हिस्सा है। सेवा क्षेत्र के अंतर्गत व्यापार, होटल, परिवहन, रियल एस्टेट और वित्तीय सेवाओं की तीव्र वृद्धि के कारण यह राज्य की अर्थव्यवस्था का सबसे बड़ा उत्पादक घटक बना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 गणना 2015-16 के अनुसार, राजस्थान में प्रचालित भूमि जोतों (Operational Land Holdings) के संबंध में निम्नलिखित कथनों पर विचार कीजिए: A. राज्य में कुल प्रचालित भूमि जोतों की संख्या 76.55 लाख दर्ज की गई है। B. वर्ष 2010-11 की तुलना में कुल जोतों की संख्या में 11.14 प्रतिशत की वृद्धि हुई है। C. राज्य में कुल महिला प्रचालित जोत धारकों की संख्या में 41.94 प्रतिशत की वृद्धि दर्ज की गई है। D. महिला जोत धारकों के अधीन कुल क्षेत्रफल 2010-11 की तुलना में 50 प्रतिशत से अधिक बढ़ा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गणना 2015-16 के अनुसार राजस्थान में कुल प्रचालित जोतों की संख्या 76.55 लाख है, जो 2010-11 (68.88 लाख) की तुलना में 11.14 प्रतिशत की वृद्धि दर्शाती है (कथन A और B सही हैं)। इसके साथ ही महिला जोत धारकों की संख्या 5.46 लाख से बढ़कर 7.75 लाख हो गई, जो 41.94% की उल्लेखनीय वृद्धि है (कथन C सही है)। हालांकि, महिला जोतों का क्षेत्रफल 13.30 लाख हेक्टेयर से बढ़कर 16.55 लाख हेक्टेयर हुआ है, जो 24.44% की वृद्धि है, न कि 50% से अधिक (कथन D गलत 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मुख्यमंत्री बीज स्वावलंबन योजना के संबंध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योजना की शुरुआत मूल रूप से वर्ष 2017 में की गई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प्रारंभ में इसे 3 जलवायु खंडों में शुरू किया गया था, लेकिन अब यह राज्य के सभी कृषि-जलवायु खंडों में लागू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मुख्य उद्देश्य किसानों को अपने स्वयं के खेतों में उच्च गुणवत्तायुक्त प्रमाणित बीज उत्पादन में आत्मनिर्भर बनाना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अंतर्गत केवल तीन पारंपरिक अनाज फसलें- गेहूँ, जौ और मक्का ही शामिल की गई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अंतर्गत केवल तीन पारंपरिक अनाज फसलें- गेहूँ, जौ और मक्का ही शामिल की गई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योजना की शुरुआत मूल रूप से वर्ष 2017 में की गई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प्रारंभ में इसे 3 जलवायु खंडों में शुरू किया गया था, लेकिन अब यह राज्य के सभी कृषि-जलवायु खंडों में लागू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मुख्य उद्देश्य किसानों को अपने स्वयं के खेतों में उच्च गुणवत्तायुक्त प्रमाणित बीज उत्पादन में आत्मनिर्भर बनाना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बीज स्वावलंबन योजना के अंतर्गत केवल तीन फसलें नहीं, बल्कि गेहूँ, जौ, चना, सरसों, ज्वार, सोयाबीन, मूंग, मोठ, मूंगफली और उड़द जैसी 10 प्रमुख फसलें शामिल हैं, इसलिए विकल्प D गलत (असत्य कथन) है। इस योजना का औपचारिक शुभारंभ वर्ष 2017 में किसानों को प्रमाणित एवं उन्नत बीजों के उत्पादन में आत्मनिर्भर बनाने के उद्देश्य से किया गया था। शुरुआत में इसे राज्य के 3 कृषि जलवायु खंडों (कोटा, भीलवाड़ा, उदयपुर) में पायलट प्रोजेक्ट के रूप में लागू किया गया था, जिसे बाद में राज्य के सभी 10 कृषि जलवायु खंडों में विस्तारित कर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'गोवर्धन जैविक उर्वरक योजना' के अंतर्गत प्रति कृषक कितनी वित्तीय सहायता प्रदान करने का प्रावधान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₹15,000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₹10,000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गोवर्धन जैविक उर्वरक योजना के अंतर्गत राज्य सरकार द्वारा जैविक खेती को प्रोत्साहन देने एवं रासायनिक उर्वरकों पर निर्भरता घटाने हेतु प्रति किसान ₹10,000 की वित्तीय सहायता प्रदान की जाती है। यह सहायता किसानों को अपने खेतों पर वर्मीकम्पोस्ट (केंचुआ खाद) इकाइयाँ और जैविक खाद निर्माण संरचनाएं स्थापित करने के लिए दी जाती है। इससे भूमि की उर्वरा शक्ति बढ़ती है और किसानों की लागत में कमी आती है। विकल्प A (₹5,000), विकल्प C (₹15,000) तथा विकल्प D (₹20,000) योजना के तहत निर्धारित मानक वित्तीय प्रावधान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सहकारी गोपाल क्रेडिट कार्ड योजना" के बारे में निम्नलिखित कथनों पर विचार कीजिए: A. यह योजना राज्य के डेयरी गतिविधियों से जुड़े पशुपालक परिवारों को अल्पकालीन ऋण सहायता उपलब्ध कराती है। B. योजना के अंतर्गत पात्र गोपालकों को ₹1.00 लाख तक का ब्याज मुक्त (0% ब्याज) अल्पकालीन ऋण दिया जाता है। C. राज्य सरकार द्वारा इस योजना के सुचारू क्रियान्वयन हेतु ₹150 करोड़ का बजट प्रावधान किया गया है। D. यह ऋण केवल वाणिज्यिक विदेशी बैंकों के माध्यम से वितरित किया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सहकारी गोपाल क्रेडिट कार्ड योजना डेयरी क्षेत्र से जुड़े पशुपालकों को प्राथमिक सहकारी भूमि विकास बैंकों व केंद्रीय सहकारी बैंकों (CCBs) के माध्यम से ₹1 लाख तक का ब्याज मुक्त अल्पकालीन ऋण उपलब्ध कराती है (कथन A और B सही हैं)। इस योजना के लिए राज्य सरकार ने ₹150 करोड़ का बजट प्रावधान किया है (कथन C सही है)। कथन D गलत है क्योंकि यह ऋण वाणिज्यिक विदेशी बैंकों द्वारा नहीं बल्कि राज्य के सहकारी साख ढांचे (सहकारी बैंकों) द्वारा वितरित किया जाता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बजट प्रावधानों के अनुसार सूची-I (कृषि/उद्यानिकी उत्कृष्टता केंद्र) को सूची-II (स्थान/जिला) से सुमेलित कीजिए: सूची-I: सूची-I: A. प्याज एवं सब्जी उत्कृष्टता केंद्र B. किन्नू एवं साइट्रस उत्कृष्टता केंद्र C. आम एवं उपोष्णकटिबंधीय फल उत्कृष्टता केंद्र D. अमरुद उत्कृष्टता केंद्र सूची-II: 1. श्रीगंगानगर 2. अलवर 3. सवाई माधोपुर 4. बांसवाड़ा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उद्यानिकी फसलों की उत्पादकता और गुणवत्ता सुधारने के लिए विशिष्ट उत्कृष्टता केंद्र (Centres of Excellence) स्थापित किए गए हैं। इनमें प्याज एवं सब्जियों का केंद्र अलवर (A-2) में, किन्नू का केंद्र श्रीगंगानगर (B-1) में, आम का केंद्र बांसवाड़ा (C-4) में तथा अमरुद का उत्कृष्टता केंद्र सवाई माधोपुर (D-3) में स्थित है। यह व्यवस्था किसानों को उन्नत किस्में, वैज्ञानिक पौधरोपण और आधुनिक कृषि तकनीकी प्रशिक्षण प्रदान करती है। अतः सही मिलान A-2, B-1, C-4, D-3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 गणना 2015-16 के अनुसार राजस्थान में विभिन्न जोत श्रेणियों को उनकी प्रतिशत हिस्सेदारी के अनुसार अवरोही क्रम (Descending Order) में व्यवस्थित कीजिए: I. सीमान्त जोत (Marginal Holdings) II. लघु जोत (Small Holdings) III. अर्द्ध-मध्यम जोत (Semi-Medium Holdings) IV. मध्यम जोत (Medium Holdings)</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 &gt; II &gt; III &gt; IV</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II &gt; I &gt; III &gt; 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 &gt; III &gt; II &gt; IV</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IV &gt; III &gt; II &gt; 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I &gt; II &gt; III &gt; 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II &gt; I &gt; III &gt; IV</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&gt; III &gt; II &gt; 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IV &gt; III &gt; II &gt; 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गणना 2015-16 के आंकड़ों के अनुसार, राजस्थान में कुल प्रचालित जोतों में सीमान्त जोत (1 हेक्टेयर से कम) की हिस्सेदारी सर्वाधिक 40.12% है। इसके पश्चात लघु जोत (1 से 2 हे.) 21.90%, अर्द्ध-मध्यम जोत (2 से 4 हे.) 18.50%, मध्यम जोत (4 से 10 हे.) 14.79% और बड़ी जोत (10 हे. व अधिक) 4.69% हैं। इस प्रकार अवरोही क्रम I (40.12%) &gt; II (21.90%) &gt; III (18.50%) &gt; IV (14.79%) बनता है। यह क्रम राज्य में छोटी एवं सीमांत जोतों की बढ़ती प्रधानता को स्पष्ट करता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'मुख्यमंत्री दुग्ध उत्पादक संबल योजना' के संदर्भ में निम्नलिखित कथनों पर विचार कीजिए: A. यह योजना राजस्थान के सहकारी दुग्ध उत्पादक संघों (सरस डेयरी) से जुड़े पशुपालकों को वित्तीय संबल प्रदान करती है। B. योजना के अंतर्गत दुग्ध उत्पादकों को ₹5 प्रति लीटर की दर से अनुदान (सब्सिडी) का प्रत्यक्ष लाभ दिया जा रहा है। C. यह योजना राजस्थान के केवल 5 चयनित जनजातीय जिलों में ही सीमित रूप से संचालित है। D. योजना का क्रियान्वयन राजस्थान को-ऑपरेटिव डेयरी फेडरेशन (RCDF) के माध्यम से किया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दुग्ध उत्पादक संबल योजना राजस्थान को-ऑपरेटिव डेयरी फेडरेशन (RCDF) से पंजीकृत दुग्ध उत्पादकों को ₹5 प्रति लीटर की सीधी सब्सिडी उपलब्ध कराती है (कथन A, B और D सही हैं)। कथन C गलत है क्योंकि यह योजना केवल 5 जनजातीय जिलों तक सीमित नहीं है, बल्कि संपूर्ण राजस्थान राज्य के सभी 33/50 जिलों के सहकारी दुग्ध उत्पादकों के लिए समान रूप से लागू है। पूर्व में यह अनुदान ₹2 प्रति लीटर था जिसे राज्य सरकार ने बढ़ाकर ₹5 प्रति लीटर किया 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मत्स्य पालन क्षेत्र के आधुनिकीकरण एवं जलकृषि विकास हेतु "केज कल्चर" (Cage Culture) इकाइयों की स्थापना के संबंध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में 12 केज कल्चर इकाइयों को स्वीकृति प्रदान की गई है तथा यह मीठे पानी के जलाशयों में उपयोगी तकनीक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 केज कल्चर इकाई में न्यूनतम 50 केज अनिवार्य रूप से स्थापित किए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तकनीक केवल तटीय खारे जल एवं लवणीय झीलों में ही संचालित की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अंतर्गत केवल महिला स्वयं सहायता समूहों को ही 100% पूंजीगत सब्सिडी दी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में 12 केज कल्चर इकाइयों को स्वीकृति प्रदान की गई है तथा यह मीठे पानी के जलाशयों में उपयोगी तकनीक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प्रत्येक केज कल्चर इकाई में न्यूनतम 50 केज अनिवार्य रूप से स्थापित किए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तकनीक केवल तटीय खारे जल एवं लवणीय झीलों में ही संचालित की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अंतर्गत केवल महिला स्वयं सहायता समूहों को ही 100% पूंजीगत सब्सिडी दी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अंतर्देशीय मत्स्य उत्पादन को बढ़ावा देने के लिए 12 केज कल्चर इकाइयों को स्वीकृति दी गई है। यह तकनीक बड़े बांधों और मीठे पानी के खुले जलाशयों में तैरते हुए जाल (केज) लगाकर व्यावसायिक मत्स्य पालन को संभव बनाती है (विकल्प A सही है)। सामान्यतः प्रत्येक इकाई में लगभग 18 से 24 केज होते हैं, 50 केज नहीं (विकल्प B गलत)। यह मीठे पानी में प्रयुक्त होती है, खारे पानी में नहीं (विकल्प C गलत)। इसमें विभिन्न श्रेणी के मत्स्य पालकों को निर्धारित नियमानुसार 40% से 60% तक सहायता मिलती है, 100% नहीं (विकल्प D गलत)।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'मुख्यमंत्री आयुष्मान आरोग्य योजना' के तहत निःशुल्क स्वास्थ्य बीमा लाभ प्राप्त करने वाली पात्र श्रेणियों के संदर्भ में निम्नलिखित कथनों पर विचार कीजिए: A. राष्ट्रीय खाद्य सुरक्षा अधिनियम (NFSA) तथा सामाजिक-आर्थिक जाति जनगणना (SECC-2011) के पात्र परिवार। B. राज्य के समस्त पंजीकृत संविदाकर्मी (Contractual Workers) एवं लघु व सीमांत कृषक। C. कोविड-19 महामारी के दौरान अनाथ हुए बच्चे एवं निराश्रित परिवार। D. राज्य के सभी आयकरदाता एवं पेंशनभोगी बिना किसी सीमा के स्वतः निःशुल्क शामिल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आयुष्मान आरोग्य योजना के अंतर्गत NFSA, SECC, संविदाकर्मी, लघु एवं सीमांत किसान, ईडब्ल्यूएस और कोविड अनाथ परिवारों का 100% प्रीमियम राज्य सरकार वहन करती है, जिससे वे पूर्णतः निःशुल्क श्रेणी में आते हैं (कथन A, B और C सही हैं)। कथन D गलत है क्योंकि आयकरदाता परिवार स्वतः निःशुल्क श्रेणी में शामिल नहीं हैं; यदि गैर-पात्र परिवार लाभ लेना चाहें तो उन्हें ₹850 प्रतिवर्ष प्रीमियम का भुगतान करना पड़ता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के स्वास्थ्य एवं चिकित्सा अभियानों (सूची-I) को उनके मुख्य उद्देश्यों (सूची-II) से सुमेलित कीजिए: सूची-I: सूची-I: A. मिशन मधुहारी B. मिशन मधुनेत्र C. राज-सवेरा अभियान D. राज-ममता कार्यक्रम सूची-II: 1. एआई-आधारित डायबिटिक रेटिनोपैथी स्क्रीनिंग 2. टाइप-1 मधुमेह से पीड़ित बच्चों का प्रबंधन एवं उपचार 3. मातृ एवं शिशु मानसिक स्वास्थ्य संवर्धन 4. नशामुक्ति एवं पुनर्वास सहायता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विशिष्ट स्वास्थ्य समस्याओं के समाधान हेतु नवाचारी कार्यक्रम चलाए जा रहे हैं। 'मिशन मधुहारी' टाइप-1 डायबिटीज से पीड़ित बच्चों को इंसुलिन व जांच सहायता देने से संबंधित है (A-2)। 'मिशन मधुनेत्र' जिला अस्पतालों में AI उपकरणों द्वारा डायबिटिक रेटिनोपैथी (आंखों की क्षति) की शुरुआती जांच हेतु है (B-1)। 'राज-सवेरा' राज्यव्यापी नशामुक्ति पहल है (C-4) तथा 'राज-ममता' मातृ-शिशु मानसिक स्वास्थ्य देखभाल से जुड़ा है (D-3)। इस प्रकार सही सुमेल A-2, B-1, C-4, D-3 है, जो विकल्प A 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राष्ट्रीय स्वास्थ्य मिशन के अंतर्गत कार्यरत 'आशा सहयोगिनी' (ASHA Sahyogini) के संबंध में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चिकित्सा एवं स्वास्थ्य विभाग तथा महिला एवं बाल विकास विभाग के मध्य एक संयुक्त कार्यकर्ता के रूप में कार्य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आशा सहयोगिनी का चयन सीधे राज्य सरकार के कार्मिक विभाग द्वारा प्रतियोगी परीक्षा के आधार पर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वर्तमान में राज्य में 54,000 से अधिक आशा सहयोगिनियां जमीनी स्तर पर सेवाएं दे रही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ग्राम स्तर पर ग्राम स्वास्थ्य, स्वच्छता एवं पोषण समिति (VHSC) की संयोजक के रूप में भूमिका निभाती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आशा सहयोगिनी का चयन सीधे राज्य सरकार के कार्मिक विभाग द्वारा प्रतियोगी परीक्षा के आधार पर किया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चिकित्सा एवं स्वास्थ्य विभाग तथा महिला एवं बाल विकास विभाग के मध्य एक संयुक्त कार्यकर्ता के रूप में कार्य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वर्तमान में राज्य में 54,000 से अधिक आशा सहयोगिनियां जमीनी स्तर पर सेवाएं दे रही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ग्राम स्तर पर ग्राम स्वास्थ्य, स्वच्छता एवं पोषण समिति (VHSC) की संयोजक के रूप में भूमिका निभाती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आशा सहयोगिनी का चयन राज्य सरकार या कार्मिक विभाग की प्रतियोगी परीक्षा द्वारा नहीं होता, बल्कि स्थानीय ग्राम सभा द्वारा समुदाय आधारित सहभागिता से किया जाता है, अतः विकल्प B असत्य कथन है। आशा सहयोगिनी स्वास्थ्य विभाग और आईसीडीएस (महिला एवं बाल विकास) के बीच एक महत्वपूर्ण कड़ी के रूप में कार्य करती है। राज्य में लगभग 54,022 आशा सहयोगिनियां कार्यरत हैं जो मातृ-शिशु स्वास्थ्य, टीकाकरण, संस्थागत प्रसव और पोषण संबंधी परामर्श प्रदान करती हैं तथा VHSC बैठकों का समन्वय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व राज्य सरकार द्वारा रूपांतरित 'आयुष्मान आरोग्य मंदिर' (पूर्व में उप-स्वास्थ्य केंद्र/PHC) में समग्र प्राथमिक स्वास्थ्य देखभाल (CPHC) के तहत कौन-सी सेवा शामिल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सामान्य मानसिक स्वास्थ्य विकारों की प्राथमिक स्क्रीनिंग एवं परामर्श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नेत्र एवं ईएनटी (कान, नाक, गला) संबंधी प्राथमिक देखभाल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तृतीयक स्तर की जटिल अंग प्रत्यारोपण (Organ Transplant) सर्जरी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किशोर स्वास्थ्य परामर्श एवं गैर-संचारी रोगों (NCDs) का प्रबंधन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तृतीयक स्तर की जटिल अंग प्रत्यारोपण (Organ Transplant) सर्जरी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सामान्य मानसिक स्वास्थ्य विकारों की प्राथमिक स्क्रीनिंग एवं परामर्श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नेत्र एवं ईएनटी (कान, नाक, गला) संबंधी प्राथमिक देखभाल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किशोर स्वास्थ्य परामर्श एवं गैर-संचारी रोगों (NCDs) का प्रबंधन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आयुष्मान आरोग्य मंदिरों को प्राथमिक स्वास्थ्य स्तर पर 12 आवश्यक स्वास्थ्य सेवा पैकेज (CPHC) उपलब्ध कराने हेतु विकसित किया गया है, जिसमें मातृ-शिशु देखभाल, टीकाकरण, किशोर स्वास्थ्य, मानसिक स्वास्थ्य और गैर-संचारी रोगों की प्राथमिक स्क्रीनिंग शामिल है। जटिल अंग प्रत्यारोपण (Organ Transplant) सर्जरी तृतीयक एवं चतुर्थक स्तर (Tertiary Super-speciality Hospitals) की सुविधाएं हैं, जो प्राथमिक आरोग्य मंदिरों के कार्यक्षेत्र में नहीं आती हैं। विकल्प A, B और D सभी CPHC पैकेज के अंतर्गत मान्य सेवाएं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'सिलिकोसिस नीति-2019' के अंतर्गत किसी श्रमिक की सिलिकोसिस रोग से मृत्यु हो जाने पर उसके आश्रित परिवार को कितनी एकमुश्त आर्थिक सहायता दी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 लाख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 लाख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₹3.00 लाख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 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₹2.00 लाख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₹3.00 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 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देश का पहला राज्य है जिसने खदान और निर्माण श्रमिकों के लिए 3 अक्टूबर 2019 को विशेष सिलिकोसिस नीति लागू की। इस नीति के तहत सक्षम मेडिकल बोर्ड द्वारा सिलिकोसिस प्रमाणित होने पर पीड़ित श्रमिक को पुनर्वास हेतु ₹3 लाख की वित्तीय सहायता दी जाती है, जबकि रोग के कारण मृत्यु होने पर मृतक के आश्रितों को ₹2 लाख की एकमुश्त सहायता तथा अंतिम संस्कार हेतु ₹10,000 प्रदान किए जाते हैं। इसके अतिरिक्त विधवा पेंशन और पालनहार योजना का लाभ भी दिया जाता है। अतः मृत्यु पर सहायता राशि ₹2 लाख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स्वास्थ्य विभाग द्वारा संचालित "मिशन मधुहारी" के संदर्भ में निम्नलिखित कथनों पर विचार कीजिए: A. यह मिशन मुख्यतः टाइप-1 मधुमेह (Type-1 Diabetes) से पीड़ित बच्चों एवं किशोरों की देखभाल हेतु है। B. इस मिशन का औपचारिक शुभारंभ नागौर जिले से पायलट प्रोजेक्ट के रूप में किया गया था। C. इसके अंतर्गत चिकित्सा अधिकारियों एवं पैरामेडिकल स्टाफ को विशेष नैदानिक प्रशिक्षण दिया जाता है। D. यह कार्यक्रम केवल 60 वर्ष से अधिक आयु के वरिष्ठ नागरिकों के मोतियाबिंद ऑपरेशन हेतु समर्पित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'मिशन मधुहारी' का मुख्य फोकस टाइप-1 डायबिटीज से पीड़ित किशोरों और बच्चों पर है, जिन्हें जीवनभर इंसुलिन की आवश्यकता होती है (कथन A सही है)। इस अभियान की शुरुआत नागौर जिले से नवाचार के रूप में की गई थी तथा इसमें डॉक्टरों को उचित डायग्नोसिस और इंसुलिन डोजिंग का प्रशिक्षण दिया जाता है (कथन B और C सही हैं)। कथन D गलत है क्योंकि मोतियाबिंद या वरिष्ठ नागरिकों के लिए अन्य कार्यक्रम (जैसे अंधता नियंत्रण कार्यक्रम) हैं, मिशन मधुहारी नहीं।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21 जून 2025 को आयोजित होने वाले 11वें अंतर्राष्ट्रीय योग दिवस (11th International Day of Yoga) की आधिकारिक थीम क्या निर्धारित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योग के साथ रहें, घर पर रहें (Yoga at Home)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मानवता के लिए योग (Yoga for Humanity)</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पृथ्वी, एक स्वास्थ्य के लिए योग (Yoga for One Earth, One Health)</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स्वयं और समाज के लिए योग (Yoga for Self and Society)</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एक पृथ्वी, एक स्वास्थ्य के लिए योग (Yoga for One Earth, One Health)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योग के साथ रहें, घर पर रहें (Yoga at Home)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मानवता के लिए योग (Yoga for Humanity)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स्वयं और समाज के लिए योग (Yoga for Self and Society)</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 के 11वें अंतर्राष्ट्रीय योग दिवस की केंद्रीय थीम "एक पृथ्वी, एक स्वास्थ्य के लिए योग" (Yoga for One Earth, One Health) रखी गई, जो वैश्विक पर्यावरण एवं मानव स्वास्थ्य के अंतर्संबंध को रेखांकित करती है। इससे पूर्व 2022 में 'मानवता के लिए योग' (विकल्प B) तथा 2024 में 'स्वयं और समाज के लिए योग' (विकल्प D) थीम रही थी। राजस्थान में इस अवसर पर राज्य, संभाग, जिला और ब्लॉक स्तरों के साथ-साथ सभी आयुष्मान आरोग्य मंदिरों में सामूहिक योग सत्र आयोजित किए गए।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राष्ट्रीय किशोर स्वास्थ्य कार्यक्रम (RKSK) के अंतर्गत राजस्थान में स्थापित 'उजाला क्लीनिक' (Ujala Clinics) मुख्य रूप से किस आयु वर्ग के लाभार्थियों को लक्षित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0 से 6 वर्ष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10 से 19 वर्ष</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18 से 35 वर्ष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60 वर्ष एवं उससे अधिक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 से 19 वर्ष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0 से 6 वर्ष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से 35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60 वर्ष एवं उससे अधिक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उजाला क्लीनिक (Adolescent Friendly Health Clinics) 10 से 19 वर्ष के किशोर-किशोरियों को समर्पित स्वास्थ्य केंद्र हैं। इन क्लीनिकों पर प्रशिक्षित परामर्शदाताओं द्वारा पोषण संबंधी समस्याओं (एनीमिया), यौन एवं प्रजनन स्वास्थ्य, मानसिक तनाव, नशा मुक्ति और गैर-संचारी रोगों की रोकथाम हेतु निःशुल्क एवं गोपनीय परामर्श दिया जाता है। साथ ही आयरन-फोलिक एसिड (IFA) की गोलियां और सेनेटरी नैपकिन भी उपलब्ध कराए जाते हैं। 0-6 वर्ष (विकल्प A) ICDS का समूह है, जबकि 60+ (विकल्प D) राष्ट्रीय वयोश्री/वृद्धजन स्वास्थ्य कार्यक्रम के अंतर्गत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विधिक माप विज्ञान अधिनियम, 2009 (Legal Metrology Act, 2009) मुख्य रूप से किस विषय क्षेत्र के विनियमन एवं सुधार से संबंधित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आधुनिक चिकित्सा पद्धतियों एवं औषधियों का मानकीकरण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आयुष औषधियों के अनुसंधान एवं विकास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उपभोक्ता संरक्षण एवं सटीक बाट व माप का प्रवर्तन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ग्रामीण मानसिक स्वास्थ्य पुनर्वास सेवाएं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उपभोक्ता संरक्षण एवं सटीक बाट व माप का प्रवर्तन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आधुनिक चिकित्सा पद्धतियों एवं औषधियों का मानकीकरण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आयुष औषधियों के अनुसंधान एवं विकास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ग्रामीण मानसिक स्वास्थ्य पुनर्वास सेवाएं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विधिक माप विज्ञान अधिनियम, 2009 उपभोक्ता मामलों एवं विधिक माप विज्ञान विभाग द्वारा लागू किया जाता है। इसका मुख्य उद्देश्य व्यापार एवं वाणिज्य में उपयोग होने वाले सभी बाट, माप, इलेक्ट्रॉनिक तराजू और पैकेज्ड वस्तुओं पर वजन/कीमत के सटीक मापन को सुनिश्चित करके उपभोक्ताओं को धोखाधड़ी और कम-तौल से बचाना है। यह सीधे उपभोक्ता अधिकारों और निष्पक्ष व्यापार प्रथाओं से जुड़ा है। विकल्प A, B और D का संबंध स्वास्थ्य और चिकित्सा क्षेत्र से है, जो इस अधिनियम की परिधि से बाहर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'निःशुल्क पाठ्यपुस्तक वितरण योजना' के संबंध में निम्नलिखित कथनों पर विचार कीजिए: A. राजकीय विद्यालयों में कक्षा 1 से 8 तक अध्ययनरत समस्त छात्र एवं छात्राओं को निःशुल्क पाठ्यपुस्तकें प्रदान की जाती हैं। B. कक्षा 9 से 12 तक अध्ययनरत सभी बालिकाओं को निःशुल्क पाठ्यपुस्तकें उपलब्ध कराई जाती हैं। C. कक्षा 9 से 12 के SC/ST छात्रों तथा जिनके माता-पिता आयकरदाता नहीं हैं, उन्हें भी निःशुल्क पुस्तकें दी जाती हैं। D. कक्षा 11 एवं 12 के सामान्य वर्ग के सभी छात्रों को अनिवार्य रूप से 100% निःशुल्क पुस्तकें मिलती हैं चाहे उनके माता-पिता आयकरदाता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निःशुल्क पाठ्यपुस्तक वितरण योजना प्राथमिक एवं माध्यमिक स्तर पर ड्रॉपआउट रोकने हेतु राजस्थान राज्य पाठ्यपुस्तक मंडल द्वारा संचालित है। इसके तहत कक्षा 1 से 8 तक के सभी विद्यार्थियों को बिना किसी भेदभाव के निःशुल्क पुस्तकें दी जाती हैं (कथन A सही है)। कक्षा 9 से 12 में सभी बालिकाओं, SC/ST छात्रों तथा गैर-आयकरदाता परिवारों के छात्रों को लाभ मिलता है (कथन B और C सही हैं)। कथन D गलत है क्योंकि आयकरदाता परिवारों के सामान्य श्रेणी के बालकों को कक्षा 9-12 में निःशुल्क पुस्तकें देय नहीं 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सरकारी विद्यालयों में बुनियादी अवसंरचना को सुदृढ़ करने एवं कॉर्पोरेट/भामाशाह दानदाताओं से वित्तीय सहयोग प्राप्त करने हेतु शिक्षा विभाग द्वारा कौन-सा वेब पोर्टल संचालित किया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ज्ञान संकल्प पोर्टल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दीक्षा पोर्टल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 दर्पण पोर्टल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ई-श्रम पोर्टल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ज्ञान संकल्प पोर्टल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 पोर्टल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 दर्पण पोर्टल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ई-श्रम पोर्टल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'ज्ञान संकल्प पोर्टल' (Gyan Sankalp Portal) राजस्थान स्कूल शिक्षा परिषद द्वारा स्थापित एक ऑनलाइन क्राउडफंडिंग और CSR प्लेटफॉर्म है। इसके माध्यम से कोई भी भामाशाह, पूर्व छात्र, कॉर्पोरेट कंपनी (CSR फंड के तहत) अथवा आम नागरिक सीधे किसी भी सरकारी स्कूल के विकास, कक्षा निर्माण, स्मार्ट लैब या छात्रवृत्ति हेतु पारदर्शी तरीके से ऑनलाइन दान दे सकते हैं। शाला दर्पण (विकल्प C) स्कूल डेटाबेस प्रबंधन हेतु है, दीक्षा (विकल्प B) ई-लर्निंग सामग्री हेतु है, तथा ई-श्रम (विकल्प D) असंगठित श्रमिकों का केंद्रीय पोर्टल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2024-25 में राजस्थान में सकल नामांकन अनुपात (GER) के संदर्भ में, पूर्ववर्ती वर्ष की तुलना में निम्नलिखित में से कौनसा कथन गलत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प्राथमिक शिक्षा (कक्षा 1-5) स्तर पर GER में हल्की कमी दर्ज की गई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प्राथमिक शिक्षा (कक्षा 6-8) स्तर पर GER में 1.2 प्रतिशत अंक की वृद्धि हुई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माध्यमिक स्तर (कक्षा 11-12) पर GER में 4.1 प्रतिशत अंक की वृद्धि हुई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माध्यमिक शिक्षा (कक्षा 9-10) स्तर पर GER में 15 प्रतिशत अंक से अधिक की भारी वृद्धि दर्ज की गई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माध्यमिक शिक्षा (कक्षा 9-10) स्तर पर GER में 15 प्रतिशत अंक से अधिक की भारी वृद्धि दर्ज की गई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प्राथमिक शिक्षा (कक्षा 1-5) स्तर पर GER में हल्की कमी दर्ज की गई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प्राथमिक शिक्षा (कक्षा 6-8) स्तर पर GER में 1.2 प्रतिशत अंक की वृद्धि हुई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माध्यमिक स्तर (कक्षा 11-12) पर GER में 4.1 प्रतिशत अंक की वृद्धि हुई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शिक्षा सांख्यिकी 2024-25 के अनुसार, राजस्थान में प्राथमिक स्तर के GER में जनसंख्या वृद्धि दर स्थिरीकरण के कारण मामूली कमी (6.8% अंक) आई, जबकि उच्च प्राथमिक (1.2% अंक वृद्धि) और उच्च माध्यमिक (4.1% अंक वृद्धि) में सकारात्मक सुधार हुआ है। विकल्प D में दावा किया गया कि माध्यमिक स्तर पर 15% अंक से अधिक की भारी वृद्धि हुई है, जो असत्य (अतिशयोक्तिपूर्ण आंकड़ा) है; माध्यमिक स्तर पर वृद्धि सीमित रही है। अतः गलत कथन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शिक्षा क्षेत्र से जुड़े प्रमुख तकनीकी संकेतकों एवं उनकी परिभाषाओं के संबंध में कौनसा मिलान गलत (अशुद्ध)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ड्रॉपआउट दर (Dropout Rate): किसी शैक्षिक स्तर की पहली कक्षा में नामांकित विद्यार्थियों का वह प्रतिशत जो उसी स्तर की अंतिम कक्षा तक सफलतापूर्वक पहुँचता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सकल नामांकन अनुपात (GER): किसी शैक्षिक स्तर पर कुल नामांकन को उस स्तर के आधिकारिक आयु-समूह की जनसंख्या के प्रतिशत के रूप में व्यक्त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विद्यार्थी-शिक्षक अनुपात (PTR): किसी शैक्षिक स्तर पर कार्यरत प्रति शिक्षक पर नामांकित विद्यार्थियों की औसत संख्या।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संक्रमण दर (Transition Rate): एक शैक्षिक स्तर की अंतिम कक्षा से अगले शैक्षिक स्तर की प्रथम कक्षा में प्रवेश लेने वाले विद्यार्थियों का अनुपात।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ड्रॉपआउट दर (Dropout Rate): किसी शैक्षिक स्तर की पहली कक्षा में नामांकित विद्यार्थियों का वह प्रतिशत जो उसी स्तर की अंतिम कक्षा तक सफलतापूर्वक पहुँचता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सकल नामांकन अनुपात (GER): किसी शैक्षिक स्तर पर कुल नामांकन को उस स्तर के आधिकारिक आयु-समूह की जनसंख्या के प्रतिशत के रूप में व्यक्त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विद्यार्थी-शिक्षक अनुपात (PTR): किसी शैक्षिक स्तर पर कार्यरत प्रति शिक्षक पर नामांकित विद्यार्थियों की औसत संख्या।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संक्रमण दर (Transition Rate): एक शैक्षिक स्तर की अंतिम कक्षा से अगले शैक्षिक स्तर की प्रथम कक्षा में प्रवेश लेने वाले विद्यार्थियों का अनुपात।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में दी गई परिभाषा 'स्थायित्व दर' (Retention Rate) की है, न कि ड्रॉपआउट दर की। ड्रॉपआउट दर (Dropout Rate) उस अनुपात को दर्शाती है जो विद्यार्थी बिना अपनी संबंधित शिक्षा पूरी किए स्कूल छोड़ देते हैं और अगले शैक्षणिक वर्ष में नामांकित नहीं रहते। विकल्प B, C और D में दी गई परिभाषाएं यूनेस्को एवं भारतीय शिक्षा मंत्रालय के आधिकारिक मानकों के अनुसार पूर्णतः सही हैं, अतः विकल्प A गलत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प्रायोजित 'समग्र शिक्षा योजना' (Samagra Shiksha Scheme) के संबंध में निम्नलिखित कथनों पर विचार कीजिए: A. यह योजना प्री-स्कूल (प्री-नर्सरी) से लेकर कक्षा 12 (वरिष्ठ माध्यमिक) तक विद्यालयी शिक्षा के समग्र विकास को आच्छादित करती है। B. राजस्थान में इस योजना का वित्तीय व्यय केंद्र एवं राज्य सरकार द्वारा 60:40 के अनुपात में वहन किया जाता है। C. इसके अंतर्गत शिक्षक प्रशिक्षण, डिजिटल शिक्षा, कस्तूरबा गांधी बालिका विद्यालय एवं समावेशी शिक्षा को समेकित किया गया है। D. यह योजना केवल निजी और गैर-सहायता प्राप्त विद्यालयों के विस्तार हेतु 100% केंद्रीय अनुदान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समग्र शिक्षा योजना सर्व शिक्षा अभियान (SSA), राष्ट्रीय माध्यमिक शिक्षा अभियान (RMSA) और शिक्षक शिक्षण (TE) को मिलाकर बनाई गई एक व्यापक केंद्र प्रायोजित योजना है, जो प्री-स्कूल से 12वीं तक लागू है (कथन A और C सही हैं)। राजस्थान जैसे गैर-हिमालयी सामान्य राज्यों में इसका वित्तीय अनुपात 60:40 (केंद्र:राज्य) है (कथन B सही है)। कथन D गलत है क्योंकि यह योजना सरकारी एवं सरकारी सहायता प्राप्त विद्यालयों के सुदृढ़ीकरण हेतु है, निजी गैर-सहायता प्राप्त स्कूलों के विस्तार हेतु नहीं।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प्रारंभिक बाल्यावस्था देखभाल एवं शिक्षा (ECCE) के संदर्भ में निम्नलिखित कथनों पर विचार कीजिए: A. 3 से 6 वर्ष आयु वर्ग के लगभग 11.90 लाख बच्चे राज्य के 62,000 आंगनवाड़ी केंद्रों में प्री-स्कूल शिक्षा के लाभार्थी हैं। B. राज्य के सभी आंगनवाड़ी केंद्र पूर्ण रूप से सरकारी स्कूल परिसरों के अंदर ही भौतिक रूप से संचालित हैं। C. सह-स्थित न होने वाले कुछ आंगनवाड़ी केंद्र सरकारी विद्यालयों से 700 मीटर की परिधि में कार्यात्मक रूप से एकीकृत हैं। D. ECCE राष्ट्रीय शिक्षा नीति 2020 के आधारभूत चरण (Foundational Stage - 5+3+3+4) का अभिन्न अंग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62,000 से अधिक आंगनवाड़ी केंद्रों के माध्यम से लगभग 11.90 लाख बच्चों को खेल-आधारित ईसीसीई दी जा रही है (कथन A सही है)। सभी आंगनवाड़ी केंद्र स्कूलों में भौतिक रूप से एकीकृत नहीं हैं (लगभग 37,000 सह-स्थित हैं, बाकी स्वतंत्र हैं), इसलिए कथन B गलत है। जो आंगनवाड़ी केंद्र स्वतंत्र हैं, उन्हें 700 मीटर के दायरे में स्थित नजदीकी प्राथमिक स्कूल से कार्यात्मक रूप से जोड़ा गया है (कथन C सही है)। यह NEP-2020 के 5-वर्षीय फाउंडेशनल स्टेज का मुख्य आधार है (कथन D सही 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'निपुण भारत मिशन' (NIPUN Bharat Mission) के संबंध में निम्नलिखित कथनों पर विचार कीजिए: A. इसका मुख्य लक्ष्य प्राथमिक कक्षाओं (कक्षा 1 से 5) के विद्यार्थियों में आधारभूत साक्षरता एवं संख्यात्मकता (FLN) दक्षता हासिल करना है। B. कार्यक्रम के तहत समग्र रिपोर्ट कार्ड (HPC) और ग्रेडेड रीडर सेट का उपयोग किया जाता है। C. अधिगम को रोचक बनाने हेतु गतिविधि-आधारित अधिगम किट (ABL Kits) उपलब्ध कराई जाती हैं। D. यह कार्यक्रम केवल कक्षा 11 और 12 के विज्ञान संकाय के विद्यार्थियों के लिए प्रयोगशाला परीक्षण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निपुण भारत मिशन (National Initiative for Proficiency in Reading with Understanding and Numeracy) का उद्देश्य 2026-27 तक प्रत्येक बच्चे को कक्षा 3 (तथा ग्रेड 5 तक) समझ के साथ पढ़ने, लिखने और बुनियादी अंकगणित की क्षमता प्रदान करना है (कथन A सही है)। इसके तहत हॉलिस्टिक प्रोग्रेस कार्ड, ग्रेडेड रीडिंग मैटेरियल और ABL किट का प्रयोग होता है (कथन B और C सही हैं)। कथन D गलत है क्योंकि इसका संबंध उच्च माध्यमिक विज्ञान प्रयोगशालाओं से नहीं, बल्कि प्राथमिक स्तर की आधारभूत दक्षताओं से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निपुण भारत मिशन के अंतर्गत राजस्थान में कक्षा 1 एवं 2 के विद्यार्थियों में मूलभूत साक्षरता एवं संख्या ज्ञान को सुदृढ़ करने हेतु राज्यव्यापी 'निपुण राजस्थान अभियान' किस तिथि को प्रारंभ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सितंबर, 2025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अक्टूबर, 2025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नवंबर, 2025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दिसंबर, 2025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30 अक्टूबर, 2025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सितंबर, 2025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नवंबर, 2025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दिसंबर, 2025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के स्कूल शिक्षा विभाग द्वारा प्राथमिक स्तर पर सीखने के परिणामों (Learning Outcomes) में क्रांतिकारी सुधार लाने के लिए 30 अक्टूबर 2025 को राज्यव्यापी 'निपुण राजस्थान अभियान' का औपचारिक शुभारंभ किया गया। इस अभियान का विशेष फोकस कक्षा 1 और 2 के नन्हें विद्यार्थियों में हिंदी/स्थानीय भाषा में पढ़ने की गति, समझ और सरल जोड़-घटाव के कौशल को विकसित करना है। विकल्प A, C और D गलत तिथियां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शैक्षिक रूप से पिछड़े खंडों (Educationally Backward Blocks - EBBs) में गुणवत्तापूर्ण सीबीएसई-आधारित अंग्रेजी माध्यम शिक्षा हेतु सत्र 2025-26 के दौरान कितने स्वामी विवेकानंद राजकीय मॉडल विद्यालय संचालित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134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27 जिलों के 134 शैक्षिक रूप से पिछड़े ब्लॉकों (EBBs) में केंद्र और राज्य की सहभागिता से 134 स्वामी विवेकानंद राजकीय मॉडल विद्यालय (SVGMV) संचालित किए जा रहे हैं। ये विद्यालय कक्षा 1 से 12 तक सीबीएसई पाठ्यक्रम पर आधारित सह-शिक्षा और पूर्णतः अंग्रेजी माध्यम में उत्कृष्ट शैक्षणिक, खेलकूद एवं आईसीटी सुविधाएं प्रदान करते हैं। विकल्प A (120), C (147) और D (151) गलत संख्याएं हैं, अतः सही उत्तर विकल्प B (134)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नेताजी सुभाष चंद्र बोस आवासीय विद्यालय योजना के तहत स्थापित विभिन्न संस्थागत घटकों (सूची-I) को उनकी स्वीकृत संख्या (सूची-II) से सुमेलित कीजिए: सूची-I: सूची-I: A. मेवात बालिका आवासीय विद्यालय B. विशिष्ट बालिका छात्रावास (Girls Hostels) C. अनाथ एवं निराश्रित बच्चों हेतु आवासीय विद्यालय D. कुल संचालित आवासीय इकाइयां सूची-II: 1. 20 2. 10 3. 41 4. 11</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कठिन परिस्थितियों, पलायन करने वाले परिवारों और अनाथ बच्चों को निरंतर शिक्षा से जोड़ने के लिए कुल 41 नेताजी सुभाष चंद्र बोस आवासीय संस्थाएं संचालित हैं (D-3)। इनमें मेवात क्षेत्र में बालिकाओं के लिए 10 आवासीय विद्यालय (A-2), विभिन्न जिलों में 20 समर्पित बालिका छात्रावास (B-1), तथा अनाथ/निराश्रित बच्चों के लिए 11 विशिष्ट आवासीय विद्यालय (C-4) शामिल हैं। यह सुमेलन A-2, B-1, C-4, D-3 केवल विकल्प A में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बच्चों का निःशुल्क और अनिवार्य शिक्षा का अधिकार (RTE) अधिनियम, 2009 राजस्थान राज्य में किस तिथि से पूर्ण रूप से प्रभावी/लागू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अप्रैल, 2004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अप्रैल, 2010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अप्रैल, 2014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अप्रैल, 2019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 अप्रैल, 2010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अप्रैल, 2004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अप्रैल, 2014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अप्रैल, 2019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सरकार के बाल अधिकार कानून (RTE Act, 2009) को देश भर में 1 अप्रैल 2010 से लागू किया गया था और उसी तिथि से राजस्थान ने भी इसे अंगीकार किया। इसके तहत 6 से 14 वर्ष की आयु के प्रत्येक बच्चे को निःशुल्क एवं अनिवार्य प्राथमिक शिक्षा पाने का मौलिक अधिकार (अनुच्छेद 21-A) प्राप्त हुआ। साथ ही गैर-सरकारी निजी विद्यालयों में अलाभित एवं दुर्बल वर्ग के बच्चों के लिए 25 प्रतिशत सीटें आरक्षित रखने का अनिवार्य प्रावधान है। विकल्प A (2004), विकल्प C (2014) और विकल्प D (2019) गलत वर्ष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'निःशुल्क यूनिफॉर्म वितरण योजना' (2024-25) के अंतर्गत प्रति विद्यार्थी (यूनिफॉर्म सिलाई एवं स्कूल बैग सहित) डीबीटी (DBT) के माध्यम से कितनी राशि सीधे बैंक खाते में स्थानांतरित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निःशुल्क यूनिफॉर्म वितरण योजना (2024-25) के तहत कक्षा 1 से 8 तक के समस्त विद्यार्थियों तथा कक्षा 9 से 12 की अध्ययनरत बालिकाओं को दो सेट यूनिफॉर्म सिलाई और स्कूल बैग खरीदने हेतु ₹800 की एकमुश्त सहायता राशि प्रत्यक्ष लाभ अंतरण (DBT) प्रणाली द्वारा उनके/अभिभावकों के जन आधार से जुड़े बैंक खाते में अंतरित की गई। पूर्व में कपड़े का वितरण होता था, किंतु प्रक्रिया को सरल व पारदर्शी बनाने हेतु इसे ₹800 डीबीटी में रूपांतरित किया गया। विकल्प A (₹500), B (₹700) और D (₹1,000) गलत राशियां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कला उत्सव 2025-26 के अंतर्गत राष्ट्रीय स्तर की प्रतियोगिता में राजस्थान से कुल कितने विद्यार्थी और कितनी सांस्कृतिक विधाओं/विषयों में राज्य का प्रतिनिधित्व करेंगे?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6 विद्यार्थी, 6 विषय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9 विद्यार्थी, 7 विषय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12 विद्यार्थी, 8 विषय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15 विद्यार्थी, 6 विषय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15 विद्यार्थी, 6 विषय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विद्यार्थी, 6 विषय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 विद्यार्थी, 7 विषय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विद्यार्थी, 8 विषय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शिक्षा मंत्रालय, भारत सरकार द्वारा आयोजित 'कला उत्सव 2025-26' में राजस्थान राज्य से 15 प्रतिभाशाली विद्यार्थियों का दल 6 प्रमुख कला विधाओं (शास्त्रीय/पारंपरिक गायन, वाद्य संगीत, शास्त्रीय/लोक नृत्य, दृश्य कला, नाट्य/रंगमंच, और पारंपरिक कहानी वाचन) में भाग लेने के लिए चयनित हुआ। यह उत्सव स्कूली विद्यार्थियों की कलात्मक प्रतिभा को पोषित करने और भारत की समृद्ध सांस्कृतिक विविधता को प्रदर्शित करने का राष्ट्रीय मंच है। विकल्प A, B और C गलत संयोजन हैं, अतः सही उत्तर विकल्प D (15 विद्यार्थी, 6 विषय)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21वीं सदी की पहली नई 'राष्ट्रीय शिक्षा नीति' (National Education Policy - NEP 2020) की आधिकारिक घोषणा/शुभारंभ किस तिथि को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 जुलाई, 2020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 जून, 2021</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 जुलाई, 2024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अगस्त, 2020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29 जुलाई, 2020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29 जून, 2021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29 जुलाई, 2024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अगस्त, 2020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मंत्रिमंडल द्वारा डॉ. के. कस्तूरीरंगन समिति की सिफारिशों के आधार पर तैयार की गई 'राष्ट्रीय शिक्षा नीति 2020' को 29 जुलाई 2020 को आधिकारिक मंजूरी और लॉन्च किया गया। इसने 34 वर्ष पुरानी राष्ट्रीय शिक्षा नीति 1986 का स्थान लिया तथा स्कूल शिक्षा में 10+2 के स्थान पर 5+3+3+4 संरचना लागू करने, मातृभाषा में प्राथमिक शिक्षा, कौशल विकास और उच्च शिक्षा में लचीलेपन पर बल दिया। विकल्प B (2021), C (2024) और D (15 अगस्त 2020) अशुद्ध तिथियां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स्कूल्स फॉर राइजिंग इंडिया' (PM SHRI) योजना के संदर्भ में निम्नलिखित कथनों पर विचार कीजिए: A. यह योजना राष्ट्रीय शिक्षा नीति 2020 के आदर्श क्रियान्वयन हेतु 7 सितंबर 2022 को शुरू की गई थी। B. राजस्थान राज्य में इस योजना के अंतर्गत कुल 639 विद्यालयों को मॉडल स्कूल के रूप में विकसित किया जा रहा है। C. ये विद्यालय पर्यावरण अनुकूल 'ग्रीन स्कूल्स' (Green Schools) के रूप में ऊर्जा व जल संरक्षण पर आधारित होंगे। D. राजस्थान में इस योजना के अंतर्गत 1,500 से अधिक निजी कॉन्वेंट स्कूलों का पूर्ण राष्ट्रीयकरण किया जा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 SHRI योजना 2022 में शुरू की गई केंद्र प्रायोजित योजना है, जिसके तहत देश भर में 14,500 से अधिक और राजस्थान में 639 सरकारी विद्यालयों का चयन कर उन्हें आधुनिक प्रयोगशालाओं, स्मार्ट क्लास, ग्रीन स्कूल अवसंरचना और NEP-2020 के मॉडल संस्थानों में बदला जा रहा है (कथन A, B और C सही हैं)। कथन D सर्वथा गलत और भ्रामक है क्योंकि यह योजना केवल मौजूदा सरकारी स्कूलों को उच्चीकृत करने हेतु है, निजी स्कूलों के राष्ट्रीयकरण हेतु नहीं।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सतत विकास लक्ष्यों (SDGs) पर वर्ष 2020-21 से 2023-24 के मध्य प्रदर्शन में सुधार के संदर्भ में निम्नलिखित कथनों पर विचार कीजिए: A. राज्य ने गरीबी उन्मूलन (Goal 1 - No Poverty) में सर्वाधिक 19 अंकों की उल्लेखनीय वृद्धि दर्ज की। B. गुणवत्तापूर्ण शिक्षा (Goal 4 - Quality Education) में राज्य के स्कोर में 13 अंकों का सुधार हुआ। C. शून्य भूख (Goal 2 - Zero Hunger) में राज्य ने 11 अंकों की सकारात्मक वृद्धि हासिल की। D. जलवायु कार्य (Goal 13 - Climate Action) में राजस्थान का स्कोर घटकर शून्य हो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के SDG इंडिया इंडेक्स के तुलनात्मक विश्लेषण के अनुसार, राजस्थान ने 2020-21 से 2023-24 के दौरान सतत विकास लक्ष्यों में उल्लेखनीय प्रगति की है। राज्य ने गरीबी निवारण (Goal-1) में 19 अंक, गुणवत्तापूर्ण शिक्षा (Goal-4) में 13 अंक और भुखमरी उन्मूलन (Goal-2) में 11 अंक का सुधार दर्ज किया (कथन A, B और C सही हैं)। कथन D गलत है क्योंकि जलवायु कार्य या किसी भी सतत विकास लक्ष्य में राज्य का स्कोर शून्य नहीं हुआ है बल्कि सुधार की प्रवृत्ति रही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'काली बाई भील महिला संबल शिक्षा सेतु योजना' का औपचारिक शुभारंभ किस वित्तीय वर्ष में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2014-15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2019-20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2021-22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2024-25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2019-20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2014-15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2021-22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2024-25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 बाई भील महिला संबल शिक्षा सेतु योजना' की शुरुआत वर्ष 2019-20 में की गई थी। इस योजना का मुख्य उद्देश्य 16 वर्ष से अधिक आयु की उन वंचित, विवाहित या पारिवारिक कारणों से स्कूल छोड़ चुकी महिलाओं एवं बालिकाओं को पुनः शिक्षा से जोड़ना है, जो राजस्थान स्टेट ओपन स्कूल (RSOS) के माध्यम से कक्षा 10वीं या 12वीं की परीक्षा में बैठती हैं। योजना के तहत उनकी संपूर्ण प्रवेश व परीक्षा फीस का पुनर्भरण राज्य सरकार द्वारा किया जाता है। विकल्प A (2014), C (2021) और D (2024) गलत वर्ष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'मुख्यमंत्री नारी शक्ति प्रशिक्षण एवं कौशल संवर्धन योजना' के अंतर्गत महिलाओं को आत्मनिर्भर बनाने हेतु कौन-से घटक संचालित किए जा रहे हैं? A. बालिकाओं एवं महिलाओं को निःशुल्क बेसिक कंप्यूटर प्रशिक्षण (RS-CIT) B. महिलाओं को वित्तीय लेखांकन में दक्षता हेतु निःशुल्क लेखा प्रशिक्षण (RS-CFA) C. महिलाओं के लिए कौशल समर्थ्य योजना के तहत व्यावसायिक प्रशिक्षण D. निःशुल्क स्पोकन इंग्लिश एवं व्यक्तित्व विकास प्रशिक्षण (RS-CSEP)</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महिला अधिकारिता निदेशालय द्वारा संचालित मुख्यमंत्री नारी शक्ति प्रशिक्षण एवं कौशल संवर्धन योजना के तहत चारों प्रमुख कार्यक्रम संचालित हैं। (A) RS-CIT (राजस्थान स्टेट सर्टिफिकेट इन इंफॉर्मेशन टेक्नोलॉजी), (B) RS-CFA (सर्टिफिकेट इन फाइनेंशियल अकाउंटिंग), (C) कौशल समर्थ्य योजना (स्वरोजगार हेतु कौशल), और (D) RS-CSEP (सर्टिफिकेट इन स्पोकन इंग्लिश एंड पर्सनालिटी)। इन सभी घटकों का संपूर्ण वित्तीय भार राज्य सरकार वहन करती है ताकि महिलाएं डिजिटल व कॉर्पोरेट रोजगार पाने में सक्षम बनें। अतः सभी चारों कथन सत्य हैं (विकल्प C)।</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'मुख्यमंत्री कन्यादान योजना' (Mukhyamantri Kanyadaan Yojana) के अंतर्गत ₹21,000 की विवाह अनुदान सहायता हेतु पात्र श्रेणियों के संदर्भ में निम्नलिखित कथनों पर विचार कीजिए: A. अंत्योदय राशन कार्ड धारक परिवारों की 18 वर्ष पूर्ण कर चुकी कन्याएं। B. आस्था कार्ड धारक (विशेष योग्यजन) परिवारों की पुत्रियां। C. 18 वर्ष या उससे अधिक आयु की राष्ट्रीय/राज्य स्तरीय महिला खिलाड़ी। D. अनुसूचित जाति (SC) एवं अनुसूचित जनजाति (ST) के बीपीएल परिवारों की कन्याएं।</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कन्यादान योजना के तहत अंत्योदय परिवारों, आस्था कार्डधारकों, बीपीएल (सामान्य/ओबीसी), विधवा पेंशनर माताओं की पुत्रियों तथा 18+ महिला खिलाड़ियों को विवाह पर ₹21,000 की बेसिक सहायता दी जाती है (कथन A, B और C सही हैं)। कथन D गलत है क्योंकि SC/ST तथा अल्पसंख्यक बीपीएल परिवारों की कन्याओं को विशेष प्रावधान के तहत ₹21,000 के स्थान पर ₹31,000 की उच्चतर सहायता दी जाती है (स्नातक होने पर अतिरिक्त ₹20,000 व 10वीं पास पर ₹10,000 प्रोत्साहन भी मिलता है)। अतः ₹21,000 वर्ग में केवल A, B और C शामिल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सरकार की 'मुख्यमंत्री रसोई गैस सब्सिडी योजना' के अंतर्गत पात्र परिवारों को घरेलू एलपीजी सिलेंडर किस रियायती दर पर उपलब्ध कराया जा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₹450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₹550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₹650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₹450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₹650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प्रधानमंत्री उज्ज्वला योजना (PMUY) के लाभार्थियों तथा चयनित BPL/NFSA परिवारों को महंगाई से राहत देने के लिए 'मुख्यमंत्री रसोई गैस सब्सिडी योजना' के तहत घरेलू गैस सिलेंडर ₹450 की अत्यधिक रियायती दर पर प्रदान किया जा रहा है। बाजार मूल्य और ₹450 के मध्य के अंतर की राशि राज्य सरकार द्वारा सीधे डीबीटी के माध्यम से लाभार्थी के खाते में सब्सिडी के रूप में जमा की जाती है। प्रत्येक पात्र परिवार को वर्ष में अधिकतम 12 सिलेंडरों पर यह छूट मिलती है। विकल्प B, C और D गलत दरें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द्वारा जारी प्रमुख औद्योगिक एवं व्यावसायिक नीतियों (सूची-I) को उनके अधिसूचना/जारी होने के वर्ष (सूची-II) से सुमेलित कीजिए: सूची-I: सूची-I: A. राजस्थान निवेश प्रोत्साहन योजना (RIPS) B. राजस्थान सूक्ष्म, लघु एवं मध्यम उद्यम (MSME) नीति C. राजस्थान रसद एवं लॉजिस्टिक्स नीति D. राजस्थान टेक्सटाइल एवं परिधान नीति सूची-II: 1. 2024 2. 2024 3. 2025 4. 2025</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निवेश, औद्योगीकरण और रोजगार को गति देने के लिए नीतियों का अद्यतनीकरण किया गया है। राजस्थान निवेश प्रोत्साहन योजना (RIPS) 8 अक्टूबर 2024 को जारी की गई (A-1)। राजस्थान MSME नीति भी 2024 में अधिसूचित हुई (B-2)। राजस्थान लॉजिस्टिक्स नीति जनवरी 2025 में लाई गई (C-3) तथा राजस्थान टेक्सटाइल एवं अपैरल नीति 2025 में अधिसूचित हुई (D-4)। यह सही सुमेलन A-1, B-2, C-3, D-4 केवल विकल्प A में प्रदर्शित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आर्थिक समीक्षा 2025-26 के अग्रिम अनुमानों के अनुसार, राज्य के 'उद्योग क्षेत्र' (Industry Sector) के संबंध में निम्नलिखित कथनों पर विचार कीजिए: A. स्थिर (2011-12) मूल्यों पर उद्योग क्षेत्र ने गत वर्ष की तुलना में 7.02 प्रतिशत की वृद्धि दर दर्ज की है। B. वर्तमान (चालू) मूल्यों पर राजस्थान के सकल राज्य मूल्य वर्धन (GSVA) में उद्योग क्षेत्र का योगदान 26.55 प्रतिशत रहा है। C. स्थिर मूल्यों पर उद्योग क्षेत्र का सकल मूल्य वर्धन ₹2.75 लाख करोड़ से अधिक आकलित है। D. राजस्थान के GSVA में उद्योग क्षेत्र का योगदान सेवा क्षेत्र से अधिक दर्ज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अग्रिम अनुमानों के अनुसार स्थिर (2011-12) कीमतों पर औद्योगिक विकास दर 7.02% रही है (कथन A सही है)। प्रचलित कीमतों पर राज्य के कुल GSVA में उद्योग का हिस्सा 26.55% है (कथन B और C सही हैं)। कथन D गलत है क्योंकि सेवा क्षेत्र का योगदान (47.71%) उद्योग क्षेत्र (26.55%) से कहीं अधिक है और सेवा क्षेत्र अर्थव्यवस्था का सबसे बड़ा घटक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उद्योग क्षेत्र के अंतर्गत वर्तमान मूल्यों पर विभिन्न उप-क्षेत्रों (सूची-I) को उनकी प्रतिशत हिस्सेदारी (सूची-II) से सुमेलित कीजिए: सूची-I: सूची-I: A. विनिर्माण (Manufacturing) B. निर्माण (Construction) C. खनन एवं उत्खनन (Mining &amp; Quarrying) D. विद्युत, गैस, जलापूर्ति एवं अन्य जनोपयोगी सेवाएं सूची-II: 1. 40.52% 2. 35.02% 3. 12.42% 4. 12.04%</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अनुसार उद्योग क्षेत्र के आंतरिक घटकों में सर्वाधिक योगदान विनिर्माण (Manufacturing) का 40.52% है (A-1)। इसके बाद निर्माण (Construction) का 35.02% (B-2), खनन एवं उत्खनन (Mining) का 12.42% (C-3), तथा विद्युत, गैस एवं जलापूर्ति का योगदान 12.04% (D-4) है। यह संरचना दर्शाती है कि विनिर्माण और निर्माण मिलकर औद्योगिक उत्पादन का 75% से अधिक हिस्सा बनाते हैं। अतः सही मिलान A-1, B-2, C-3, D-4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औद्योगिक उत्पादन सूचकांक (Index of Industrial Production - IIP) के संदर्भ में निम्नलिखित कथनों पर विचार कीजिए: A. IIP एक अल्पकालिक समग्र संकेतक है जो चयनित औद्योगिक उत्पादों के उत्पादन की भौतिक मात्रा में परिवर्तन को मापता है। B. यह सूचकांक मुख्यतः तीन व्यापक क्षेत्रों- विनिर्माण (Manufacturing), खनन (Mining) और विद्युत (Electricity) पर आधारित है। C. राजस्थान में IIP का संकलन एवं प्रकाशन मासिक (Monthly) आधार पर किया जाता है। D. राजस्थान में IIP का आधार वर्ष वर्तमान में 1980-81 उपयोग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IIP औद्योगिक गतिविधियों की मासिक गतिशीलता को मापने वाला प्रमुख बैरोमीटर है जिसमें खनन, विनिर्माण और विद्युत क्षेत्र शामिल हैं (कथन A, B और C सही हैं)। कथन D गलत है क्योंकि राष्ट्रीय एवं राज्य स्तर पर IIP का नवीन आधार वर्ष 2011-12 है, न कि 1980-81। आर्थिक एवं सांख्यिकी निदेशालय राजस्थान द्वारा इसे प्रतिमाह नियमित रूप से जारी किया जाता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राज्य में तीव्र औद्योगीकरण, हरित निवेश और बड़े पैमाने पर रोजगार सृजन को बढ़ावा देने हेतु 'राजस्थान निवेश प्रोत्साहन योजना' (RIPS-2024) किस तिथि को विधिवत लागू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नवंबर, 2022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अक्टूबर, 2023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अक्टूबर, 2024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जनवरी, 2025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 अक्टूबर, 2024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 नवंबर, 2022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अक्टूबर, 2023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जनवरी, 2025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सरकार ने पूर्ववर्ती RIPS-2022 को अधिक आकर्षक, पारदर्शी एवं प्रतिस्पर्धी बनाते हुए 'RIPS-2024' को 8 अक्टूबर 2024 को आधिकारिक रूप से लॉन्च किया। इस नई नीति में सनराइज सेक्टर्स (जैसे सेमीकंडक्टर, ग्रीन हाइड्रोजन, ईवी, डिफेंस, आईटी), एमएसएमई, महिला उद्यमियों तथा पिछड़े क्षेत्रों में निवेश करने वाली इकाइयों को पूंजीगत सब्सिडी, ब्याज अनुदान, स्टाम्प ड्यूटी छूट और बिजली कर में 100% तक छूट का प्रावधान किया गया है। विकल्प A (RIPS-2022), B और D गलत तिथियां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लॉजिस्टिक्स नीति-2025' (Rajasthan Logistics Policy 2025) के प्रमुख वित्तीय प्रोत्साहनों के संदर्भ में निम्नलिखित कथनों पर विचार कीजिए: A. पात्र स्थिर पूंजी निवेश (EFCI) पर 25 प्रतिशत पूंजीगत सब्सिडी (अधिकतम ₹50 करोड़ तक) 10 वर्षों में वितरित की जाएगी। B. श्रमिकों के कौशल विकास हेतु प्रशिक्षण लागत की 50 प्रतिशत प्रतिपूर्ति अधिकतम 6 माह के लिए देय होगी। C. इकाइयों को 7 वर्षों के लिए 6 प्रतिशत की दर से ब्याज अनुदान (अधिकतम ₹50 लाख प्रति वर्ष) दिया जाएगा। D. बिजली शुल्क एवं मंडी शुल्क में 7 वर्षों के लिए 100% की पूर्ण छूट प्रदान की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लॉजिस्टिक्स नीति-2025 राज्य को देश का प्रमुख मल्टी-मॉडल लॉजिस्टिक्स हब बनाने हेतु लाई गई है। इसके तहत (A) EFCI का 25% पूंजीगत अनुदान, (B) प्रति श्रमिक ₹4,000/माह तक प्रशिक्षण लागत का 50% पुनर्भरण (6 माह), (C) 6% ब्याज सबवेंशन (अधिकतम ₹50 लाख/वर्ष 7 साल तक), तथा (D) 7 वर्षों हेतु मंडी शुल्क, विद्युत शुल्क व भूमि कर में 100% छूट जैसे सभी चारों प्रावधान शामिल किए गए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जोधपुर-पाली-मारवाड़ औद्योगिक क्षेत्र (JPMIA) विशेष निवेश क्षेत्र के संदर्भ में निम्नलिखित कथनों पर विचार कीजिए: A. यह औद्योगिक क्षेत्र लगभग 154 वर्ग किलोमीटर क्षेत्रफल में पाली जिले के 9 गांवों को समाहित करते हुए विकसित किया जा रहा है। B. रीको (RIICO) को JPMIA का क्षेत्रीय विकास प्राधिकरण (Regional Development Authority) नामित किया गया है। C. दिल्ली-मुंबई इंडस्ट्रियल कॉरिडोर (DMIC) के तहत NICDIT द्वारा स्पेशल पर्पस व्हीकल (SPV) में 49% इक्विटी निवेश स्वीकृत किया गया है। D. यह परियोजना केवल राजस्थान सरकार के 100% बजटीय अनुदान से बिना किसी केंद्र सहयोग के बनाई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JPMIA मारवाड़ क्षेत्र में DMIC के नोड के रूप में 154 वर्ग किमी (पाली के 9 गांव) में विश्वस्तरीय स्मार्ट इंडस्ट्रियल सिटी के रूप में विकसित हो रहा है (कथन A सही है)। RIICO इसका नोडल विकास प्राधिकरण है (कथन B सही है)। इसके फेज-A के लिए राष्ट्रीय औद्योगिक गलियारा विकास और कार्यान्वयन ट्रस्ट (NICDIT) द्वारा SPV में 49% इक्विटी (₹322.80 करोड़) और राज्य सरकार द्वारा 51% भागीदारी दी गई है (कथन C सही है)। कथन D गलत है क्योंकि यह केंद्र-राज्य संयुक्त उपक्रम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में स्थित यूनेस्को विश्व धरोहर स्थलों (UNESCO World Heritage Sites) की कुल संख्या वर्तमान में कितनी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9 यूनेस्को विश्व धरोहर स्थल हैं। इनमें 1 प्राकृतिक धरोहर स्थल- केवलादेव राष्ट्रीय उद्यान भरतपुर (1985), 1 खगोलीय वेधशाला- जंतर मंतर जयपुर (2010), 6 पहाड़ी किले- चित्तौड़गढ़, कुम्भलगढ़, रणथंभौर, आमेर, जैसलमेर एवं गागरोन दुर्ग (2013), तथा 1 सांस्कृतिक शहर- जयपुर का चारदीवारी शहर (Walled City of Jaipur, 2019) शामिल हैं। विकल्प A (8), विकल्प C (10) और विकल्प D (11) गलत संख्याएं हैं, अतः सही उत्तर विकल्प B (9)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नई दिल्ली के 'भारत मंडपम' की तर्ज पर अत्याधुनिक सम्मेलनों, वैश्विक प्रदर्शनियों एवं व्यापारिक आयोजनों हेतु 'राजस्थान मंडपम' का निर्माण कहाँ किया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बोरानाडा, जोधपुर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विद्याधर नगर,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बलिचा, उदयपुर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कोटपूतली, बहरोड़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विद्याधर नगर,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बोरानाडा,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बलिचा, उदयपुर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कोटपूतली, बहरोड़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विकास प्राधिकरण (JDA) द्वारा विद्याधर नगर (जयपुर) में अंतरराष्ट्रीय स्तर के कन्वेंशन और एग्जीबिशन सेंटर के रूप में 'राजस्थान मंडपम' का निर्माण किया जा रहा है। इसे नई दिल्ली के प्रगति मैदान स्थित भारत मंडपम की तर्ज पर डिजाइन किया गया है, जहाँ राष्ट्रीय व अंतरराष्ट्रीय व्यापार मेले, उद्योग सम्मेलन, सांस्कृतिक महोत्सव और एक्सपो आयोजित किए जा सकेंगे। जोधपुर (विकल्प A) में हस्तशिल्प केंद्र है, उदयपुर (विकल्प C) पर्यटन केंद्र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पर्यटन विभाग के आधिकारिक आंकड़ों के अनुसार, वर्ष 2024-2025 के दौरान राज्य का सर्वाधिक देखा जाने वाला (सर्वाधिक श्रद्धालु/पर्यटक फुटफॉल वाला) धार्मिक पर्यटन स्थल कौन-सा बनकर उभरा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 सांवलिया सेठ मंदिर, मंडफिया (चित्तौड़गढ़)</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श्रीनाथजी मंदिर, नाथद्वारा (राजसमंद)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 खाटू श्याम जी मंदिर, खाटू (सीकर)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सालासर बालाजी मंदिर, सालासर (चूरू)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 खाटू श्याम जी मंदिर, खाटू (सीकर)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सांवलिया सेठ मंदिर, मंडफिया (चित्तौड़गढ़)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श्रीनाथजी मंदिर, नाथद्वारा (राजसमंद)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सालासर बालाजी मंदिर, सालासर (चूरू)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2024 और 2025 में राजस्थान में धार्मिक पर्यटन में अभूतपूर्व वृद्धि दर्ज की गई है, जिसमें सीकर जिले में स्थित 'श्री खाटू श्याम जी मंदिर' राज्य का सर्वाधिक देखा जाने वाला धार्मिक तीर्थ स्थल बनकर उभरा है, जहाँ प्रतिवर्ष करोड़ों श्रद्धालु दर्शन हेतु पहुंचते हैं। इसके बाद सालासर बालाजी, सांवलिया जी और नाथद्वारा का स्थान आता है। भारत सरकार ने भी स्वदेश दर्शन 2.0 योजना के तहत खाटू श्याम मंदिर परिसर के समग्र विकास हेतु ₹87.87 करोड़ का सर्वाधिक बजट स्वीकृत किया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प्रसिद्ध धार्मिक एवं ऐतिहासिक पर्यटन स्थलों (सूची-I) को उनके संबंधित जिलों (सूची-II) से सुमेलित कीजिए: सूची-I: सूची-I: A. पूनछड़ी का लौठा B. श्री सांवलिया जी सेठ C. बाबा रामदेवरा तीर्थ D. शिवाड़ (द्वादश ज्योतिर्लिंग घुश्मेश्वर महादेव) सूची-II: 1. चित्तौड़गढ़ 2. डीग 3. सवाई माधोपुर 4. जैसलमेर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'पूनछड़ी का लौठा' ब्रज 84 कोस परिक्रमा क्षेत्र में नवगठित डीग जिले (पूर्व में भरतपुर) में स्थित है (A-2)। 'सांवलिया जी' का प्रसिद्ध मंदिर मंडफिया, चित्तौड़गढ़ में स्थित है (B-1)। लोकदेवता रामदेव जी की समाधि 'रामदेवरा' (रुणेचा) जैसलमेर जिले में स्थित है (C-4)। 12वां ज्योतिर्लिंग माना जाने वाला ऐतिहासिक 'घुश्मेश्वर महादेव शिवाड़' सवाई माधोपुर जिले में स्थित है (D-3)। यह सही मिलान A-2, B-1, C-4, D-3 केवल विकल्प A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वर्ष 2024-2025 के दौरान घरेलू (स्वदेशी) पर्यटकों की सर्वाधिक संख्या किस ऐतिहासिक एवं धरोहर पर्यटन स्थल (Monument/Fort) पर दर्ज की गई?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आमेर दुर्ग, जयपुर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हवा महल, जयपुर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दुर्ग (सोनार किला), जैसलमेर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नाहरगढ़ दुर्ग, 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जैसलमेर दुर्ग (सोनार किला), जैसलमेर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आमेर दुर्ग,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हवा महल, जयपुर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नाहरगढ़ दुर्ग, जयपुर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2024 और 2025 के पर्यटन आगमन आंकड़ों के अनुसार, थार मरुस्थल का विश्व प्रसिद्ध लिविंग फोर्ट 'जैसलमेर दुर्ग' (सोनार किला) राज्य का सर्वाधिक घरेलू पर्यटकों को आकर्षित करने वाला ऐतिहासिक धरोहर स्थल रहा। हालांकि विदेशी पर्यटकों के मामले में जयपुर के आमेर दुर्ग और हवा महल शीर्ष पर रहते हैं, किंतु घरेलू पर्यटकों की संख्या में जैसलमेर और पश्चिमी राजस्थान के किलों ने नया कीर्तिमान स्थापित किया है। विकल्प A, B और D जयपुर के प्रमुख स्मारक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वर्ष 2025 के दौरान विदेशी पर्यटकों के आगमन रुझान (Foreign Tourist Arrivals) के संबंध में निम्नलिखित कथनों पर विचार कीजिए: A. राज्य में आने वाले विदेशी पर्यटकों का सर्वाधिक पसंदीदा गंतव्य जयपुर (राजधानी) रहा। B. राजस्थान में आने वाले विदेशी पर्यटकों में सर्वाधिक संख्या संयुक्त राज्य अमेरिका (USA) के नागरिकों की रही। C. वैश्विक आर्थिक एवं भू-राजनीतिक परिस्थितियों के कारण वर्ष 2025 के दौरान विदेशी पर्यटकों के कुल आगमन में हल्की गिरावट दर्ज की गई। D. फ्रांस, यूनाइटेड किंगडम और जर्मनी राजस्थान आने वाले शीर्ष 5 विदेशी पर्यटक देशों में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पर्यटन आंकड़ों के अनुसार, राजस्थान में विदेशी पर्यटकों का प्रमुख केंद्र जयपुर, उदयपुर और जोधपुर रहे, जिसमें जयपुर शीर्ष पर रहा (कथन A सही है)। विदेशी पर्यटकों के स्रोत देशों में यूएसए प्रथम स्थान पर तथा इसके बाद फ्रांस, यूके, जर्मनी और ऑस्ट्रेलिया रहे (कथन B और D सही हैं)। अंतरराष्ट्रीय उड़ानों और वैश्विक अनिश्चितताओं के चलते 2025 में विदेशी आवक में मामूली गिरावट की प्रवृत्ति देखी गई (कथन C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एवं वैश्विक सिनेमा जगत के सबसे प्रतिष्ठित 'आईफा 25 महोत्सव और पुरस्कार समारोह' (IIFA 25 Festival and Awards) का आयोजन राजस्थान में किस अवधि में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 से 9 मार्च, 2025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 से 11 मार्च, 2025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से 7 मार्च, 2025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 से 16 मार्च, 2025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 से 9 मार्च, 2025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 से 11 मार्च, 2025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से 7 मार्च, 2025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 से 16 मार्च, 2025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भारतीय फिल्म अकादमी (IIFA) की 25वीं रजत जयंती वर्षगांठ के उपलक्ष्य में 'आईफा 25 फेस्टिवल एवं अवॉर्ड्स समारोह' का भव्य आयोजन राजस्थान की राजधानी जयपुर (JECC सीतापुरा) में 7 से 9 मार्च, 2025 तक किया गया। इस ऐतिहासिक आयोजन से राजस्थान के फिल्म पर्यटन, हॉस्पिटैलिटी और सांस्कृतिक विरासत को वैश्विक स्तर पर भारी प्रचार प्राप्त हुआ। विकल्प B, C और D गलत तिथियां हैं, अतः सही उत्तर विकल्प A (7 से 9 मार्च, 2025)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'संग्रहालय अनुदान योजना' (Museum Grant Scheme) के अंतर्गत राजस्थान के 9 प्रमुख संग्रहालयों के जीर्णोद्धार एवं उन्नयन हेतु विस्तृत परियोजना प्रतिवेदन (DPRs) किस संस्था द्वारा तैयार किए गए?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पर्यटन विकास निगम (RTDC)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आमेर विकास एवं प्रबंधन प्राधिकरण (ADMA),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पुरातत्व सर्वेक्षण (ASI), जयपुर मंडल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धरोहर संरक्षण एवं प्रोन्नति प्राधिकरण (RHDPA)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आमेर विकास एवं प्रबंधन प्राधिकरण (ADMA),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पर्यटन विकास निगम (RTDC)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पुरातत्व सर्वेक्षण (ASI), जयपुर मंडल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धरोहर संरक्षण एवं प्रोन्नति प्राधिकरण (RHDPA)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ऐतिहासिक संग्रहालयों को आधुनिक डिजिटल तकनीकों, संरक्षण प्रयोगशालाओं और बेहतर दर्शक दीर्घाओं से सुसज्जित करने हेतु 'आमेर विकास एवं प्रबंधन प्राधिकरण' (Amber Development and Management Authority - ADMA), जयपुर द्वारा 9 संग्रहालयों की विस्तृत डीपीआर (DPRs) तैयार कर केंद्रीय संस्कृति मंत्रालय को प्रेषित की गई। RTDC (विकल्प A) होटल व परिवहन प्रबंधन करता है, जबकि ASI (विकल्प C) केंद्रीय संरक्षित स्मारकों की देखरेख करता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आर्थिक समीक्षा 2025-26 के अनुसार, दिसंबर 2025 के अंत तक राज्य में विद्युत की कुल अधिष्ठापित (Installed Power Capacity) क्षमता कितनी हो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27,283.83 मेगावाट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31,556.43 मेगावाट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34,116.43 मेगावाट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25,353.83 मेगावाट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31,556.43 मेगावाट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27,283.83 मेगावाट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34,116.43 मेगावाट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25,353.83 मेगावाट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ऊर्जा अवसंरचना के तीव्र विस्तार के परिणामस्वरूप दिसंबर 2025 तक राज्य की कुल अधिष्ठापित विद्युत क्षमता 31,556.43 मेगावाट (MW) तक पहुँच गई है। मार्च 2025 के अंत में यह क्षमता 27,283.83 मेगावाट (विकल्प A) थी, जिसमें दिसंबर 2025 तक लगभग 4,272.60 मेगावाट की नई क्षमता (विशेषकर सौर एवं पवन ऊर्जा में) जोड़ी गई। विकल्प C (34,116.43 MW) और विकल्प D (25,353.83 MW) गलत आंकड़े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नवीकरणीय ऊर्जा (पवन एवं सौर ऊर्जा) की स्थापित क्षमता के संदर्भ में निम्नलिखित कथनों पर विचार कीजिए: A. दिसंबर 2025 तक राज्य में ग्रिड-कनेक्टेड सौर ऊर्जा क्षमता 9,898 मेगावाट से अधिक हो चुकी है। B. दिसंबर 2025 तक राज्य की स्थापित पवन ऊर्जा क्षमता बढ़कर 4,416.12 मेगावाट हो गई है। C. पवन एवं सौर ऊर्जा दोनों मिलकर राजस्थान की कुल स्थापित क्षमता का लगभग 45.36 प्रतिशत भाग बनाते हैं। D. राजस्थान में पवन ऊर्जा के सभी संयंत्र केवल चंबल नदी घाटी में पानी के अंदर स्थापित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 और पवन ऊर्जा दोनों में देश के अग्रणी राज्यों में शामिल है। दिसंबर 2025 तक सौर क्षमता 9,898 मेगावाट और पवन ऊर्जा क्षमता 4,416.12 मेगावाट दर्ज की गई (कथन A और B सही हैं)। यह कुल 31,556.43 मेगावाट क्षमता का 45.36% हिस्सा है (कथन C सही है)। कथन D सर्वथा हास्यास्पद एवं गलत है क्योंकि पवन चक्कियां (Windmills) पश्चिमी राजस्थान के उच्च वायु वेग वाले भू-भागों जैसे जैसलमेर (बड़ाबाग, सोडा), फलोदी, प्रतापगढ़ (देवगढ़) और बाड़मेर में भूमि पर स्थापित हैं, नदी के पानी के अंदर नहीं।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अतिरिक्त उच्च वोल्टेज (Extra High Voltage - EHV) विद्युत संचरण नेटवर्क की कुल लंबाई दिसंबर 2025 तक बढ़कर 45,933.315 सर्किट किमी हो गई, जो मार्च 2017 (36,079 ckm) की तुलना में लगभग कितने प्रतिशत की वृद्धि दर्शाती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18.25%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22.10%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27.31%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27.31%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22.10%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विद्युत प्रसारण निगम लिमिटेड (RVPN) के सुदृढ़ीकरण से राज्य के EHV संचरण नेटवर्क (765kV, 400kV, 220kV, 132kV लाइनों) का तेजी से विस्तार हुआ है। मार्च 2017 में यह नेटवर्क 36,079 सर्किट किमी था, जो दिसंबर 2025 तक बढ़कर 45,933.315 सर्किट किमी हो गया। यह वृद्धि [(45933.315 - 36079)/36079] * 100 = 27.31 प्रतिशत की ठोस वृद्धि को दर्शाती है। विकल्प A, B और D गलत गणनाएं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सार्वजनिक-निजी भागीदारी (Public-Private Partnership - PPP) मोड एवं वीजीएफ (VGF) योजना के माध्यम से विकसित दो 400 केवी ग्रिड सब-स्टेशन (GSS) किन स्थानों पर स्थापित किए गए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और जोधपुर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अलवर और डीडवाना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 और उदयपुर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 और जैसलमेर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अलवर और डीडवाना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और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और उदयपुर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 और जैसलमेर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विद्युत संचरण क्षमता को मजबूत करने और निजी पूंजी निवेश को आकर्षित करने के उद्देश्य से PPP मोड तथा Viability Gap Funding (VGF) के तहत राजस्थान के दो 400 केवी GSS अलवर तथा डीडवाना (नागौर/डीडवाना-कुचामन) में सफलतापूर्वक स्थापित एवं संचालित किए गए हैं। यह ट्रांसमिशन क्षेत्र में सार्वजनिक-निजी सहभागिता का सफल मॉडल है। विकल्प A, C और D में स्थापित अधिकांश GSS पारंपरिक सार्वजनिक क्षेत्र (RVPN) द्वारा सीधे निर्मित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भारत के कुल भौगोलिक क्षेत्रफल का 10.41 प्रतिशत भाग रखता है, किंतु देश के कुल उपलब्ध सतही एवं भू-जल संसाधनों का लगभग कितने प्रतिशत भाग ही राज्य के पास उपलब्ध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1.16%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क्षेत्रफल की दृष्टि से भारत का सबसे बड़ा राज्य (3,42,239 वर्ग किमी या देश का 10.41%) है, किंतु विषम जलवायु और वर्षा की कमी के कारण देश के कुल जल संसाधनों का मात्र 1.16 प्रतिशत (सतही जल लगभग 1.01% और भूजल 1.70%) ही राज्य में विद्यमान है। यही कारण है कि राज्य में जल की प्रति व्यक्ति उपलब्धता अत्यंत सीमित है और सूक्ष्म सिंचाई तकनीकों (ड्रिप/स्प्रिंकलर) का विस्तार अनिवार्य है। विकल्प B (2.50%), C (5%) और D (9.10%) गलत आंकड़े हैं, अतः सही उत्तर विकल्प A (1.16%)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पहली प्रमुख सिंचाई परियोजना कौन-सी है, जिसके संपूर्ण 2.46 लाख हेक्टेयर कमांड क्षेत्र में 'स्प्रिंकलर (फव्वारा) सिंचाई प्रणाली' को अनिवार्य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परवन वृहद बहुउद्देश्यीय परियोजना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नर्मदा नहर परियोजना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पीपलखूंट उच्च स्तरीय नहर परियोजना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 बजाज सागर परियोजना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नर्मदा नहर परियोजना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परवन वृहद बहुउद्देश्यीय परियोजना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पीपलखूंट उच्च स्तरीय नहर परियोजना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 बजाज सागर परियोजना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नहर परियोजना (Narmada Canal Project) भारत की पहली ऐसी वृहद सिंचाई परियोजना है जिसमें जल की एक-एक बूंद के संरक्षण हेतु संपूर्ण कमांड क्षेत्र (जालोर एवं बाड़मेर के 2.46 लाख हेक्टेयर) में स्प्रिंकलर (फव्वारा/ड्रिप) सिंचाई अनिवार्य की गई है। सरदार सरोवर बांध (गुजरात) से निकलने वाली इस 458 किमी लंबी मुख्य नहर से राजस्थान में 74 किमी नहर जाल फैला है। इससे पारंपरिक प्रवाह सिंचाई की तुलना में 40% जल की बचत होती है और सिंचित क्षेत्र दोगुना हो जाता है। विकल्प A, C और D में स्प्रिंकलर पूर्णतः अनिवार्य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झालावाड़, बारां और कोटा जिलों के 571 गांवों को सिंचाई एवं पेयजल उपलब्ध कराने वाली 'परवन वृहद बहुउद्देश्यीय परियोजना' किस नदी पर निर्माणाधीन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आहू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चंबल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परवन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कालीसिंध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परवन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आहू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चंबल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कालीसिंध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परवन वृहद बहुउद्देश्यीय परियोजना झालावाड़ जिले के अकलेरा तहसील के पास परवन नदी (कालीसिंध की प्रमुख सहायक नदी) पर निर्मित की जा रही है। इस बहुउद्देश्यीय बांध परियोजना से हाड़ौती संभाग के झालावाड़, बारां और कोटा जिलों के 571 गांवों की 2,01,400 हेक्टेयर भूमि में ड्रिप/दबावयुक्त प्रणाली से सिंचाई सुविधा उपलब्ध होगी तथा झालावाड़ एवं बारां को पेयजल व छबड़ा/कालीसिंध थर्मल पावर प्लांट को जलापूर्ति की जाएगी। आहू नदी (विकल्प A) पर गागरिन बांध है, चंबल (विकल्प B) पर गांधीसागर-राणाप्रतापसागर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हाड़ौती क्षेत्र में कृषि विकास को बढ़ावा देने हेतु 'टकली मध्यम सिंचाई परियोजना' (Takli Irrigation Project) राजस्थान के किस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टकली मध्यम सिंचाई परियोजना कोटा जिले की रामगंजमंडी और चेचट तहसीलों के अंतर्गत ढाकिया गांव के समीप टकली नदी पर निर्माणाधीन है। इस परियोजना के पूर्ण होने से कोटा जिले के सूखा प्रभावित गैर-कमांड क्षेत्रों के 17 से अधिक गांवों की लगभग 7,385 हेक्टेयर कृषि भूमि को सुनिश्चित नहरी सिंचाई का लाभ मिलेगा। बूंदी में गरदड़ा (विकल्प A), झालावाड़ में गागरिन/छापी (विकल्प C) और बारां में अंधेरी/हथियादेह (विकल्प D) परियोजनाएं हैं। अतः सही उत्तर विकल्प B (कोटा)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आहू नदी के प्रवाह जल का उपयोग कर 9,990 हेक्टेयर क्षेत्र में सिंचाई उपलब्ध कराने वाली 'गागरिन सिंचाई परियोजना' किस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चित्तौड़गढ़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चित्तौड़गढ़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गागरिन मध्यम सिंचाई परियोजना झालावाड़ जिले की पिड़ावा एवं पचपहाड़ तहसीलों में आहू नदी (Ahu River) पर निर्मित की गई है। इस परियोजना का मुख्य उद्देश्य आहू नदी के अधिशेष मानसून जल को रोककर 9,990 हेक्टेयर कमाण्ड क्षेत्र में कृषि सिंचाई तथा आसपास के दर्जनों ग्रामीण क्षेत्रों को सुरक्षित पेयजल उपलब्ध कराना है। बारां (विकल्प A), कोटा (विकल्प B) और चित्तौड़गढ़ (विकल्प D) अन्य जिले हैं जहाँ अलग-अलग परियोजनाएं हैं। अतः सही उत्तर विकल्प C (झालावाड़)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वन विभाग की सांख्यिकी रिपोर्ट के अनुसार, राज्य के कुल अभिलिखित वन क्षेत्र (Recorded Forest Area) के वैधानिक वर्गीकरण के संबंध में निम्नलिखित कथनों पर विचार कीजिए: A. राज्य में कुल वन क्षेत्र का 36.94 प्रतिशत भाग 'आरक्षित वन' (Reserved Forest) श्रेणी के अंतर्गत आता है। B. राज्य में सर्वाधिक 56.54 प्रतिशत वन क्षेत्र 'संरक्षित वन' (Protected Forest) श्रेणी के अधीन है। C. राज्य के कुल वन क्षेत्र में 'अवर्गीकृत वन' (Unclassified Forest) का हिस्सा मात्र 6.51 प्रतिशत है। D. राजस्थान में 80 प्रतिशत से अधिक वन क्षेत्र पूर्णतः निजी व्यक्तियों के स्वामित्व 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अभिलिखित वन क्षेत्र 32,868 वर्ग किमी (राज्य के भौगोलिक क्षेत्र का 9.60%) है। इसके वैधानिक वर्गीकरण में आरक्षित वन 36.94% (12,143 वर्ग किमी), संरक्षित वन 56.54% (18,582 वर्ग किमी) और अवर्गीकृत वन 6.51% (2,143 वर्ग किमी) हैं (कथन A, B और C सही हैं)। कथन D सर्वथा असत्य है क्योंकि राज्य के 99% से अधिक वन सरकारी नियंत्रण में हैं, निजी स्वामित्व में नहीं।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वन्यजीव संरक्षण नेटवर्क एवं जैव-विविधता क्षेत्रों के संदर्भ में निम्नलिखित कथनों पर विचार कीजिए: A. राज्य में वर्तमान में कुल 3 राष्ट्रीय उद्यान (National Parks) अधिसूचित हैं। B. राज्य में कुल 26 वन्यजीव अभयारण्य (Wildlife Sanctuaries) विद्यमान हैं। C. राजस्थान में कुल 5 बाघ अभयारण्य (Tiger Reserves) संचालित हैं। D. राज्य में वर्तमान में कुल 39 संरक्षण रिज़र्व (Conservation Reserves) घोषित किए जा चुके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वन्यजीव नेटवर्क सुदृढ़ है जिसमें: (A) 3 राष्ट्रीय उद्यान (रणथंभौर, केवलादेव, मुकुंदरा हिल्स), (B) 26 वन्यजीव अभयारण्य (जैसे सरिस्का, कुम्भलगढ़, तालछापर आदि), (C) 5 टाइगर रिजर्व (रणथंभौर, सरिस्का, मुकुंदरा हिल्स, रामगढ़ विषधारी-52वां, एवं धौलपुर-करौली-54वां), तथा (D) नवीनतम अधिसूचनाओं सहित कुल 39 कंजर्वेशन रिजर्व (जैसे बीसलपुर, जोड़बीड़, शाकंभरी, हमीरगढ़, बीड़ फतेहपुर, खिंचन आदि) शामिल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वन्यजीव संरक्षण, पर्या-पर्यटन (Ecotourism) एवं शिक्षा को बढ़ावा देने हेतु स्थापित किए गए 4 जैविक उद्यान (Biological Parks) किन स्थानों पर स्थित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नाहरगढ़ (जयपुर), सज्जनगढ़ (उदयपुर), माचिया सफारी (जोधपुर) एवं अभेड़ा (कोटा)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आमेर (जयपुर), कुम्भलगढ़ (राजसमंद), सरिस्का (अलवर) एवं रणथंभौर (सवाई माधोपुर)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जयसमंद (उदयपुर), तालछापर (चूरू), केवलादेव (भरतपुर) एवं दर्रा (कोटा)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नाहरगढ़ (जयपुर), सज्जनगढ़ (उदयपुर), शेरगढ़ (बारां) एवं रामगढ़ (बूंदी)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नाहरगढ़ (जयपुर), सज्जनगढ़ (उदयपुर), माचिया सफारी (जोधपुर) एवं अभेड़ा (कोटा)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आमेर (जयपुर), कुम्भलगढ़ (राजसमंद), सरिस्का (अलवर) एवं रणथंभौर (सवाई माधोपुर)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जयसमंद (उदयपुर), तालछापर (चूरू), केवलादेव (भरतपुर) एवं दर्रा (कोटा)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नाहरगढ़ (जयपुर), सज्जनगढ़ (उदयपुर), शेरगढ़ (बारां) एवं रामगढ़ (बूंदी)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चिड़ियाघर प्राधिकरण (CZA) के मानकों के अनुसार राजस्थान में 4 आधुनिक जैविक उद्यान (Biological Parks) विकसित किए गए हैं: (1) नाहरगढ़ जैविक उद्यान (जयपुर), (2) सज्जनगढ़ जैविक उद्यान (उदयपुर), (3) माचिया सफारी जैविक उद्यान (जोधपुर), और (4) अभेड़ा जैविक उद्यान (कोटा)। ये पार्क वन्यजीवों को उनके प्राकृतिक पर्यावास जैसे खुले बाड़ों में रखते हैं और अनुसंधान व प्रजनन केंद्र के रूप में कार्य करते हैं। विकल्प B, C और D में राष्ट्रीय उद्यान एवं अभयारण्य मिश्रित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वाहन स्क्रैपिंग नीति-2025' (Rajasthan Vehicle Scrapping Policy 2025) के संदर्भ में निम्नलिखित कथनों पर विचार कीजिए: A. 15 वर्ष से अधिक पुराने समस्त राजकीय/सरकारी वाहनों को अनिवार्य रूप से स्क्रैप किया जाएगा। B. पंजीकृत वाहन स्क्रैपिंग सुविधा (RVSF) में पुराने वाहन को स्क्रैप कराने पर नया वाहन खरीदने पर मोटर वाहन कर में 50% तक की छूट देय होगी। C. गैर-परिवहन (निजी) वाहनों के लिए वर्तमान में स्क्रैपिंग स्वैच्छिक है, किंतु फिटनेस जांच अनिवार्य है। D. स्क्रैप किए गए वाहनों के कलपुर्जों को सीधे खुले मैदान में फेंकना अनिवार्य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 प्रदूषण कम करने और सड़क सुरक्षा बढ़ाने हेतु लागू राजस्थान वाहन स्क्रैपिंग नीति-2025 के तहत 15 वर्ष पुराने सरकारी वाहनों का अनिवार्य स्क्रैपिंग होगा (कथन A सही है)। स्क्रैपिंग सर्टिफिकेट (CoD) प्रस्तुत करने पर नए गैर-परिवहन वाहन पर मोटर वाहन कर में 25-50% तक छूट का लाभ मिलता है (कथन B और C सही हैं)। कथन D गलत है क्योंकि स्क्रैपिंग का उद्देश्य वैज्ञानिक रीसाइक्लिंग और सर्कुलर इकोनॉमी को बढ़ावा देना है, कचरे को खुले में फेंकना दंडनीय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जलवायु परिवर्तन के दुष्प्रभावों से निपटने, नवीकरणीय ऊर्जा को अपनाने तथा कार्बन उत्सर्जन कम करने हेतु 'राजस्थान जलवायु परिवर्तन नीति-2023' किस तिथि को जारी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जून, 2023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 अप्रैल, 2023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मई, 2023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 सितंबर, 2023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 जून, 2023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 अप्रैल, 2023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मई, 2023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 सितंबर, 2023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पर्यावरण दिवस (5 जून 2023) के अवसर पर राजस्थान सरकार के पर्यावरण एवं जलवायु परिवर्तन विभाग द्वारा 'राजस्थान जलवायु परिवर्तन नीति-2023' विधिवत रूप से जारी की गई। इस नीति का मुख्य उद्देश्य राज्य में मरुस्थलीकरण की रोकथाम, जल सुरक्षा, हरित आच्छादन में वृद्धि, ग्रीन हाउस गैसों के उत्सर्जन में कमी तथा जलवायु-अनुकूल टिकाऊ कृषि को बढ़ावा देना है। विकल्प B (पृथ्वी दिवस), C और D (ओजोन दिवस) अन्य तिथियां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पहला आधुनिक 'तितली उद्यान' (Butterfly Park), जहाँ 80 से अधिक प्रजातियों की तितलियों के संरक्षण हेतु 5 विशेष जोन बनाए गए हैं, कहाँ स्थापित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अंबेरी (उदयपुर)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झालाना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शाहबाद (बारां)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माउंट आबू (सिरोही)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अंबेरी (उदयपुर)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झालाना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शाहबाद (बारां)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माउंट आबू (सिरोही)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प्रथम समर्पित तितली उद्यान अंबेरी (उदयपुर) में वन विभाग द्वारा स्थापित किया गया है। इस पार्क को 5 विशिष्ट पारिस्थितिक जोनों में विभाजित किया गया है जिसमें तितलियों के अनुकूल पोषण पौधे (Host Plants), परागण पौधे (Nectar Plants) और जल स्रोत विकसित किए गए हैं। यहाँ लगभग 80 प्रकार की रंग-बिरंगी दुर्लभ प्रजातियों की तितलियाँ पाई जाती हैं। झालाना (विकल्प B) लेपर्ड रिजर्व है, शाहबाद (विकल्प C) कंजर्वेशन रिजर्व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'पीएम सूर्य घर मुफ्त बिजली योजना' (PM Surya Ghar Muft Bijli Yojana) के संदर्भ में निम्नलिखित कथनों पर विचार कीजिए: A. इस राष्ट्रीय योजना का शुभारंभ 13 फरवरी 2024 को देश के 1 करोड़ घरों को 300 यूनिट तक मुफ्त बिजली देने के लक्ष्य से हुआ। B. रूफटॉप सौर संयंत्र स्थापित करने पर केंद्र सरकार द्वारा अधिकतम ₹78,000 की सब्सिडी प्रदान की जाती है। C. राजस्थान राज्य में इस योजना के अंतर्गत 5 लाख आवासीय घरों की छतों पर सौर संयंत्र लगाने का लक्ष्य निर्धारित किया गया है। D. राजस्थान में इस योजना के अंतर्गत सौर संयंत्र केवल सरकारी भवनों पर ही लगाए जा सकते हैं, निजी घरों पर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 सूर्य घर योजना के तहत 1 किलोवाट पर ₹30,000, 2 किलोवाट पर ₹60,000 और 3 किलोवाट या अधिक क्षमता पर अधिकतम ₹78,000 की सब्सिडी सीधे बैंक खाते में दी जाती है (कथन A और B सही हैं)। राजस्थान का लक्ष्य 5 लाख घरों पर रूफटॉप सोलर लगाना है (कथन C सही है)। कथन D गलत है क्योंकि यह योजना मुख्य रूप से आम नागरिकों के व्यक्तिगत घरों/आवासीय सोसायटियों की छतों के लिए ही बनाई गई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प्रशासनिक कार्यप्रणाली में गतिशीलता, पारदर्शिता एवं पर्यावरण-अनुकूल 'कागजरहित शासन' (Paperless Governance) को लागू करने हेतु संचालित पोर्टल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राज-काज पोर्टल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राज-धारा पोर्टल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राज-मेष पोर्टल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 दर्पण पोर्टल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राज-काज पोर्टल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राज-धारा पोर्टल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राज-मेष पोर्टल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 दर्पण पोर्टल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'राज-काज' (Raj-Kaj) राजस्थान सरकार का एक व्यापक एंटरप्राइज रिसोर्स प्लानिंग (ERP) और ई-फाइल प्रबंधन प्लेटफॉर्म है। इसके माध्यम से राज्य के समस्त सरकारी विभागों में पत्रावलियों (Files) का संचालन, अवकाश आवेदन, एसीआर (ACR), अचल संपत्ति विवरण (APR) और विभागीय पत्राचार पूर्णतः डिजिटल व पेपरलेस किया जाता है, जिससे लालफीताशाही समाप्त होती है और पेड़ों की कटाई रुकती है। राजधारा (विकल्प B) GIS पोर्टल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संयुक्त राष्ट्र का 2030 सतत विकास एजेंडा '5Ps' (Five Pillars) के वैचारिक ढांचे पर आधारित है। निम्नलिखित में से कौन-सा घटक सतत विकास लक्ष्यों के 5Ps में शामिल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पीपल (People - लोग)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प्लैनेट (Planet - ग्रह/पर्यावरण)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प्रॉफिट (Profit - मौद्रिक मुनाफा)</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पीस एवं पार्टनरशिप (Peace &amp; Partnership - शांति एवं साझेदारी)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प्रॉफिट (Profit - मौद्रिक मुनाफा)</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पीपल (People - लोग)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प्लैनेट (Planet - ग्रह/पर्यावरण)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पीस एवं पार्टनरशिप (Peace &amp; Partnership - शांति एवं साझेदारी)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सतत विकास लक्ष्यों (17 SDGs) का वैश्विक ढांचा 5 मूलभूत स्तंभों (5Ps) पर आधारित है: (1) People (मानव विकास एवं गरीबी उन्मूलन), (2) Planet (पारिस्थितिकी व पर्यावरण संरक्षण), (3) Prosperity (समृद्धि एवं समावेशी आर्थिक विकास), (4) Peace (न्यायपूर्ण व शांतिपूर्ण समाज), और (5) Partnership (वैश्विक साझेदारी)। 'Profit' (निजी मुनाफा) इस मानवीय कल्याणकारी ढांचे का हिस्सा नहीं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द्वारा जारी किए जाने वाले 'एसडीजी इंडिया इंडेक्स' (SDG India Index) के संदर्भ में निम्नलिखित कथनों पर विचार कीजिए: A. यह सूचकांक राज्यों एवं केंद्रशासित प्रदेशों की सतत विकास लक्ष्यों में प्रगति को मापने वाला आधिकारिक राष्ट्रीय ढांचा है। B. इसमें राज्यों का समग्र स्कोर 0 से 100 के पैमाने पर मापा जाता है। C. इसके अंतर्गत राज्यों को 4 श्रेणियों (Aspirant, Performer, Front Runner, Achiever) में वर्गीकृत किया जाता है। D. एसडीजी इंडिया इंडेक्स का प्रथम बेसलाइन संस्करण दिसंबर 2018 में जारी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ने सांख्यिकी मंत्रालय (MoSPI) और यूएन के सहयोग से दिसंबर 2018 में पहला SDG इंडिया इंडेक्स लॉन्च किया (कथन A और D सही हैं)। इसमें 0-49 स्कोर वाले राज्य 'Aspirant', 50-64 वाले 'Performer', 65-99 वाले 'Front Runner' तथा 100 स्कोर वाले 'Achiever' कहलाते हैं (कथन B और C सही हैं)। राजस्थान 67 के स्कोर के साथ 'Front Runner' श्रेणी में आता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 ड्रोन दीदी योजना' (Namo Drone Didi Scheme) के अंतर्गत कृषि ड्रोन की खरीद हेतु महिला स्वयं सहायता समूहों (SHGs) को बैंक ऋण पर केंद्र सरकार द्वारा कितना अतिरिक्त ब्याज अनुदान प्रदान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नमो ड्रोन दीदी योजना के अंतर्गत महिला स्वयं सहायता समूहों (SHGs) को अत्याधुनिक कृषि ड्रोन उपलब्ध कराने के लिए 80% (अधिकतम ₹8 लाख) तक की वित्तीय सहायता दी जाती है। शेष 20% लागत के लिए लिए गए बैंक ऋण पर भारत सरकार द्वारा 3 प्रतिशत की अतिरिक्त ब्याज सबवेंशन (Interest Subvention) दी जाती है। इन ड्रोनों का उपयोग खेतों में नैनो यूरिया, कीटनाशकों के सटीक छिड़काव हेतु किया जाता है, जिससे ग्रामीण महिलाओं को सम्मानजनक आय होती है। विकल्प A (1%), B (2%) और D (5%) गलत दरें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ग्रामीण आजीविका विकास परिषद' (RGAVP - राजीविका) के संदर्भ में निम्नलिखित कथनों पर विचार कीजिए: A. यह ग्रामीण विकास विभाग के अधीन अक्टूबर 2010 में स्थापित एक स्वायत्तशासी संस्था है। B. यह परिषद 'राजस्थान संस्था रजिस्ट्रीकरण अधिनियम, 1958' के अंतर्गत विधिवत पंजीकृत है। C. इसका मुख्य उद्देश्य ग्रामीण निर्धन महिलाओं के स्वयं सहायता समूह (SHGs) बनाकर उन्हें आजीविका एवं वित्तीय समावेशन से जोड़ना है। D. राजीविका राज्य में केवल पुरुषों के लिए भारी इस्पात कारखाने स्थापित करने का कार्य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राजीविका (Rajeevika) की स्थापना अक्टूबर 2010 में राजस्थान सोसाइटी पंजीकरण अधिनियम 1958 के तहत हुई (कथन A और B सही हैं)। इसके अध्यक्ष मुख्यमंत्री होते हैं और यह राष्ट्रीय ग्रामीण आजीविका मिशन (NRLM) को राज्य में लागू कर लाखों महिला SHG को ऋण, प्रशिक्षण और बाजार उपलब्ध कराती है (कथन C सही है)। कथन D पूरी तरह से बेतुका और गलत है क्योंकि राजीविका का फोकस विशुद्ध रूप से ग्रामीण महिला सशक्तिकरण और कुटीर/कृषि आधारित सूक्ष्म उद्यमों पर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जनजातीय वनवासियों को लघु वनोपज (MFP) का उचित मूल्य दिलाने और मूल्य संवर्धन हेतु स्थापित 517 'वन धन विकास केंद्र' राज्य के कितने जिलों में संचालित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जिलों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जिलों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 जिलों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जिलों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 जिलों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जिलों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जिलों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 जिलों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ट्राइफेड (TRIFED) और राजस्थान जनजाति क्षेत्रीय विकास विभाग (TAD) द्वारा राजस्थान के 8 प्रमुख जनजातीय बाहुल्य जिलों (बांसवाड़ा, डूंगरपुर, प्रतापगढ़, उदयपुर, सिरोही, बारां, झालावाड़ और कोटा) में कुल 517 वन धन विकास केंद्र (VDVKs) स्थापित किए गए हैं। इन केंद्रों पर महुआ, शहद, आंवला, गोंद, लाख और औषधीय जड़ी-बूटियों का प्रसंस्करण, ग्रेडिंग, पैकेजिंग और विपणन किया जाता है, जिससे आदिवासियों की आय में उल्लेखनीय वृद्धि हुई है। विकल्प A, B और C गलत संख्याएं हैं, अतः सही उत्तर विकल्प D (8 जिले)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ग्रामीण विकास एवं पंचायती राज विभाग द्वारा प्रारंभ किए गए 'राज सखी' (Raj Sakhi) मोबाइल ऐप का प्राथमिक उद्देश्य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आंगनवाड़ी कार्यकर्ताओं की दैनिक उपस्थिति दर्ज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राजीविका की विभिन्न सखी संवर्गों (कृषि सखी, पशु सखी, बैंक सखी) को पारदर्शी एवं समयबद्ध मानदेय भुगतान सुनिश्चित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ग्रामीण बालिकाओं के स्कूल में नामांकन की ऑनलाइन निगरानी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गर्भवती महिलाओं के डिजिटल टीकाकरण रिकॉर्ड का संधारण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राजीविका की विभिन्न सखी संवर्गों (कृषि सखी, पशु सखी, बैंक सखी) को पारदर्शी एवं समयबद्ध मानदेय भुगतान सुनिश्चित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आंगनवाड़ी कार्यकर्ताओं की दैनिक उपस्थिति दर्ज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ग्रामीण बालिकाओं के स्कूल में नामांकन की ऑनलाइन निगरानी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गर्भवती महिलाओं के डिजिटल टीकाकरण रिकॉर्ड का संधारण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सखी' मोबाइल ऐप का मुख्य उद्देश्य राजीविका से जुड़ी विभिन्न कम्युनिटी रिसोर्स पर्सन्स (CRPs) जैसे- कृषि सखी, पशु सखी, बैंक सखी, बीसी सखी और उद्योग सखियों द्वारा किए गए फील्ड कार्यों का सत्यापन कर उन्हें उनके मानदेय (Honorarium) का समय पर सीधे बैंक खाते में भुगतान सुनिश्चित करना है। यह ऐप कार्यों की ट्रैकिंग को पारदर्शी बनाता है। विकल्प A, C और D अन्य विभागों (WCD, स्कूल शिक्षा, स्वास्थ्य) के कार्यों से संबंधित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स्वच्छ भारत मिशन (शहरी 2.0) के अंतर्गत राजस्थान के शहरों में ठोस अपशिष्ट प्रबंधन एवं शून्य अपशिष्ट (Zero Waste) लक्ष्य प्राप्त करने हेतु अपनाई गई '5R पद्धति' का सही क्रम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Reduce, Rebuild, Restore, Recover, Remove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Reduce, Reuse, Recycle, Recover, Remove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Reuse, Recycle, Repair, Replace, Recover</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Reduce, Recycle, Replace, Remove, Reclaim</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Reduce, Reuse, Recycle, Recover, Remove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Reduce, Rebuild, Restore, Recover, Remove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Reuse, Recycle, Repair, Replace, Recover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Reduce, Recycle, Replace, Remove, Reclaim</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नगरीय विकास एवं स्वायत्त शासन विभाग द्वारा शहरी स्वच्छता और कचरा मुक्त शहरों के निर्माण हेतु 5R सिद्धांत को अपनाया गया है: (1) Reduce (कचरे के उत्पादन में कमी), (2) Reuse (वस्तुओं का पुनः उपयोग), (3) Recycle (कचरे का पुनर्चक्रण), (4) Recover (कचरे से ऊर्जा/संसाधन की पुनःप्राप्ति), और (5) Remove (अंतिम अवशेषों का सुरक्षित निस्तारण)। यह मॉडल लीगेसी वेस्ट के बायो-रेमेडिएशन और सर्कुलर इकोनॉमी का आधार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जनगणना 2011 के अनुसार राजस्थान की साक्षरता दर (Literacy Rate) के संबंध में निम्नलिखित कथनों पर विचार कीजिए: A. वर्ष 2011 में राजस्थान की कुल औसत साक्षरता दर 66.11 प्रतिशत दर्ज की गई। B. राज्य के शहरी क्षेत्रों की औसत साक्षरता दर 79.70 प्रतिशत रही। C. राज्य के ग्रामीण क्षेत्रों की औसत साक्षरता दर 61.40 प्रतिशत रही। D. राजस्थान में पुरुषों की साक्षरता दर (79.2%) की तुलना में महिला साक्षरता दर (52.1%) में भारी अंतर विद्यमान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साक्षरता के सभी महत्वपूर्ण आंकड़े इस प्रकार हैं: कुल साक्षरता 66.11% (पुरुष 79.19%, महिला 52.12%) (कथन A और D सही हैं)। शहरी साक्षरता दर 79.70% तथा ग्रामीण साक्षरता दर 61.40% दर्ज की गई (कथन B और C सही हैं)। सर्वाधिक साक्षरता वाला जिला कोटा (76.6%) और न्यूनतम साक्षरता वाला जिला जालौर (54.9%)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आंकड़ों के अनुसार, राजस्थान में सर्वाधिक 'शहरी साक्षरता दर' (Urban Literacy Rate) के संदर्भ में तीसरे स्थान पर कौन-सा जिला आता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प्रतापगढ़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जनगणना 2011 के अनुसार राजस्थान में सर्वाधिक शहरी साक्षरता दर वाले शीर्ष तीन जिले हैं: (1) उदयपुर (87.5%), (2) बांसवाड़ा (85.2%), और (3) प्रतापगढ़ (84.8%)। दक्षिण राजस्थान के जनजातीय बहुल जिलों के शहरी क्षेत्रों में साक्षरता का स्तर राज्य के अन्य कई जिलों से बेहतर है। प्रतापगढ़ तीसरे स्थान पर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जनगणना 2011 के अनुसार राजस्थान में 'शहरी जनसंख्या' (Urban Population) के अनुपात के संबंध में निम्नलिखित कथनों पर विचार कीजिए: A. राजस्थान की कुल जनसंख्या (6.85 करोड़) में से शहरी जनसंख्या का हिस्सा 24.87 प्रतिशत (लगभग 1.70 करोड़) है। B. अखिल भारतीय स्तर पर कुल जनसंख्या में शहरी जनसंख्या का अनुपात 31.14 प्रतिशत दर्ज किया गया था। C. राज्य में सर्वाधिक नगरीकृत जिला कोटा (60.31%) तथा न्यूनतम नगरीकृत जिला डूंगरपुर (6.39%) है। D. राजस्थान में 90 प्रतिशत से अधिक जनसंख्या महानगरों में निवास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75.13% आबादी ग्रामीण (5.15 करोड़) और 24.87% आबादी शहरी (1.70 करोड़) है (कथन A सही है)। राष्ट्रीय स्तर पर शहरी अनुपात 31.14% है (कथन B सही है)। सर्वाधिक नगरीकृत कोटा (60.31%) व जयपुर (52.40%) हैं, जबकि न्यूनतम डूंगरपुर (6.39%) व बाड़मेर (6.98%) हैं (कथन C सही है)। कथन D गलत है क्योंकि राज्य की अधिकांश आबादी गांवों में रहती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में क्रमशः 'द्वितीय सर्वाधिक' तथा 'द्वितीय न्यूनतम' लिंगानुपात (Sex Ratio) वाले जिले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 एवं धौलपुर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राजसमंद एवं जैसलमेर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प्रतापगढ़ एवं अलवर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 एवं भरतपुर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बांसवाड़ा एवं धौलपुर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राजसमंद एवं 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प्रतापगढ़ एवं अलवर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 एवं भरतपुर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में राजस्थान का औसत लिंगानुपात 928 है। सर्वाधिक लिंगानुपात वाले जिले: (1) डूंगरपुर (994), (2) राजसमंद (990), (3) पाली (987), (4) प्रतापगढ़ (983), और (5) बांसवाड़ा (980) हैं। न्यूनतम लिंगानुपात वाले जिले: (1) धौलपुर (846), (2) जैसलमेर (852), (3) करौली (861), (4) भरतपुर (880) हैं। इस प्रकार द्वितीय सर्वाधिक (राजसमंद/बांसवाड़ा) और द्वितीय न्यूनतम (जैसलमेर/धौलपुर) में दिए गए विकल्पों में बांसवाड़ा और धौलपुर का सटीक संदर्भ विकल्प A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वर्ष 2001 से 2011 के दशक के दौरान 'बाल लिंगानुपात' (Child Sex Ratio - 0 से 6 वर्ष) के रुझानों के संदर्भ में निम्नलिखित कथनों पर विचार कीजिए: A. शहरी क्षेत्रों में बाल लिंगानुपात 2001 में 887 से घटकर 2011 में 874 हो गया। B. ग्रामीण क्षेत्रों में बाल लिंगानुपात 2001 में 914 से घटकर 2011 में 892 हो गया। C. राज्य का कुल औसत बाल लिंगानुपात 2001 में 909 से घटकर 2011 में 888 रह गया। D. बाल लिंगानुपात में सुधार हेतु राज्य में 'बेटी बचाओ, बेटी पढ़ाओ' और 'लाडो प्रोत्साहन' जैसी योजनाएं लागू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2001 से 2011 के दौरान राजस्थान के बाल लिंगानुपात में 21 अंकों की भारी गिरावट दर्ज हुई (909 से घटकर 888) (कथन C सही है)। ग्रामीण क्षेत्रों में यह 914 से गिरकर 892 (22 अंक कमी) तथा शहरी क्षेत्रों में 887 से गिरकर 874 (13 अंक कमी) हुआ (कथन A और B सही हैं)। इस असंतुलन को दूर करने के लिए पीसीपीएनडीटी एक्ट का कड़ाई से प्रवर्तन और लाडो प्रोत्साहन/राजश्री योजनाएं चलाई जा रही हैं (कथन D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में क्रमशः 'सर्वाधिक' तथा 'न्यूनतम' शहरी बाल लिंगानुपात (Urban Child Sex Ratio) दर्ज करने वाले जिले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नागौर एवं धौलपुर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 एवं भरतपुर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 एवं अलवर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श्रीगंगानगर एवं दौसा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नागौर एवं धौलपुर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 एवं भरतपुर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 एवं अलवर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श्रीगंगानगर एवं दौसा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शहरी क्षेत्रों में 0-6 आयु वर्ग का सर्वाधिक बाल लिंगानुपात नागौर जिले (907) में दर्ज किया गया, जबकि न्यूनतम शहरी बाल लिंगानुपात धौलपुर जिले (841) में दर्ज किया गया। सामान्य बाल लिंगानुपात में सर्वाधिक बांसवाड़ा (934) और न्यूनतम झुंझुनूं (837) था, किंतु शहरी वर्ग में नागौर शीर्ष पर और धौलपुर सबसे नीचे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जनगणना 2011 के अनुसार राजस्थान के प्रमुख नगरों/शहरी समूहों (Urban Agglomerations) को उनकी जनसंख्या के अवरोही क्रम (Descending Order - अधिक से कम) में व्यवस्थित कीजिए: 1. जयपुर 2. जोधपुर 3. कोटा 4. बीकानेर 5. बांसवाड़ा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2 → 3 → 4 → 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3 → 2 → 4 → 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 1 → 3 → 4 → 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2 → 4 → 3 → 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 → 2 → 3 → 4 → 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 3 → 2 → 4 → 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 1 → 3 → 4 → 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 2 → 4 → 3 → 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प्रमुख नगरों की जनसंख्या का अवरोही क्रम इस प्रकार है: (1) जयपुर - 30.46 लाख (दस लाख से अधिक आबादी वाला सबसे बड़ा शहर), (2) जोधपुर - 11.38 लाख, (3) कोटा - 10.02 लाख, (4) बीकानेर - 6.44 लाख, और (5) बांसवाड़ा - 1.01 लाख। इस प्रकार सही क्रम 1 → 2 → 3 → 4 → 5 (जयपुर &gt; जोधपुर &gt; कोटा &gt; बीकानेर &gt; बांसवाड़ा) है, जो विकल्प A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के लोक कल्याणकारी योजनाओं के एकीकृत एवं पारदर्शी वितरण हेतु संचालित 'जन आधार प्लेटफॉर्म' (Jan Aadhaar Platform) के माध्यम से वर्तमान में कुल कितनी सेवाएं सफलतापूर्वक एकीकृत की जा चुकी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 सेवाएं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 सेवाएं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32 सेवाएं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34 सेवाएं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34 सेवाएं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 सेवाएं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27 सेवाएं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32 सेवाएं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 आधार योजना' राज्य के प्रत्येक परिवार को 'एक नंबर, एक कार्ड, एक पहचान' प्रदान करती है। यह राज्य की प्राथमिक परिवार डेटाबेस निर्देशिका है जिसके माध्यम से नकद (Cash) और गैर-नकद (Non-cash) लाभ सीधे लाभार्थियों को दिए जाते हैं। वर्तमान में विभिन्न विभागों की 34 प्रमुख सार्वजनिक सेवाएं (जैसे राशन, स्वास्थ्य बीमा, सामाजिक सुरक्षा पेंशन, छात्रवृत्ति, किसान सब्सिडी आदि) जन आधार से पूर्णतः एकीकृत हैं। विकल्प A (25), B (27) और C (32) अपूर्ण संख्याएं हैं, अतः सही उत्तर विकल्प D (34 सेवाएं)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नागरिकों को घर बैठे जन्म, मृत्यु, मृत जन्म एवं विवाह का शत-प्रतिशत ऑनलाइन पंजीकरण व डिजिटल प्रमाण पत्र जारी करने हेतु कौन-सा वेब पोर्टल संचालित किया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पहचान पोर्टल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राज-काज पोर्टल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शाला दर्पण पोर्टल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जन सूचना पोर्टल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पहचान पोर्टल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राज-काज पोर्टल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शाला दर्पण पोर्टल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 सूचना पोर्टल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'पहचान पोर्टल' (Pehchaan Portal) राजस्थान के आर्थिक एवं सांख्यिकी निदेशालय द्वारा संचालित सिविल पंजीकरण प्रणाली (CRS) का आधिकारिक वेब पोर्टल है। इसके माध्यम से राज्य के किसी भी अस्पताल, नगर निकाय या ग्राम पंचायत में होने वाले जन्म, मृत्यु एवं विवाह की घटनाओं का ऑनलाइन पंजीकरण किया जाता है और डिजिटल रूप से हस्ताक्षरित प्रमाण पत्र निःशुल्क जारी किए जाते हैं। इसे जन आधार से भी एकीकृत किया गया है। जन सूचना पोर्टल (विकल्प D) योजनाओं की सार्वजनिक जानकारी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प्रमुख ई-गवर्नेंस एवं डिजिटल पहलों के संदर्भ में निम्नलिखित कथनों पर विचार कीजिए: A. राज्य में नागरिकों की शिकायतों के त्वरित समाधान हेतु 'राजस्थान संपर्क 181 सीएम हेल्पलाइन' 24×7 कार्यरत है। B. उन्नत एआई-सक्षम 'राजस्थान संपर्क 2.0' का औपचारिक शुभारंभ 23 मार्च 2025 को किया गया। C. 'ई-मित्र प्लस' कियोस्क ग्राम पंचायत स्तर तक स्वयं-सेवा (Self-Service) एवं वीडियो कॉन्फ्रेंसिंग सुविधा प्रदान करते हैं। D. 'राज एसएसओ' (Single Sign-On) "एक डिजिटल पहचान" के सिद्धांत पर 100 से अधिक विभागों की सेवाएं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डिजिटल गवर्नेंस में देश का अग्रणी राज्य है। (A) राजस्थान संपर्क हेल्पलाइन नंबर 181 पर शिकायत दर्ज होती है। (B) संपर्क 2.0 का अपग्रेडेड वर्जन 23 मार्च 2025 को शुरू हुआ जिसमें ऑटोमेटेड वॉयस बॉट व ट्रैकिंग है। (C) ई-मित्र प्लस कियोस्क एटीएम की तरह काम करते हैं और वीसी सुविधा देते हैं। (D) SSO आईडी राज्य के प्रत्येक नागरिक, कार्मिक और उद्योगपति को एकल लॉगिन से समस्त सेवाएं प्रदान करती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समस्त विभागों के भू-स्थानिक (Geospatial) डेटा, सेटेलाइट इमेजरी, भूमि नक्शों एवं परिसंपत्तियों के एकीकृत प्रबंधन तथा निर्णय समर्थन हेतु विकसित राज्य स्तरीय GIS प्लेटफॉर्म का क्या नाम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राजधारा (Rajdhara)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राजनेट (RajNET)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राजमेल (RajMail)</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राज-काज (Raj-Kaj)</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राजधारा (Rajdhara)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राजनेट (RajNET)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राजमेल (RajMail)</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राज-काज (Raj-Kaj)</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'राजधारा' (Rajdhara) सूचना प्रौद्योगिकी एवं संचार विभाग (DoIT&amp;C) द्वारा विकसित राजस्थान का आधिकारिक बहु-विभागीय एकीकृत राज्य स्थानिक डेटा अवसंरचना (State GIS Platform) है। इसके माध्यम से वन, जल संसाधन, राजस्व भूमि, सड़क, स्कूल और स्वास्थ्य केंद्रों का 3D एवं सेटेलाइट मैपिंग डेटाबेस एक ही जगह उपलब्ध कराया जाता है। राजनेट (विकल्प B) कनेक्टिविटी नेटवर्क है, राजमेल (विकल्प C) सुरक्षित ईमेल सेवा है, तथा राज-काज (विकल्प D) ई-फाइलिंग सिस्टम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आर्टिफिशियल इंटेलिजेंस एवं मशीन लर्निंग के व्यापक अनुप्रयोग, अनुसंधान और स्टार्टअप्स को गति देने हेतु 'राजस्थान AI/ML नीति, 2026' किस तिथि को लॉन्च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जनवरी, 2026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 जनवरी, 2026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जनवरी, 2026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 जनवरी, 2026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 जनवरी, 2026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 जनवरी, 2026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जनवरी, 2026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 जनवरी, 2026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6 जनवरी 2026 को जयपुर स्थित राजस्थान इंटरनेशनल सेंटर में आयोजित 'राजस्थान रीजनल एआई इम्पैक्ट कॉन्फ्रेंस' के दौरान राज्य की पहली समर्पित 'राजस्थान एआई/एमएल नीति 2026' का विमोचन किया गया। इस नीति का उद्देश्य प्रशासनिक सेवाओं, स्वास्थ्य निदान, स्मार्ट कृषि, यातायात प्रबंधन और शिक्षा में AI टूल्स को एकीकृत करना, एआई सुपरकंप्यूटिंग सेंटर स्थापित करना और युवाओं को आधुनिक तकनीक में प्रशिक्षित करना है। विकल्प B (7 जनवरी), C (18 जनवरी) और D (26 जनवरी) गलत तिथियां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आर्थिक समीक्षा 2025-26 के अनुसार चालू (वर्तमान) मूल्यों पर सकल राज्य घरेलू उत्पाद (GSDP) के संदर्भ में निम्नलिखित कथनों पर विचार कीजिए: A. वर्ष 2025-26 में राजस्थान का नाममात्र (Nominal) GSDP ₹18.75 लाख करोड़ अनुमानित किया गया है। B. वर्ष 2025-26 में राज्य की प्रति व्यक्ति आय बढ़कर ₹2.02 लाख (₹2,02,349) तक पहुँचने का अनुमान है। C. वर्तमान मूल्यों पर राज्य के सकल मूल्य वर्धन (GSVA) में कृषि क्षेत्र का योगदान 25.74 प्रतिशत है। D. वर्तमान मूल्यों पर राज्य के सकल मूल्य वर्धन (GSVA) में उद्योग क्षेत्र का योगदान 26.55 प्रतिशत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(अग्रिम अनुमान) के अनुसार प्रचलित मूल्यों पर राज्य का नॉमिनल GSDP ₹18.75 लाख करोड़ आकलित है (कथन A सही है)। प्रति व्यक्ति आय चालू कीमतों पर ₹2,02,349 दर्ज हुई जो पिछले वर्ष से 8.78% अधिक है (कथन B सही है)। चालू कीमतों पर GSVA में क्षेत्रीय हिस्सेदारी: कृषि 25.74%, उद्योग 26.55% तथा सेवा 47.71% है (कथन C और D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स्थिर (2011-12) मूल्यों पर सकल राज्य घरेलू उत्पाद (GSDP) एवं राष्ट्रीय अर्थव्यवस्था में योगदान के संदर्भ में निम्नलिखित कथनों पर विचार कीजिए: A. स्थिर मूल्यों पर GSDP मुद्रास्फीति (Inflation) के प्रभाव को हटाकर अर्थव्यवस्था की वास्तविक उत्पादन वृद्धि को दर्शाता है। B. वर्ष 2025-26 के लिए स्थिर मूल्यों पर राजस्थान का GSDP ₹9.82 लाख करोड़ अनुमानित किया गया है। C. वित्तीय वर्ष 2025-26 में स्थिर मूल्यों पर राजस्थान का GSDP राष्ट्रीय जीडीपी (GDP) का लगभग 4.86 प्रतिशत है। D. वर्ष 2025-26 के लिए स्थिर मूल्यों पर अखिल भारतीय जीडीपी ₹201.90 लाख करोड़ अनुमानित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स्थिर (2011-12) आधार वर्ष पर वास्तविक वृद्धि की गणना होती है। वर्ष 2025-26 में राजस्थान का स्थिर GSDP ₹9.82 लाख करोड़ (अखिल भारतीय ₹201.90 लाख करोड़ का 4.86%) अनुमानित है (कथन A, B, C और D सही हैं)। चालू मूल्यों पर राज्य का योगदान राष्ट्रीय GDP में 5.25% है। राष्ट्रीय स्तर पर वास्तविक विकास दर और राज्य स्तर की विकास दर का यह तुलनात्मक आधार राज्य के मजबूत आर्थिक प्रदर्शन को दर्शाता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2025-26 (अग्रिम अनुमान) के अनुसार, आधारभूत चालू (प्रचलित) मूल्यों पर राजस्थान के नाममात्र सकल राज्य मूल्य वर्धन (Nominal GSVA) का अनुमानित स्तर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₹15.70 लाख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₹16.25 लाख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₹17.12 लाख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₹18.03 लाख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₹17.12 लाख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₹15.70 लाख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₹16.25 लाख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₹18.03 लाख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अनुसार, आधारभूत वर्तमान मूल्यों पर राजस्थान का सकल राज्य मूल्य वर्धन (GSVA at Basic Current Prices) ₹17.12 लाख करोड़ (₹17,12,042 करोड़) रहने का अनुमान है, जो वर्ष 2024-25 के ₹15.70 लाख करोड़ (विकल्प A) की तुलना में 9.03 प्रतिशत की वार्षिक वृद्धि को दर्शाता है। विकल्प B (₹16.25 लाख करोड़) और D (₹18.03 लाख करोड़) अशुद्ध आंकड़े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2025-26 के अग्रिम अनुमानों के अनुसार, स्थिर (2011-12) मूल्यों पर राजस्थान के 'उद्योग क्षेत्र' के सकल मूल्य वर्धन (GSVA) की वार्षिक वृद्धि दर क्या दर्ज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5.22%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7.02%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7.57%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11.15%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7.02%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5.22%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7.57%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11.15%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स्थिर (2011-12) मूल्यों पर वर्ष 2025-26 में राजस्थान के उद्योग क्षेत्र का सकल मूल्य वर्धन 7.02 प्रतिशत की दर से बढ़ा है। इसके विपरीत, स्थिर मूल्यों पर कृषि क्षेत्र में प्रतिकूल मानसून के कारण -5.01% की गिरावट तथा सेवा क्षेत्र में 11.15% (विकल्प D) की तेज वृद्धि देखी गई। चालू मूल्यों पर उद्योग क्षेत्र की वृद्धि 7.57% (विकल्प C) रही है। स्थिर मूल्यों पर 7.02% की ठोस वृद्धि विनिर्माण और निर्माण क्षेत्रों के बेहतर प्रदर्शन का परिणाम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अर्थव्यवस्था में वर्ष 2025-26 (अग्रिम अनुमान) के दौरान प्रचलित मूल्यों पर सकल राज्य मूल्य वर्धन (GSVA) में सर्वाधिक योगदान किस क्षेत्र 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एवं संबद्ध क्षेत्र (Agriculture)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औद्योगिक क्षेत्र (Industry)</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 क्षेत्र (Service Sector)</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खनन एवं उत्खनन क्षेत्र (Mining)</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 क्षेत्र (Service Sector)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एवं संबद्ध क्षेत्र (Agriculture)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औद्योगिक क्षेत्र (Industry)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खनन एवं उत्खनन क्षेत्र (Mining)</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सकल राज्य मूल्य वर्धन (GSVA) में वर्तमान मूल्यों पर सबसे बड़ा हिस्सा 'सेवा क्षेत्र' (Service Sector) का है, जो कुल GSVA का 47.71% है। इसके पश्चात द्वितीय स्थान पर औद्योगिक क्षेत्र (26.55%) और तृतीय स्थान पर कृषि एवं संबद्ध क्षेत्र (25.74%) आता है। खनन क्षेत्र (विकल्प D) उद्योग क्षेत्र का एक उप-घटक है जिसका योगदान 12.42% है। सेवा क्षेत्र के अंतर्गत पर्यटन, आईटी, वित्तीय सेवाएं और व्यापार के विस्तार से इसका प्रभुत्व निरंतर बढ़ रहा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'थोक मूल्य सूचकांक' (Wholesale Price Index - WPI, आधार वर्ष 1999-2000=100) के अंतर्गत शामिल वस्तु समूहों को उनमें समाहित वस्तुओं की संख्या के आरोही क्रम (Ascending Order - कम से अधिक) में व्यवस्थित कीजिए: 1. प्राथमिक वस्तुएं (Primary Articles) 2. निर्मित उत्पाद (Manufactured Products) 3. ईंधन, शक्ति, प्रकाश एवं स्नेहक (Fuel &amp; Power)</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 → 2 → 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 3 → 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 → 1 → 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2 → 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 → 2 → 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 3 → 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 1 → 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 2 → 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WPI बास्केट में कुल 154 वस्तुएं शामिल हैं। इनका समूहवार वर्गीकरण इस प्रकार है: (3) ईंधन, शक्ति, प्रकाश एवं स्नेहक समूह में सबसे कम 10 वस्तुएं हैं, (2) विनिर्मित उत्पाद समूह में 69 वस्तुएं हैं, और (1) प्राथमिक वस्तु समूह में सर्वाधिक 75 वस्तुएं (कृषि 50 + खनिज 25) शामिल हैं। अतः वस्तुओं की संख्या का सही बढ़ता (आरोही) क्रम 3 (10 वस्तुएं) → 2 (69 वस्तुएं) → 1 (75 वस्तुएं) है। यह क्रम विकल्प A 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ग्रामीण, शहरी एवं संयुक्त क्षेत्रों के लिए उपभोक्ता मूल्य सूचकांक (CPI-R, CPI-U एवं CPI-Combined, आधार वर्ष 2012=100) का संकलन एवं मासिक प्रकाशन भारत सरकार के किस मंत्रालय द्वारा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श्रम एवं रोजगार मंत्रालय (Ministry of Labour &amp; Employment)</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वित्त मंत्रालय (Ministry of Finance)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सांख्यिकी एवं कार्यक्रम क्रियान्वयन मंत्रालय (MoSPI - NSO)</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उपभोक्ता मामले, खाद्य एवं सार्वजनिक वितरण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सांख्यिकी एवं कार्यक्रम क्रियान्वयन मंत्रालय (MoSPI - NSO)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श्रम एवं रोजगार मंत्रालय (Ministry of Labour &amp; Employment)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वित्त मंत्रालय (Ministry of Finance)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उपभोक्ता मामले, खाद्य एवं सार्वजनिक वितरण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CPI-Rural, CPI-Urban और CPI-Combined का मासिक संकलन एवं अखिल भारतीय व राज्यवार प्रकाशन सांख्यिकी एवं कार्यक्रम क्रियान्वयन मंत्रालय (MoSPI) के अंतर्गत 'राष्ट्रीय सांख्यिकी कार्यालय' (NSO) द्वारा किया जाता है। श्रम एवं रोजगार मंत्रालय का श्रम ब्यूरो (विकल्प A) केवल औद्योगिक श्रमिकों के लिए CPI-IW और कृषि श्रमिकों के लिए CPI-AL जारी करता है। RBI मौद्रिक नीति तय करने के लिए NSO द्वारा जारी CPI-Combined मुद्रास्फीति का ही उपयोग करता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औद्योगिक श्रमिकों के लिए उपभोक्ता मूल्य सूचकांक (CPI-IW) की नवीन श्रृंखला (आधार वर्ष 2016=100) के अंतर्गत राजस्थान राज्य के कौन-से तीन केंद्र राष्ट्रीय स्तर के सूचकांक में शामिल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अजमेर, भीलवाड़ा और जयपुर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अलवर, भीलवाड़ा और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अलवर, अजमेर और कोटा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भीलवाड़ा, जयपुर और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अलवर, भीलवाड़ा और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भीलवाड़ा और जयपुर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 अजमेर और 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भीलवाड़ा, जयपुर और 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श्रम ब्यूरो, शिमला द्वारा सितंबर 2020 से प्रभावी CPI-IW की नवीन 2016 श्रृंखला में देश के 88 औद्योगिक केंद्रों को शामिल किया गया है। राजस्थान के लिए पूर्ववर्ती 2001 श्रृंखला में शामिल 'अजमेर' केंद्र को हटाकर अधिक औद्योगीकृत 'अलवर' केंद्र को प्रतिस्थापित किया गया, जबकि 'जयपुर' और 'भीलवाड़ा' केंद्र यथावत जारी हैं। अतः वर्तमान में राजस्थान के 3 केंद्र अलवर, भीलवाड़ा और जयपुर हैं। विकल्प A (पुरानी श्रृंखला), C और D गलत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बजट एवं आर्थिक समीक्षा 2025-26 के अनुसार, वित्तीय वर्ष 2024-25 में राज्य का राजकोषीय घाटा (Fiscal Deficit) सकल राज्य घरेलू उत्पाद (GSDP) का कितने प्रतिशत रहा?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3.26%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4.26%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5.26%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4.26%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3.26%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5.26%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वर्ष 2024-25 के दौरान राजस्थान का वास्तविक राजकोषीय घाटा ₹72,420 करोड़ रहा, जो राज्य के कुल GSDP (चालू मूल्यों पर) का 4.26 प्रतिशत था। FRBM अधिनियम के तहत सामान्य राजकोषीय घाटे का मानक 3.0% (विद्युत सुधारों सहित 3.5%) निर्धारित है, किंतु बुनियादी ढांचे में बड़े पूंजीगत व्यय और ब्याज देनदारियों के कारण यह 4.26% दर्ज किया गया। विकल्प A (3.26%), B (4.04%) और D (5.26%) गलत प्रतिशत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वित्तीय वर्ष 2024-25 के दौरान राजस्थान सरकार की कुल 'राजस्व प्राप्तियों' (Revenue Receipts) का राज्य के सकल राज्य घरेलू उत्पाद (GSDP) से अनुपात कितने प्रतिशत दर्ज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12.12%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13.36%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14.43%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15.38%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13.36%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12.12%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14.43%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15.38%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वर्ष 2024-25 में राजस्थान सरकार की कुल राजस्व प्राप्तियां राज्य के GSDP के 13.36 प्रतिशत के बराबर रहीं। राजस्व प्राप्तियों में राज्य का स्वयं का कर राजस्व (SOTR), गैर-कर राजस्व और केंद्रीय करों में हस्तांतरण शामिल होता है। वर्ष 2023-24 में यह अनुपात 12.8% था, जिसमें 2024-25 में कर अनुपालन और वाणिज्यिक कर संग्रह बढ़ने से सुधार हुआ। विकल्प A (12.12%), C (14.43%) और D (15.38%) गलत आंकड़े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वित्तीय वर्ष 2024-25 के दौरान राजस्थान की कुल राजस्व प्राप्तियों (Revenue Receipts) में पूर्ववर्ती वर्ष की तुलना में कितने प्रतिशत की वृद्धि दर्ज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9.79%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10.79%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11.79%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12.79%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11.79%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9.79%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10.79%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12.79%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वर्ष 2024-25 के दौरान राज्य की कुल राजस्व प्राप्तियों में 11.79 प्रतिशत की मजबूत वार्षिक वृद्धि दर्ज की गई। यह वृद्धि जीएसटी (SGST), वैट, राज्य आबकारी शुल्क, स्टाम्प एवं निबंधन शुल्क तथा खानों से प्राप्त रॉयल्टी के कुशल प्रबंधन और डिजिटलीकरण के कारण संभव हुई। विकल्प A (9.79%), B (10.79%) और D (12.79%) गलत विकल्प हैं, अतः सही उत्तर विकल्प C (11.79%)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सितंबर 2025 तक राजस्थान में संचालित कुल 8,400 से अधिक बैंक शाखाओं के संरचनात्मक वितरण के संबंध में कौनसा मिलान गलत (अशुद्ध)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सार्वजनिक क्षेत्र के बैंक (PSBs) - लगभग 50.36%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निजी क्षेत्र के वाणिज्यिक बैंक (Private Banks) - लगभग 25.09%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क्षेत्रीय ग्रामीण बैंक (RRBs) - लगभग 17.75%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विदेशी बैंक (Foreign Banks) - लगभग 6.29%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विदेशी बैंक (Foreign Banks) - लगभग 6.29%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सार्वजनिक क्षेत्र के बैंक (PSBs) - लगभग 50.36%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निजी क्षेत्र के वाणिज्यिक बैंक (Private Banks) - लगभग 25.09%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क्षेत्रीय ग्रामीण बैंक (RRBs) - लगभग 17.75%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स्तरीय बैंकर्स समिति (SLBC) की सितंबर 2025 की रिपोर्ट के अनुसार राजस्थान में बैंक शाखाओं का हिस्सा इस प्रकार है: सार्वजनिक क्षेत्र के बैंक सर्वाधिक 50.36%, निजी बैंक 25.09%, क्षेत्रीय ग्रामीण बैंक (मरुधरा व बड़ौदा राजस्थान क्षेत्रीय ग्रामीण बैंक) 17.75% तथा लघु वित्त बैंक (Small Finance Banks जैसे AU Small Finance Bank आदि) 6.29% हैं। विदेशी बैंकों का हिस्सा मात्र 0.08% है। विकल्प D में विदेशी बैंकों को 6.29% बताया गया है जो कि वास्तव में स्मॉल फाइनेंस बैंकों का हिस्सा है, अतः विकल्प D गलत 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असंगठित क्षेत्र के कामगारों को वृद्धावस्था में न्यूनतम ₹1,000 से ₹5,000 की मासिक पेंशन की गारंटी देने वाली 'अटल पेंशन योजना' (APY) में नामांकन हेतु निर्धारित अधिकतम आयु सीमा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 वर्ष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 वर्ष</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45 वर्ष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40 वर्ष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 वर्ष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45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फ्लैगशिप सामाजिक सुरक्षा योजना 'अटल पेंशन योजना' (APY) में प्रवेश हेतु न्यूनतम आयु 18 वर्ष और अधिकतम आयु 40 वर्ष निर्धारित है। 60 वर्ष की आयु पूर्ण होने तक अंशदान जमा करने पर 60 वर्ष बाद सब्सक्राइबर को उसके चुने हुए स्लैब के अनुसार ₹1,000, ₹2,000, ₹3,000, ₹4,000 या ₹5,000 की आजीवन मासिक पेंशन मिलती है। 1 अक्टूबर 2022 से आयकरदाताओं को APY में नया खाता खोलने से बाहर रखा गया है। विकल्प A (35), C (45) और D (50) अमान्य आयु सीमाएं हैं, अतः सही उत्तर विकल्प B (40 वर्ष)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जनगणना 2011 के अनुसार राजस्थान के न्यूनतम नगरीकृत (सबसे कम शहरी आबादी प्रतिशत वाले) जिलों को उनके नगरीय जनसंख्या प्रतिशत के आरोही क्रम (कम से अधिक) में व्यवस्थित कीजिए: 1. बाड़मेर 2. डूंगरपुर 3. प्रतापगढ़ 4. बांसवाड़ा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 1 → 4 → 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2 → 3 → 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 4 → 1 → 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2 → 4 → 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 → 1 → 4 → 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 2 → 3 → 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 4 → 1 → 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 2 → 4 → 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जनगणना 2011 के अनुसार राजस्थान में सबसे कम शहरी जनसंख्या प्रतिशत वाले चार जिले हैं: (2) डूंगरपुर (मात्र 6.39% नगरीय आबादी - राज्य में सबसे कम), (1) बाड़मेर (6.98%), (4) बांसवाड़ा (7.10%), और (3) प्रतापगढ़ (8.27%)। इस प्रकार सही बढ़ता (आरोही) क्रम 2 (6.39%) → 1 (6.98%) → 4 (7.10%) → 3 (8.27%) है। यह क्रम विकल्प A में बिल्कुल सही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कुल अंतर-राज्यीय एवं अंतर-जिला 'ग्रामीण-से-शहरी प्रवासन' (Rural to Urban Migration) में राजस्थान राज्य का योगदान लगभग कितना प्रतिशत आकलित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एवं प्रवासन अध्ययन रिपोर्टों के अनुसार, देश भर में लगभग 794 लाख लोग ग्रामीण क्षेत्रों से शहरों की ओर रोजगार, शिक्षा और आजीविका की तलाश में प्रवासित हुए, जिसमें से लगभग 32 लाख लोग राजस्थान से संबंधित थे। यह देश के कुल ग्रामीण-शहरी प्रवासन का लगभग 4 प्रतिशत (32 लाख / 794 लाख ≈ 4.03%) हिस्सा बनता है। विकल्प A (2%), C (6%) और D (8%) गलत आंकड़े हैं, अतः सही उत्तर विकल्प B (4%)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सुनियोजित शहरी विकास हेतु गठित सात 'शहरी विकास प्राधिकरणों' (Urban Development Authorities - UDAs) की सूची में निम्नलिखित में से कौन-सा शहर शामिल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वर्तमान में 7 संभागीय/प्रमुख शहरों में 'शहरी विकास प्राधिकरण' कार्यरत हैं: (1) जयपुर विकास प्राधिकरण (JDA), (2) जोधपुर विकास प्राधिकरण (JDA), (3) अजमेर विकास प्राधिकरण (ADA), (4) कोटा विकास प्राधिकरण (KDA), (5) उदयपुर विकास प्राधिकरण (UDA), (6) बीकानेर विकास प्राधिकरण (BDA), और (7) भरतपुर विकास प्राधिकरण (BDA)। अलवर में अभी नगर सुधार न्यास (Urban Improvement Trust - UIT) कार्यरत है, प्राधिकरण (Authority) नहीं। अतः सही उत्तर विकल्प C (अलवर)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जयपुर मेट्रो रेल परियोजना के भूमिगत चरण-1B (चांदपोल से बड़ी चौपड़, 2.12 किमी) के निर्माण कार्य को किस अंतरराष्ट्रीय बहुपक्षीय वित्तीय संस्थान द्वारा ₹969 करोड़ के बाह्य ऋण से वित्तपोषित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बैंक (World Bank)</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एशियाई विकास बैंक (Asian Development Bank - ADB)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 डेवलपमेंट बैंक (NDB - BRICS)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अंतरराष्ट्रीय मुद्रा कोष (IMF)</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एशियाई विकास बैंक (Asian Development Bank - ADB)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बैंक (World Bank)</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 डेवलपमेंट बैंक (NDB - BRICS)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अंतरराष्ट्रीय मुद्रा कोष (IMF)</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मेट्रो रेल कॉर्पोरेशन (JMRC) के ऐतिहासिक चारदीवारी क्षेत्र के अंतर्गत भूमिगत मेट्रो कॉरिडोर (फेज-1B: चांदपोल - छोटी चौपड़ - बड़ी चौपड़) का निर्माण कार्य एशियाई विकास बैंक (ADB) द्वारा स्वीकृत ₹969 करोड़ ($176 मिलियन) के दीर्घकालिक रियायती ऋण से पूरा किया गया। इसमें धरोहरों को बिना नुकसान पहुंचाए अत्याधुनिक TBM मशीनों से सुरंग बनाई गई। विश्व बैंक (विकल्प A) सड़क व जल परियोजनाओं में सहायता देता है, IMF (विकल्प D) भुगतान संतुलन हेतु ऋण देता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10 दिसंबर 2025 को अधिसूचित 'ट्रांजिट ओरिएंटेड डेवलपमेंट (TOD) नीति-2025' के संदर्भ में निम्नलिखित कथनों पर विचार कीजिए: A. मेट्रो कॉरिडोर एवं बीआरटीएस जैसे मास रैपिड ट्रांजिट स्टेशनों के 500 से 800 मीटर के दायरे में सघन मिश्रित भू-उपयोग वाले TOD जोन बनाए जाएंगे। B. यह नीति पैदल यात्री सुरक्षा, वॉकएबिलिटी, साइकिल ट्रैक और लास्ट-माइल ई-रिक्शा कनेक्टिविटी को बढ़ावा देती है। C. TOD जोन में उच्च एफएआर (Floor Area Ratio) और वर्टिकल डेवलपमेंट की अनुमति दी गई है ताकि वाहनों पर निर्भरता कम हो। D. इस नीति का उद्देश्य शहरों में समस्त सार्वजनिक परिवहन को बंद कर केवल निजी कारों को बढ़ावा देना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TOD नीति-2025 शहरी फैलाव (Urban Sprawl) को रोकने और सार्वजनिक परिवहन के निकट उच्च घनत्व मिश्रित आवासीय-व्यावसायिक बस्तियां बसाने की वैश्विक अवधारणा है (कथन A, B और C सही हैं)। कथन D सर्वथा असत्य एवं विरोधाभासी है क्योंकि TOD का मूल दर्शन ही निजी वाहनों (कारों) के प्रयोग को हतोत्साहित कर मेट्रो/बसों और पैदल चलने को प्राथमिकता देना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रियल एस्टेट क्षेत्र में पारदर्शिता, खरीदारों के हितों के संरक्षण एवं विवादों के त्वरित निपटारे हेतु 'राजस्थान रियल एस्टेट विनियामक प्राधिकरण' (RERA) तथा 'अपीलीय अधिकरण' का विधिवत गठन किस तिथि को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मार्च, 2019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फरवरी, 2020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मार्च, 2021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मई, 2016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 मार्च, 2019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फरवरी, 2020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मार्च, 2021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मई, 2016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रेरा कानून 2016 के अनुसरण में राजस्थान सरकार ने 6 मार्च 2019 को राज्य में पूर्णकालिक 'राजस्थान रेरा' (Raj-RERA) और रियल एस्टेट अपीलीय अधिकरण का औपचारिक गठन किया। इसके तहत 500 वर्ग मीटर से अधिक क्षेत्रफल या 8 से अधिक फ्लैट्स वाले सभी नए व चालू आवासीय/व्यावसायिक प्रोजेक्ट्स और रियल एस्टेट एजेंटों का रेरा में ऑनलाइन पंजीकरण अनिवार्य है। विकल्प D (1 मई 2016) केंद्रीय अधिनियम लागू होने की तिथि है। अतः सही उत्तर विकल्प A (6 मार्च 2019)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स्ट्रीट वेंडर्स (रेहड़ी-पटरी वालों) के कल्याण हेतु केंद्र सरकार की 'प्रधानमंत्री स्वनिधि 2.0' (PM SVANidhi 2.0) योजना के प्रमुख प्रावधानों के संदर्भ में निम्नलिखित कथनों पर विचार कीजिए: A. योजना के अंतर्गत तीन किस्तों में संपार्श्विक-मुक्त (Collateral-free) कार्यशील पूंजी ऋण: प्रथम ₹15,000, द्वितीय ₹25,000 तथा तृतीय ₹50,000 प्रदान किया जाता है। B. समय पर ऋण अदायगी करने वाले वेंडर्स को केंद्र सरकार द्वारा 7 प्रतिशत वार्षिक ब्याज अनुदान (Interest Subsidy) दिया जाता है। C. डिजिटल लेन-देन को अपनाने वाले स्ट्रीट वेंडर्स को वर्ष में ₹1,200 (₹100 प्रति माह) तक का कैशबैक इंसेंटिव प्राप्त होता है। D. ₹2,000 से अधिक के डिजिटल लेन-देन पर अतिरिक्त ₹400 का विशेष प्रोत्साहन लाभ भी 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 स्वनिधि योजना शहरी रेहड़ी-पटरी विक्रेताओं को साहूकारों के चंगुल से मुक्त कराने की ऐतिहासिक पहल है। 2.0 संस्करण में ऋण स्लैब बढ़ाकर ₹15k, ₹25k और ₹50k किए गए हैं (कथन A सही है)। नियमित पुनर्भरण पर 7% ब्याज छूट सीधे खाते में जमा होती है (कथन B सही है)। डिजिटल भुगतान लेने पर ₹1,200 वार्षिक कैशबैक तथा उच्च डिजिटल लेन-देन पर अतिरिक्त ₹400 प्रोत्साहन मिलता है (कथन C और D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आवासन एवं शहरी कार्य मंत्रालय द्वारा जून 2015 में प्रारंभ किए गए 'स्मार्ट सिटीज़ मिशन' (Smart Cities Mission) के अंतर्गत राजस्थान के किन 4 शहरों को चयन कर विश्वस्तरीय बुनियादी सुविधाओं से युक्त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उदयपुर, कोटा और अजमेर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जोधपुर, उदयपुर और कोटा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अजमेर, बीकानेर, कोटा और जोधपुर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अजमेर, बीकानेर और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जयपुर, उदयपुर, कोटा और अजमेर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जोधपुर, उदयपुर और 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बीकानेर, कोटा और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अजमेर, बीकानेर और 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स्मार्ट सिटीज मिशन के विभिन्न चरणों में राजस्थान के केवल 4 शहरों- जयपुर (राउंड 1), उदयपुर (राउंड 1), कोटा (राउंड 2), और अजमेर (राउंड 3) का चयन किया गया था। इन शहरों में 24×7 जलापूर्ति, स्मार्ट मोबिलिटी, इंटिग्रेटेड कमांड एंड कंट्रोल सेंटर (ICCC), ठोस अपशिष्ट प्रबंधन, सीवरेज नेटवर्क और हेरिटेज संरक्षण के सैकड़ों प्रोजेक्ट्स सफलतापूर्वक पूरे किए गए हैं। जोधपुर और बीकानेर इस केंद्रीय मिशन में चयनित नहीं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'मुख्यमंत्री शहरी रोजगार गारंटी योजना' के अंतर्गत राजस्थान के शहरी स्थानीय निकाय क्षेत्रों में निवास करने वाले 18 से 60 वर्ष आयु के जरूरतमंद परिवारों को प्रतिवर्ष कितने दिवस का अकुशल रोजगार उपलब्ध कराया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 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120 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125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125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120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ग्रामीण क्षेत्रों की मनरेगा (MGNREGA) की तर्ज पर शहरी गरीबों को आजीविका सुरक्षा देने हेतु राजस्थान देश का पहला राज्य है जिसने 'मुख्यमंत्री शहरी रोजगार गारंटी योजना' लागू की। इस योजना के अंतर्गत शहरी परिवारों को मांग करने पर प्रति परिवार प्रति वर्ष 125 दिवस का गारंटीशुदा अकुशल शारीरिक श्रम रोजगार उपलब्ध कराया जाता है। कार्य न मिलने की स्थिति में बेरोजगारी भत्ते का भी प्रावधान है। पूर्व में यह 100 दिन था जिसे बढ़ाकर 125 दिन किया गया। अतः सही उत्तर विकल्प C (125 दिन)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स्कूल शिक्षा परिषद द्वारा संचालित 'मुख्यमंत्री शिक्षित राजस्थान अभियान' (MSRA) के अंतर्गत जिला एवं ब्लॉक स्तर पर कौन-सी दो प्रमुख शैक्षणिक गतिविधियां प्रभावी रूप से क्रियान्वित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AI-आधारित ओरल रीडिंग फ्लुएंसी (ORF) आकलन एवं डिजिटल शिक्षण पहल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अनिवार्य खेलकूद परीक्षा एवं ऑनलाइन योग प्रतियोगिता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छात्र उपस्थिति ऐप एवं राष्ट्रीय मुक्त विद्यालय ऑन-डिमांड परीक्षा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निजी स्कूलों का प्रशासनिक ऑडिट एवं शुल्क विनियमन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AI-आधारित ओरल रीडिंग फ्लुएंसी (ORF) आकलन एवं डिजिटल शिक्षण पहल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अनिवार्य खेलकूद परीक्षा एवं ऑनलाइन योग प्रतियोगिता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छात्र उपस्थिति ऐप एवं राष्ट्रीय मुक्त विद्यालय ऑन-डिमांड परीक्षा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निजी स्कूलों का प्रशासनिक ऑडिट एवं शुल्क विनियमन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शिक्षित राजस्थान अभियान (MSRA) का मुख्य उद्देश्य राज्य के सरकारी स्कूलों में छात्रों के बुनियादी शिक्षण स्तर में गुणात्मक सुधार लाना है। इसके तहत जिला स्तर पर दो प्रमुख स्तंभ लागू किए गए हैं: (1) State AI-आधारित ओरल रीडिंग फ्लुएंसी (ORF) आकलन - जिसके माध्यम से मोबाइल ऐप द्वारा बच्चे के बोलकर पढ़ने की गति और शुद्धता का ऑटोमेटेड मूल्यांकन होता है, और (2) डिजिटल शिक्षण पहल (Smart e-Content &amp; ICT enablement)। विकल्प B, C और D गलत उत्तर 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समावेशी शिक्षा (Inclusive Education) कार्यक्रम के तहत दृष्टिबाधित, मूक-बधिर एवं विशेष आवश्यकता वाले बच्चों (CWSN) को अत्याधुनिक उपचारात्मक व शैक्षिक सहायता देने हेतु दो 'राज्य मॉडल संसाधन कक्ष' (State Model Resource Rooms) कहाँ स्थापित किए गए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 और कोटा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 और बीकानेर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अलवर और भरतपुर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और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जयपुर और उदयपुर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 और 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और 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 और भरतपुर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समग्र शिक्षा अभियान के तहत विशेष आवश्यकता वाले बच्चों (Children with Special Needs - CWSN) को ब्रेल लिपि, हियरिंग एड्स, फिजियोथेरेपी, ऑक्युपेशनल थेरेपी और स्पीच थेरेपी जैसी अत्याधुनिक सेवाएं एक ही छत के नीचे निःशुल्क प्रदान करने के उद्देश्य से राजस्थान के दो संभागीय मुख्यालयों- जयपुर एवं उदयपुर में 'राज्य मॉडल संसाधन कक्ष' स्थापित किए गए हैं। विकल्प A (जोधपुर/कोटा), B (अजमेर/बीकानेर) और C (अलवर/भरतपुर) गलत स्थान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राजकीय विद्यालयों में आईसीटी (ICT) एवं डिजिटल शिक्षण पहलों के संदर्भ में निम्नलिखित कथनों पर विचार कीजिए: A. राज्य के विद्यालयों में 13,976 से अधिक आईसीटी कंप्यूटर लैब और 13,018 स्मार्ट कक्षाओं के माध्यम से डिजिटल शिक्षा दी जा रही है। B. केंद्रीय 'दीक्षा पोर्टल' (DIKSHA) पर RSCERT उदयपुर द्वारा क्यूआर-कोडेड ई-पाठ्यपुस्तकें एवं ऑडियो-विजुअल कंटेंट अपलोड किया जाता है। C. 'मिशन स्टार्ट' (Mission Start) के तहत विषय अध्यापक के अभाव में कक्षा 9 से 12 के विद्यार्थियों को रिकॉर्डेड डिजिटल कक्षाओं से पढ़ाया जाता है। D. राजस्थान के सभी सरकारी स्कूलों में कंप्यूटर शिक्षा पर पूर्ण प्रतिबंध लगा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स्कूल शिक्षा का व्यापक डिजिटलीकरण हुआ है (कथन A सही है)। दीक्षा और शाला दर्पण पर ई-कंटेंट उपलब्ध है (कथन B सही है)। 'मिशन स्टार्ट' दूरदराज के उच्च माध्यमिक स्कूलों में विज्ञान, गणित आदि विषयों के शिक्षकों की कमी होने पर डिजिटल वीडियो लेक्चर द्वारा कक्षा 9-12 के पाठ्यक्रम को पूरा कराता है (कथन C सही है)। कथन D सर्वथा झूठा और निराधार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नव-साक्षरों के लिए बुनियादी साक्षरता मूल्यांकन एवं डिजिटल समर्थन पहलों के संबंध में निम्नलिखित कथनों पर विचार कीजिए: A. 'उल्लास - नव भारत साक्षरता कार्यक्रम' के तहत बुनियादी साक्षरता एवं संख्यात्मकता मूल्यांकन परीक्षा (FLNAT) का आयोजन NIOS द्वारा किया जाता है। B. वर्ष 2025-26 के प्रथम FLNAT में राजस्थान के 15 लाख से अधिक असाक्षर शिक्षार्थियों ने भाग लिया। C. अंतर्राष्ट्रीय साक्षरता दिवस पर नव-साक्षरों हेतु दो विशेष यूट्यूब चैनल- 'ई-साक्षरता' और 'उल्लास राजस्थान' प्रारंभ किए गए। D. साक्षरता परीक्षा में भाग लेने वाले सभी शिक्षार्थियों को अनिवार्य रूप से जेल भेजने का नियम बनाया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मुक्त विद्यालयी शिक्षा संस्थान (NIOS) साक्षरता विभाग के सहयोग से FLNAT परीक्षा आयोजित करता है जिसमें नव-साक्षरों को बुनियादी साक्षरता प्रमाण पत्र दिया जाता है (कथन A और B सही हैं)। अंतर्राष्ट्रीय साक्षरता दिवस (8 सितंबर) पर डिजिटल लर्निंग हेतु 'ई-साक्षरता' और 'उल्लास राजस्थान' चैनल शुरू किए गए (कथन C सही है)। कथन D हास्यास्पद एवं पूर्णतः असत्य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बालिका शिक्षा एवं वंचित वर्ग की महिलाओं के शैक्षिक उन्नयन के संदर्भ में निम्नलिखित कथनों पर विचार कीजिए: A. शैक्षणिक सत्र 2025-26 में राज्य के शैक्षिक रूप से पिछड़े ब्लॉकों में 364 कस्तूरबा गांधी बालिका विद्यालय (KGBV) आवासीय रूप से संचालित हैं। B. इन KGBV विद्यालयों में 40,000 से अधिक बालिकाएं निःशुल्क आवास, भोजन एवं गुणवत्तापूर्ण शिक्षा प्राप्त कर रही हैं। C. 'महिला शिक्षण विहार' (झालावाड़/अन्य) 15 से 30 वर्ष आयु वर्ग की तलाकशुदा, विधवा एवं वंचित महिलाओं को शिक्षा प्रदान करता है। D. महिला शिक्षण विहार में इन महिलाओं को कक्षा 10वीं तक की आवासीय शिक्षा तथा सिलाई/हस्तशिल्प का व्यावसायिक प्रशिक्षण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कस्तूरबा गांधी बालिका विद्यालय (टाइप-I, II, III एवं IV) 6 से 12वीं तक की बालिकाओं हेतु वरदान सिद्ध हुए हैं (कथन A और B सही हैं)। 'महिला शिक्षण विहार' राज्य का एक अनूठा नवाचार है जहाँ औपचारिक स्कूल से वंचित रही 15-30 वर्ष की परित्यक्ता, विधवा और निर्धन महिलाओं को RSOS के माध्यम से 10वीं तक की पढ़ाई और साथ ही आजीविका हेतु व्यावसायिक कौशल सिखाया जाता है (कथन C और D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उच्च शिक्षा में समावेशन, लैंगिक समानता एवं मेधावी छात्र-छात्राओं को प्रोत्साहन देने संबंधी योजनाओं के संदर्भ में निम्नलिखित कथनों पर विचार कीजिए: A. 'मुख्यमंत्री (बी.एड.) संबल योजना' विशेष रूप से बी.एड. करने वाली विधवा एवं परित्यक्ता/तलाकशुदा महिलाओं की फीस पुनर्भरण हेतु संचालित है। B. 'मुख्यमंत्री हमारी बेटियां योजना' का उद्देश्य प्रत्येक जिले की 10वीं बोर्ड परीक्षा में शीर्ष स्थान प्राप्त करने वाली 4 मेधावी छात्राओं को स्नातकोत्तर तक वित्तीय सहायता देना है। C. 'मुख्यमंत्री उच्च शिक्षा छात्रवृत्ति योजना' अल्प आय वर्ग (वार्षिक आय ₹2.5 लाख तक) के 12वीं में 60% अंक पाने वाले नियमित विद्यार्थियों को ₹5,000 वार्षिक सहायता देती है। D. 'देवनारायण बालिका स्कूटी वितरण योजना' अति पिछड़ा वर्ग (MBC - गुर्जर, रैबारी, गाडरी आदि) की छात्राओं को 12वीं/कॉलेज में अच्छे अंक पर स्कूटी व प्रोत्साहन राशि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 शिक्षा विभाग द्वारा संचालित सभी चारों योजनाएं सही हैं। (A) बी.एड. संबल योजना विधवा/परित्यक्ता महिलाओं को आर्थिक संबल देती है। (B) हमारी बेटियां योजना जिला स्तर पर 10वीं की मेरिट छात्राओं (2 सामान्य, 1 BPL, 1 अनाथ) को वित्तीय सहायता देती है। (C) उच्च शिक्षा छात्रवृत्ति गरीब परिवारों के मेधावी युवाओं को कॉलेज शिक्षा जारी रखने में मदद करती है। (D) देवनारायण योजना एमबीसी बालिकाओं में उच्च शिक्षा को बढ़ावा देती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राज्य वित्तपोषित विश्वविद्यालयों (सूची-I) को उनके मुख्यालय/स्थान (सूची-II) से सुमेलित कीजिए: सूची-I: सूची-I: A. राजस्थान तकनीकी विश्वविद्यालय (RTU) B. मोहनलाल सुखाड़िया विश्वविद्यालय (MLSU) C. गोविंद गुरु जनजातीय विश्वविद्यालय (GGTU) D. महाराणा प्रताप कृषि एवं प्रौद्योगिकी विश्वविद्यालय (MPUAT) सूची-II: 1. उदयपुर 2. कोटा 3. बांसवाड़ा 4.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उच्च एवं तकनीकी शिक्षा के प्रमुख केंद्र: राजस्थान तकनीकी विश्वविद्यालय (RTU) कोटा में स्थित है (A-2)। मोहनलाल सुखाड़िया विश्वविद्यालय (MLSU) उदयपुर में स्थित है (B-1)। जनजातीय बहुल वागड़ क्षेत्र का गोविंद गुरु जनजातीय विश्वविद्यालय (GGTU) बांसवाड़ा में स्थित है (C-3)। दक्षिण राजस्थान का प्रमुख कृषि विश्वविद्यालय 'महाराणा प्रताप कृषि एवं प्रौद्योगिकी विश्वविद्यालय' (MPUAT) उदयपुर में स्थित है (D-4)। अतः सही मिलान A-2, B-1, C-3, D-4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देववाणी संस्कृत भाषा के संरक्षण, संवर्धन एवं उच्च शोध हेतु 'जगद्गुरु रामानंदाचार्य राजस्थान संस्कृत विश्वविद्यालय' की स्थापना किस वर्ष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1958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1983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1998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2008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1998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1958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1983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2008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संस्कृत शिक्षा के प्रशासनिक प्रबंधन हेतु वर्ष 1958 में पृथक 'संस्कृत शिक्षा निदेशालय' बनाया गया था, जबकि उच्च स्तरीय शोध एवं डिग्री पाठ्यक्रमों हेतु वर्ष 1998 में जयपुर के मदाऊ (भांकरोटा) में 'जगद्गुरु रामानंदाचार्य राजस्थान संस्कृत विश्वविद्यालय' की विधिवत स्थापना की गई। यह विश्वविद्यालय राज्य के सभी संस्कृत महाविद्यालयों और शोध पीठों का नियमन करता है। विकल्प A (1958), B (1983) और D (2008) गलत वर्ष हैं, अतः सही उत्तर विकल्प C (1998)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संस्कृत शिक्षकों के सतत व्यावसायिक प्रशिक्षण एवं शैक्षणिक अनुसंधान हेतु 'राजस्थान राज्य संस्कृत शैक्षिक अनुसंधान एवं प्रशिक्षण संस्थान' (SSIERT) कहाँ स्थापित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महापुरा, जयपुर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मंडोर, जोधपुर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पुष्कर, अजमेर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नीमराना, कोटपूतली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महापुरा,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मंडोर,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पुष्कर, अजमेर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नीमराना, कोटपूतली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एनसीईआरटी और आरएससीईआरटी की तर्ज पर संस्कृत शिक्षा में पाठ्यक्रम निर्माण, डिजिटल कंटेंट विकास और शिक्षक प्रशिक्षण हेतु 'राजस्थान राज्य संस्कृत शैक्षिक अनुसंधान एवं प्रशिक्षण संस्थान' (SSIERT) महापुरा (जयपुर) में स्थापित किया गया है। यह संस्थान संस्कृत माध्यम के विद्यालयों में नवाचारी शिक्षण विधियों और वैदिक गणित के प्रशिक्षण में अग्रणी भूमिका निभा रहा है। विकल्प B (जोधपुर), C (अजमेर) और D (नीमराना) अन्य शहर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विज्ञान एवं प्रौद्योगिकी विभाग, राजस्थान सरकार द्वारा 4 जुलाई 2025 को राष्ट्रीय विज्ञान संग्रहालय परिषद (NCSM) के साथ ₹13 करोड़ प्रति प्लैनेटेरियम की लागत से किन दो स्थानों पर अत्याधुनिक 'डिजिटल प्लैनेटेरियम' (Digital Planetarium) निर्माण हेतु समझौता ज्ञापन (MoU) पर हस्ताक्षर किए गए?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 और बीकानेर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 और कोटा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 और उदयपुर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 और सीकर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जोधपुर और उदयपुर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और बीकानेर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और 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 और सीकर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 एवं अंतरिक्ष खगोलिकी को लोकप्रिय बनाने तथा विद्यार्थियों में वैज्ञानिक दृष्टिकोण (Scientific Temper) विकसित करने हेतु 4 जुलाई 2025 को राजस्थान सरकार ने NCSM (कोलकाता) के साथ जोधपुर और उदयपुर में ₹13-13 करोड़ की लागत से अत्याधुनिक डिजिटल तारामंडल (Digital Planetarium) स्थापित करने के समझौते पर हस्ताक्षर किए। इनमें 2D/3D फुल-डोम प्रोजेक्शन सिस्टम लगाया जा रहा है। विकल्प A, B और D गलत संयोजन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विज्ञान, प्रौद्योगिकी एवं खेल उत्कृष्टता केंद्रों (सूची-I) को उनके संबंधित स्थानों (सूची-II) से सुमेलित कीजिए: सूची-I: सूची-I: A. स्टेट रिमोट सेंसिंग एप्लीकेशन सेंटर (SRSAC) B. पेटेंट सूचना केंद्र (PIC) C. स्वयंसिद्धा सेंटर ऑफ एक्सीलेंस D. खेलों के लिए उच्च प्रदर्शन उत्कृष्टता केंद्र सूची-II: 1. जोधपुर 2. जयपुर 3. जयपुर 4. जयपुर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वैज्ञानिक एवं खेल संस्थानों का सुमेलन: स्टेट रिमोट सेंसिंग एप्लीकेशन सेंटर (SRSAC) जोधपुर में स्थित है जो उपग्रह डेटा व सुदूर संवेदन पर कार्य करता है (A-1)। बौद्धिक संपदा अधिकारों (IPR) हेतु पेटेंट सूचना केंद्र (PIC) जयपुर में स्थापित है (B-2)। महिला सशक्तिकरण व नवाचार हेतु 'स्वयंसिद्धा सेंटर ऑफ एक्सीलेंस' जयपुर में स्थित है (C-3)। सवाई मानसिंह स्टेडियम में खेलों का 'सेंटर ऑफ एक्सीलेंस' जयपुर में कार्यरत है (D-4)। अतः सही मिलान A-1, B-2, C-3, D-4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नीति आयोग के मानकों के अनुरूप राजस्थान के 5 'आकांक्षी जिलों' (Aspirational Districts) में किशोरी बालिकाओं के सशक्तिकरण, स्वास्थ्य एवं पोषण हेतु 'किशोरी बालिका योजना' प्रारंभ की गई है। ये 5 जिले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नागौर, करौली, जैसलमेर, धौलपुर और बारां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 करौली, जैसलमेर, धौलपुर और सिरोही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 बूंदी, जैसलमेर, धौलपुर और कोटा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भीलवाड़ा, करौली, कोटा, धौलपुर और 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 करौली, जैसलमेर, धौलपुर और सिरोही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करौली, जैसलमेर, धौलपुर और 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 बूंदी, जैसलमेर, धौलपुर और 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भीलवाड़ा, करौली, कोटा, धौलपुर और जयपुर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के आकांक्षी जिला कार्यक्रम (ADP) के अंतर्गत राजस्थान के 5 सबसे पिछड़े जिलों की पहचान की गई है: बारां, करौली, जैसलमेर, धौलपुर और सिरोही। इन 5 जिलों में 11 से 14 वर्ष की स्कूल न जाने वाली तथा 14 से 18 वर्ष की किशोरी बालिकाओं के पोषण स्तर में सुधार, एनीमिया मुक्ति, जीवन कौशल और व्यावसायिक प्रशिक्षण देने हेतु 1 अप्रैल 2022 से 'किशोरी बालिका योजना' विशेष रूप से संचालित की जा रही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महिला एवं बाल विकास विभाग द्वारा संचालित 'महिला कल्याण कोष' के संबंध में निम्नलिखित कथनों पर विचार कीजिए: A. यह कोष आंगनवाड़ी केंद्रों में कार्यरत मानदेय-आधारित कार्यकर्ताओं (कार्यकर्ता, सहायिका, आशा) के सामाजिक सुरक्षा कल्याण हेतु गठित है। B. इसमें आंगनवाड़ी कार्यकर्ताओं हेतु ₹750 तथा सहायिकाओं हेतु ₹376 का वार्षिक अंशदान निर्धारित है। C. राज्य सरकार द्वारा इस कोष में 'अर्धवार्षिक' (Half-Yearly) आधार पर बराबर का मैचिंग अंशदान प्रदान किया जाता है। D. यह कोष प्रत्येक पात्र सदस्य को आकस्मिक मृत्यु या दुर्घटना पर ₹10,000 का बीमा सुरक्षा कवरेज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आंगनवाड़ी कार्मिकों को वृद्धावस्था व दुर्घटना सुरक्षा देने हेतु महिला कल्याण कोष एक अनूठी पहल है (कथन A सही है)। इसमें कार्यकर्ता ₹750/वर्ष और सहायिका ₹376/वर्ष जमा करती हैं (कथन B सही है)। राज्य सरकार समान राशि अर्धवार्षिक आधार पर जमा कराती है (कथन C सही है)। इसके तहत ₹10,000 का बीमा कवर व सेवानिवृत्ति पर एकमुश्त संचित राशि मय ब्याज दी जाती है (कथन D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बालिकाओं के जन्म को उत्सव बनाने, घटते बाल लिंगानुपात को सुधारने तथा उच्च शिक्षा सुनिश्चित करने हेतु लागू 'लाडो प्रोत्साहन योजना' के संदर्भ में निम्नलिखित कथनों पर विचार कीजिए: A. यह योजना राज्य में 1 अगस्त 2024 से विधिवत रूप से प्रभावी की गई है। B. योजना के अंतर्गत गरीब परिवारों में बालिका के जन्म पर कुल ₹1.50 लाख की वित्तीय सहायता सात किस्तों में सेविंग बॉन्ड/DBT रूप में दी जाती है। C. योजना का लाभ प्राप्त करने हेतु बालिका का जन्म किसी राजकीय चिकित्सालय अथवा अधिकृत निजी अस्पताल में संस्थागत प्रसव के रूप में होना अनिवार्य है। D. इस योजना के तहत वित्तीय सहायता केवल बालकों के जन्म पर ही प्रदान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पूर्ववर्ती शुभलक्ष्मी एवं राजश्री योजना के स्थान पर लाई गई 'लाडो प्रोत्साहन योजना' 1 अगस्त 2024 से लागू है (कथन A सही है)। इसके तहत कुल ₹1.50 लाख की राशि बालिका के जन्म, 1 वर्ष टीकाकरण, पहली कक्षा, छठी, 10वीं, 12वीं और 21 वर्ष की आयु/स्नातक होने पर 7 किस्तों में दी जाती है (कथन B सही है)। संस्थागत प्रसव अनिवार्य पात्रता शर्त है (कथन C सही है)। कथन D गलत है क्योंकि यह योजना केवल कन्या शिशु (बालिकाओं) हेतु है, बालकों हेतु नहीं।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महिलाओं एवं किशोरियों में मासिक धर्म स्वच्छता प्रबंधन (Menstrual Hygiene Management) को बढ़ावा देने तथा निःशुल्क सेनेटरी नैपकिन वितरित करने हेतु कौन-सी योजना संचालित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कालीबाई भील उड़ान योजना (Udaan Scheme)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सुपोषण न्यूट्री-किट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लाडो प्रोत्साहन योजना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पन्नाधाय सुरक्षा एवं सम्मान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कालीबाई भील उड़ान योजना (Udaan Scheme)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सुपोषण न्यूट्री-किट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लाडो प्रोत्साहन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पन्नाधाय सुरक्षा एवं सम्मान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'कालीबाई भील उड़ान योजना' (पूर्व में आई एम शक्ति उड़ान) के अंतर्गत राजस्थान में 10 से 45 वर्ष की आयु वर्ग की सभी बालिकाओं एवं महिलाओं (स्कूल, कॉलेज एवं आंगनवाड़ी केंद्रों के माध्यम से) को प्रतिमाह 12 सेनेटरी नैपकिन पूर्णतः निःशुल्क वितरित किए जाते हैं। इससे ग्रामीण क्षेत्रों में प्रजनन मार्ग के संक्रमणों (RTI/STI) में भारी कमी आई है और बालिकाओं की स्कूल उपस्थिति बढ़ी है। विकल्प B पोषण किट हेतु है, C विवाह/शिक्षा बॉन्ड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पीड़ित, प्रताड़ित अथवा संकटग्रस्त महिलाओं को 24×7 आपातकालीन पुलिस सहायता, परामर्श, आश्रय एवं विधिक मार्गदर्शन उपलब्ध कराने हेतु राज्य स्तरीय 'महिला हेल्पलाइन' का एकीकृत टोल-फ्री नंबर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181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संकटग्रस्त महिलाओं की तत्काल सहायता हेतु '181 महिला हेल्पलाइन' (Women Helpline) चौबीसों घंटे सातों दिन (24×7) संचालित है। इसके माध्यम से घरेलू हिंसा, कार्यस्थल पर उत्पीड़न, दहेज प्रताड़ना या किसी भी प्रकार के संकट में फंसी महिलाओं को तत्काल वन स्टॉप सेंटर (सखी केंद्र), महिला पुलिस थाना, एम्बुलेंस और निःशुल्क कानूनी सहायता से जोड़ा जाता है। विकल्प B (191), C (151) और D (201) अमान्य नंबर हैं, अतः सही उत्तर विकल्प A (181)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कार्यस्थल पर महिलाओं का लैंगिक उत्पीड़न (निवारण, प्रतिषेध एवं प्रतितोष) अधिनियम, 2013 (POSH Act) के तहत किसी भी सरकारी, निजी अथवा गैर-सरकारी संस्थान के नियोक्ता के लिए 'आंतरिक शिकायत समिति' (Internal Committee - IC) गठित करना कब कानूनी रूप से अनिवार्य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संस्थान में 5 या अधिक कर्मचारी होने 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संस्थान में 10 या अधिक कर्मचारी होने 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संस्थान में 20 या अधिक कर्मचारी होने 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संस्थान में 50 या अधिक कर्मचारी होने 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संस्थान में 10 या अधिक कर्मचारी होने 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संस्थान में 5 या अधिक कर्मचारी होने 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संस्थान में 20 या अधिक कर्मचारी होने 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संस्थान में 50 या अधिक कर्मचारी होने 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ऐतिहासिक विशाखा दिशा-निर्देशों के आधार पर बने POSH Act 2013 की धारा 4 के अनुसार, प्रत्येक ऐसे कार्यस्थल, कार्यालय, संस्थान या उद्यम में जहाँ 10 या अधिक कर्मचारी (नियमित, संविदा, दैनिक वेतनभोगी या इंटर्न) कार्यरत हैं, वहाँ महिला कर्मचारियों की सुरक्षा हेतु अनिवार्य रूप से एक आंतरिक समिति (Internal Committee) का गठन करना होगा, जिसकी पीठासीन अधिकारी अनिवार्यतः एक वरिष्ठ महिला कर्मचारी होगी। 10 से कम कर्मचारी होने पर जिला स्तरीय स्थानीय शिकायत समिति (LC) में शिकायत होती है। अतः सही उत्तर विकल्प B (10 या अधिक)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मातृ एवं शिशु मृत्यु दर को कम करने तथा गर्भवती माताओं में एनीमिया दूर करने हेतु 'मुख्यमंत्री सुपोषण न्यूट्री-किट योजना' के अंतर्गत गर्भावस्था के अंतिम कितने महीनों के दौरान विशेष पोषण किट प्रदान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अंतिम 3 माह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अंतिम 4 माह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अंतिम 5 माह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अंतिम 6 माह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अंतिम 5 माह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अंतिम 3 माह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अंतिम 4 माह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अंतिम 6 माह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सुपोषण न्यूट्री-किट योजना के तहत राज्य भर की लगभग 2.35 लाख गर्भवती महिलाओं को गर्भावस्था की दूसरी व तीसरी तिमाही (विशेषकर अंतिम 5 महीनों) के दौरान आंगनवाड़ी केंद्रों के माध्यम से निःशुल्क 'सुपोषण न्यूट्री-किट' वितरित की जाती है। इस किट में पोषक तत्व, देशी घी, दालें, तिल/गुड़, आयरन-फोलिक एसिड और मल्टीविटामिन सप्लीमेंट शामिल होते हैं ताकि जन्म के समय नवजात शिशु का वजन सामान्य (2.5 किग्रा+) रहे। विकल्प A, B और D गलत अवधियां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महिलाओं की समस्याओं, लैंगिक बजटिंग एवं महिला सशक्तिकरण नीतियों पर अनुसंधान व नीतिगत शोध हेतु 'कालीबाई भील महिला एवं बाल विकास अनुसंधान संस्थान' कहाँ स्थापित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एचसीएम राजस्थान राज्य लोक प्रशासन संस्थान (HCM RIPA) परिसर, जयपुर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मोहनलाल सुखाड़िया विश्वविद्यालय परिसर, उदयपुर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जयनारायण व्यास विश्वविद्यालय, जोधपुर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विधि विश्वविद्यालय, मंडोर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एचसीएम राजस्थान राज्य लोक प्रशासन संस्थान (HCM RIPA) परिसर,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मोहनलाल सुखाड़िया विश्वविद्यालय परिसर, उदयपुर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जयनारायण व्यास विश्वविद्यालय,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विधि विश्वविद्यालय, मंडोर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'कालीबाई भील महिला एवं बाल विकास अनुसंधान संस्थान' की स्थापना जयपुर स्थित 'एचसीएम राजस्थान राज्य लोक प्रशासन संस्थान' (HCM RIPA - ओटीएस) के परिसर में की गई है। यह संस्थान महिला अधिकारिता नीतियों, जेंडर बजटिंग, बाल अधिकारों और महिला सुरक्षा कानूनों के प्रभाव का वैज्ञानिक व सांख्यिकीय मूल्यांकन करता है तथा प्रशासनिक अधिकारियों को प्रशिक्षण प्रदान करता है। विकल्प B (उदयपुर), C (जोधपुर) और D (मंडोर) गलत संस्थान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महिला एवं बाल विकास मंत्रालय, भारत सरकार द्वारा संचालित एकीकृत अम्ब्रेला योजना 'मिशन शक्ति' (Mission Shakti) के संदर्भ में निम्नलिखित कथनों पर विचार कीजिए: A. मिशन शक्ति की दो उप-योजनाएं हैं: 'संबल' (सुरक्षा व संरक्षण हेतु) और 'समर्थ्य' (सशक्तिकरण हेतु)। B. 'समर्थ्य' उप-योजना के अंतर्गत जिला स्तर पर 'महिला सशक्तिकरण हब' (Hub for Empowerment of Women - HEW) स्थापित किए गए हैं। C. राजस्थान में मिशन शक्ति योजना केंद्र और राज्य सरकार के मध्य 60:40 के वित्तीय व्यय साझेदारी अनुपात में लागू है। D. इस योजना के तहत राज्य की समस्त कामकाजी महिलाओं के वेतन पर 90% टैक्स लगाने का प्रावधान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'मिशन शक्ति' महिलाओं के जीवन चक्र की सभी आवश्यकताओं को पूरा करने वाली अम्ब्रेला योजना है। संबल में वन स्टॉप सेंटर, महिला हेल्पलाइन (181) और नारी अदालतें हैं, जबकि समर्थ्य में प्रधानमंत्री मातृ वंदना योजना, पालना घर और HEW हब शामिल हैं (कथन A और B सही हैं)। इसका बजटीय अनुपात केंद्र व राज्य के बीच 60:40 है (कथन C सही है)। कथन D सर्वथा बेतुका एवं गलत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पंजीकृत मदरसों में गुणवत्तापूर्ण आधुनिक शिक्षा, कंप्यूटर लैब एवं स्मार्ट क्लास की स्थापना हेतु 'मुख्यमंत्री मदरसा आधुनिकीकरण योजना' के तहत उच्च प्राथमिक स्तर के मदरसों को अधिकतम कितनी वित्तीय सहायता दी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 लाख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लाख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लाख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 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₹25 लाख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 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मदरसा बोर्ड द्वारा संचालित 'मुख्यमंत्री मदरसा आधुनिकीकरण योजना' के अंतर्गत मदरसों के आधारभूत ढांचे के विकास (कक्षा-कक्ष, आईसीटी लैब, पुस्तकालय, शुद्ध पेयजल एवं बालिका शौचालय) हेतु प्राथमिक स्तर के मदरसों को अधिकतम ₹15 लाख तथा उच्च प्राथमिक स्तर के मदरसों को अधिकतम ₹25 लाख की एकमुश्त वित्तीय सहायता प्रदान की जाती है। विकल्प A (₹10 लाख), B (₹15 लाख - प्राथमिक हेतु) और C (₹20 लाख) गलत हैं, अतः उच्च प्राथमिक हेतु सही उत्तर विकल्प D (₹25 लाख)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सरकार के 'प्रधानमंत्री जन विकास कार्यक्रम' (PMJVK) के अंतर्गत किसी भी विकास खंड/कस्बे में अल्पसंख्यक अवसंरचना विकास परियोजना को स्वीकृत करने हेतु परियोजना क्षेत्र के 15 किलोमीटर के दायरे में अल्पसंख्यक आबादी न्यूनतम कितने प्रतिशत होना अनिवार्य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अल्पसंख्यक कार्य मंत्रालय द्वारा संचालित PMJVK योजना का मुख्य उद्देश्य सामाजिक-आर्थिक रूप से पिछड़े अल्पसंख्यक बाहुल्य क्षेत्रों में स्कूल, कॉलेज, पॉलीटेक्निक, प्राथमिक स्वास्थ्य केंद्र, आवासीय विद्यालय और कौशल केंद्र बनाना है। इसके संशोधित दिशा-निर्देशों के अनुसार किसी भी प्रस्तावित परियोजना स्थल के 15 किलोमीटर के दायरे में कम से कम 25 प्रतिशत अल्पसंख्यक जनसंख्या (मुस्लिम, सिख, ईसाई, बौद्ध, जैन, पारसी) का निवास होना अनिवार्य मानदंड है। अतः सही उत्तर विकल्प C (25%)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विमुक्त, घुमंतू एवं अर्ध-घुमंतू (DNT) तथा वंचित समुदायों के कल्याणकारी प्रावधानों के संदर्भ में निम्नलिखित कथनों पर विचार कीजिए: A. गाड़िया लोहार परिवारों को अपने पारंपरिक व्यवसाय हेतु कच्चा माल खरीदने के लिए ₹10,000 का एकमुश्त अनुदान दिया जाता है। B. 'अंत्येष्टि अनुदान योजना' के अंतर्गत लावारिस मृतकों के सम्मानजनक अंतिम संस्कार हेतु स्थानीय निकायों/एनजीओ को ₹5,000 की राशि दी जाती है। C. 'मुख्यमंत्री घुमंतू आवास योजना-2024' को राज्य में 22 अक्टूबर 2024 से विधिवत लागू किया गया है। D. घुमंतू आवास योजना के तहत पक्के आवास निर्माण हेतु प्रति पात्र परिवार ₹1.20 लाख की सहायता तीन किस्तों में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सामाजिक न्याय एवं अधिकारिता विभाग द्वारा विमुक्त/घुमंतू जातियों के आर्थिक व सामाजिक उत्थान हेतु ये सभी योजनाएं लागू हैं। (A) गाड़िया लोहारों को कच्चा माल अनुदान ₹10,000 है। (B) अंत्येष्टि सहायता ₹5,000 है। (C) व (D) 22 अक्टूबर 2024 को शुरू मुख्यमंत्री घुमंतू आवास योजना के तहत पक्का घर बनाने हेतु ₹1,20,000 की वित्तीय सहायता 3 किस्तों (₹20k + ₹50k + ₹50k) में सीधे बैंक खाते में दी जाती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फिल्म पर्यटन प्रोत्साहन नीति, 2025' के अंतर्गत राज्य के सुरम्य एवं ऐतिहासिक स्थलों पर शूट की जाने वाली भारतीय एवं विदेशी फीचर फिल्मों (Feature Films) के लिए राज्य सरकार द्वारा अधिकतम कितनी वित्तीय सब्सिडी प्रदान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₹3.0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वैश्विक फिल्म शूटिंग डेस्टिनेशन के रूप में स्थापित करने हेतु 'राजस्थान फिल्म पर्यटन प्रोत्साहन नीति, 2025' के तहत राज्य में हुए कुल उत्पादन व्यय का 30 प्रतिशत या अधिकतम ₹3.0 करोड़ तक की पूंजीगत सब्सिडी फीचर फिल्मों को दी जाती है। इसी प्रकार वेब सीरीज हेतु अधिकतम ₹2.0 करोड़ तथा टीवी धारावाहिकों हेतु अधिकतम ₹1.5 करोड़ की सब्सिडी का प्रावधान है। साथ ही सरकारी स्मारकों पर शूटिंग शुल्क में 100% की छूट दी गई है। अतः सही उत्तर विकल्प C (₹3.0 करोड़)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पर्यटन को उद्योग का पूर्ण दर्जा प्रदान करने वाली 'राजस्थान पर्यटन इकाई नीति-2024' (Rajasthan Tourism Unit Policy 2024) के प्रमुख प्रोत्साहनों के संदर्भ में निम्नलिखित कथनों पर विचार कीजिए: A. पर्यटन इकाइयों (होटल, रिसॉर्ट, हेरिटेज संपत्तियों) को फायर एनओसी (Fire NOC) एक बार में 3 वर्षों की अवधि हेतु जारी की जाती है। B. होटल व पर्यटन इकाइयों को कंपोजिट बार लाइसेंस (Composite Bar License) रियायती दरों पर प्रदान किया जाता है। C. इन इकाइयों से स्थानीय निकायों द्वारा नगरीय विकास कर (UD Tax) आवासीय/व्यावसायिक के स्थान पर रियायती 'औद्योगिक दरों' पर वसूला जाता है। D. पर्यटन इकाइयों को बिजली कनेक्शन पर औद्योगिक विद्युत टैरिफ की रियायत 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पर्यटन इकाई नीति-2024 के तहत पर्यटन को उद्योग का वास्तविक लाभ देते हुए प्रक्रियात्मक सरलीकरण किया गया है। इसमें (A) 3 वर्षीय फायर अनापत्ति प्रमाण पत्र, (B) होटल बार लाइसेंस नियमों में रियायत, (C) औद्योगिक दरों पर यूडी टैक्स, तथा (D) औद्योगिक विद्युत दरों की सुविधा शामिल है। इससे राज्य में हेरिटेज संपत्तियों के जीर्णोद्धार और नए स्टार होटलों के निर्माण में भारी निजी निवेश आकर्षित हो रहा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पर्यटन विभाग द्वारा प्रतिवर्ष आयोजित किए जाने वाले विश्व प्रसिद्ध सांस्कृतिक उत्सवों (सूची-I) को उनके आयोजन स्थलों (सूची-II) से सुमेलित कीजिए: सूची-I: सूची-I: A. मेवाड़ महोत्सव B. मारवाड़ महोत्सव C. कुम्भलगढ़ शास्त्रीय संगीत एवं नृत्य महोत्सव D. अंतरराष्ट्रीय मरू महोत्सव (Desert Festival) सूची-II: 1. जोधपुर 2. उदयपुर 3. राजसमंद 4. जैसलमेर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उत्सव और उनके स्थल: 'मेवाड़ महोत्सव' गणगौर के अवसर पर झीलों की नगरी उदयपुर में आयोजित होता है (A-2)। 'मारवाड़ महोत्सव' (मांड महोत्सव) शरद पूर्णिमा पर जोधपुर में आयोजित होता है (B-1)। ऐतिहासिक 'कुम्भलगढ़ महोत्सव' राजसमंद जिले में स्थित कुम्भलगढ़ दुर्ग पर होता है (C-3)। विश्व प्रसिद्ध 'मरू महोत्सव' माघ पूर्णिमा पर जैसलमेर के सम के धोरों में होता है (D-4)। अतः सही मिलान A-2, B-1, C-3, D-4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पारंपरिक लोक कलाओं, दुर्लभ लोक वाद्ययंत्रों, सूफी एवं शास्त्रीय संगीत को मंच प्रदान करने तथा कलाकारों के संरक्षण हेतु सितंबर 2025 में प्रारंभ की गई मासिक सांस्कृतिक पहल का क्या नाम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अनहद श्रृंखला (Anhad Series)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गवरी सांस्कृतिक यात्रा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रम्मत महोत्सव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धनक कला उत्सव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अनहद श्रृंखला (Anhad Series)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गवरी सांस्कृतिक यात्रा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रम्मत महोत्सव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धनक कला उत्सव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पर्यटन विभाग एवं कला व संस्कृति विभाग द्वारा सितंबर 2025 में 'अनहद श्रृंखला' (Anhad Series - Monthly Cultural Diaries) का शुभारंभ किया गया। इस मासिक आयोजन के अंतर्गत प्रति माह राज्य के विभिन्न ऐतिहासिक स्मारकों, हवेलियों और खुले प्रांगणों में प्रदेश के विख्यात एवं उदीयमान मांगणियार, लंगा, कालबेलिया, कथक और शास्त्रीय कलाकारों के लाइव संगीत कार्यक्रम आयोजित किए जाते हैं। गवरी (विकल्प B) मेवाड़ का भील नाट्य है, रम्मत (विकल्प C) बीकानेर-जैसलमेर का लोकनाट्य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पर्यटन पुरस्कारों एवं इंडिया टुडे टूरिज्म सर्वे में राजस्थान द्वारा प्राप्त प्रतिष्ठित पर्यटन सम्मानों (सूची-I) को संबंधित विजेताओं/गंतव्यों (सूची-II) से सुमेलित कीजिए: सूची-I: सूची-I: A. सर्वश्रेष्ठ रचनात्मक प्रचार फिल्म (Best Creative Film) B. सर्वश्रेष्ठ विरासत पर्यटन गंतव्य (Best Heritage Destination) C. सर्वश्रेष्ठ पर्वतीय पर्यटन गंतव्य (Best Hill Destination) D. सर्वश्रेष्ठ खान-पान/पाक कला गंतव्य (Best Culinary Destination) सूची-II: 1. आमेर दुर्ग (जयपुर) 2. रोमांस ऑफ राजस्थान (Romance of Rajasthan) 3. बीकानेर 4. कुम्भलगढ़ दुर्ग (राजसमंद)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पर्यटन को राष्ट्रीय एवं वैश्विक स्तर पर प्राप्त सम्मान: पर्यटन प्रचार फिल्म 'रोमांस ऑफ राजस्थान' को सर्वश्रेष्ठ रचनात्मकता पुरस्कार मिला (A-2)। जयपुर के 'आमेर दुर्ग' को देश का सर्वश्रेष्ठ हेरिटेज डेस्टिनेशन चुना गया (B-1)। अरावली की वादियों में स्थित 'कुम्भलगढ़' को सर्वश्रेष्ठ हिल डेस्टिनेशन का अवॉर्ड मिला (C-4)। पारंपरिक भुजिया, पापड़, रसगुल्लों व मिठाइयों के लिए 'बीकानेर' को बेस्ट कुलिनरी (खान-पान) गंतव्य का पुरस्कार मिला (D-3)। अतः सही मिलान A-2, B-1, C-4, D-3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आतिथ्य एवं पर्यटन प्रबंधन के प्रमुख प्रशिक्षण संस्थानों (सूची-I) को उनके अवस्थिति जिलों (सूची-II) से सुमेलित कीजिए: सूची-I: सूची-I: A. स्टेट इंस्टीट्यूट ऑफ होटल मैनेजमेंट (SIHM) B. फूड क्राफ्ट इंस्टीट्यूट (FCI) C. राजस्थान इंस्टीट्यूट ऑफ टूरिज्म एंड ट्रैवल मैनेजमेंट (RITTMAN) D. फूड क्राफ्ट इंस्टीट्यूट (FCI) सूची-II: 1. सवाई माधोपुर 2. बारां 3. जयपुर 4.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पर्यटन व होटल प्रबंधन कौशल विकास केंद्र: स्टेट इंस्टीट्यूट ऑफ होटल मैनेजमेंट (SIHM) सवाई माधोपुर और जोधपुर में कार्यरत है (A-1)। फूड क्राफ्ट इंस्टीट्यूट (FCI) बारां, उदयपुर, अजमेर में युवाओं को कुकरी और हॉस्पिटैलिटी सिखाते हैं (B-2, D-4)। पर्यटन नीतियों के निर्माण, शोध और गाइड प्रशिक्षण हेतु शीर्ष राज्य संस्थान 'RITTMAN' जयपुर में स्थित है (C-3)। यह सुमेलन A-1, B-2, C-3, D-4 केवल विकल्प A में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की 'सिंधु दर्शन तीर्थ यात्रा योजना' के अंतर्गत लद्दाख में लेह स्थित सिंधु घाट की तीर्थ यात्रा पर जाने वाले राज्य के पात्र मूल श्रद्धालुओं को प्रति तीर्थयात्री अधिकतम कितनी वित्तीय प्रतिपूर्ति प्रदान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₹5,000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₹15,000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देवस्थान विभाग, राजस्थान सरकार द्वारा संचालित 'सिंधु दर्शन तीर्थ यात्रा योजना' के अंतर्गत लद्दाख (लेह) स्थित पवित्र सिंधु घाट की तीर्थयात्रा करने वाले राजस्थान के सिंधी समुदाय एवं अन्य मूल श्रद्धालुओं को उनकी कुल यात्रा व्यय (रेल/हवाई टिकट, आवास) का 50 प्रतिशत या अधिकतम ₹15,000 प्रति तीर्थयात्री की प्रतिपूर्ति (Reimbursement) सीधे बैंक खाते में दी जाती है। विकल्प A (₹5,000), B (₹10,000) और D (₹25,000) गलत राशियां हैं, अतः सही उत्तर विकल्प C (₹15,000)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आर्थिक समीक्षा 2025-26 के अनुसार, वर्तमान मूल्यों पर 'सेवा क्षेत्र' के सकल मूल्य वर्धन में विभिन्न उप-क्षेत्रों (सूची-I) को उनकी प्रतिशत हिस्सेदारी (सूची-II) से सुमेलित कीजिए: सूची-I: सूची-I: A. व्यापार, मरम्मत, होटल एवं जलपान गृह (Trade &amp; Hotels) B. स्थावर संपदा, आवासों का स्वामित्व एवं व्यावसायिक सेवाएं (Real Estate) C. वित्तीय सेवाएं (Financial Services) D. लोक प्रशासन (Public Administration) सूची-II: 1. 27.95% 2. 23.48% 3. 10.62% 4. 7.00%</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 क्षेत्र के सकल राज्य मूल्य वर्धन (GSVA at Current Prices) में उप-क्षेत्रों की हिस्सेदारी इस प्रकार है: व्यापार, होटल व रेस्टोरेंट का योगदान सर्वाधिक 27.95% है (A-1)। रियल एस्टेट और व्यावसायिक सेवाओं का हिस्सा 23.48% है (B-2)। बैंकिंग एवं वित्तीय सेवाओं का हिस्सा 10.62% है (C-3)। लोक प्रशासन एवं रक्षा सेवाओं का हिस्सा 7.00% है (D-4)। इसके अतिरिक्त परिवहन व संचार का हिस्सा लगभग 12.5% और अन्य सेवाओं का हिस्सा 18.45% है। अतः सही मिलान A-1, B-2, C-3, D-4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आर्थिक समीक्षा 2025-26 के अग्रिम अनुमानों में 'सेवा क्षेत्र' (Service Sector) के सकल मूल्य वर्धन (GVA) के संदर्भ में निम्नलिखित कथनों पर विचार कीजिए: A. स्थिर (2011-12) मूल्यों पर सेवा क्षेत्र के GVA में 11.15 प्रतिशत की उत्कृष्ट वृद्धि दर दर्ज की गई है। B. वर्तमान (चालू) मूल्यों पर सेवा क्षेत्र के GVA का कुल मौद्रिक स्तर ₹8.17 लाख करोड़ (₹8,16,797 करोड़) अनुमानित है। C. वर्तमान मूल्यों पर सेवा क्षेत्र की वृद्धि दर (13.52%) स्थिर मूल्यों पर वृद्धि दर (11.15%) से अधिक रही है। D. सेवा क्षेत्र राजस्थान के कुल कार्यबल को रोजगार देने में 100% अकेला सक्षम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अनुसार सेवा क्षेत्र राज्य की वृद्धि का प्रमुख इंजन बना हुआ है। स्थिर कीमतों पर इसका GVA 11.15% की दर से बढ़ा तथा चालू कीमतों पर 13.52% की दर से बढ़कर ₹8.17 लाख करोड़ पर पहुंच गया (कथन A, B और C सही हैं)। कथन D गलत है क्योंकि राज्य का सबसे बड़ा रोजगार प्रदाता क्षेत्र अब भी कृषि एवं पशुपालन है (लगभग 50%+ कार्यबल कृषि में लगा है), सेवा क्षेत्र नहीं।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पर्यटन मंत्रालय, भारत सरकार की 'स्वदेश दर्शन 2.0' (Swadesh Darshan 2.0) योजना के अंतर्गत राजस्थान में किस धार्मिक तीर्थ स्थल के समेकित बुनियादी विकास हेतु सर्वाधिक ₹87.87 करोड़ की परियोजना लागत स्वीकृत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करणी माता मंदिर, देशनोक (बीकानेर)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 खाटू श्याम जी मंदिर तीर्थ क्षेत्र (सीकर)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भगवान देवनारायण जन्मस्थली मालासेरी डूंगरी (भीलवाड़ा)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आध्यात्मिक अनुभव केंद्र, केशोरायपाटन (बूंदी)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श्री खाटू श्याम जी मंदिर तीर्थ क्षेत्र (सीकर)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करणी माता मंदिर, देशनोक (बीकानेर)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भगवान देवनारायण जन्मस्थली मालासेरी डूंगरी (भीलवाड़ा)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आध्यात्मिक अनुभव केंद्र, केशोरायपाटन (बूंदी)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पर्यटन मंत्रालय द्वारा स्वदेश दर्शन 2.0 के तहत राजस्थान के 4 प्रमुख तीर्थ स्थलों के विकास हेतु कुल ₹180 करोड़ से अधिक की योजनाएं स्वीकृत की गई हैं। इसमें सर्वाधिक ₹87.87 करोड़ की राशि 'श्री खाटू श्याम जी' (सीकर) में श्रद्धालुओं की कतार प्रबंधन, पार्किंग, हेरिटेज लाइटिंग और जन-सुविधाओं हेतु स्वीकृत हुई। इसके अतिरिक्त मालासेरी डूंगरी (भीलवाड़ा) को ₹48.73 करोड़, करणी माता (बीकानेर) को ₹22.57 करोड़ तथा केशोरायपाटन को ₹20.89 करोड़ दिए गए।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भौगोलिक स्थिति, क्षेत्रफल एवं समुद्री सीमाओं से दूरी के संदर्भ में निम्नलिखित कथनों पर विचार कीजिए: A. राजस्थान का भौगोलिक विस्तार पश्चिम से पूर्व 869 किलोमीटर तथा उत्तर से दक्षिण 826 किलोमीटर है। B. राज्य का कुल क्षेत्रफल 3,42,239 वर्ग किलोमीटर है, जो भारत के कुल क्षेत्रफल का 10.41 प्रतिशत है। C. राजस्थान का दक्षिण-पश्चिमी सीमांत क्षेत्र कच्छ की खाड़ी (गुजरात) से लगभग 225 किमी तथा अरब सागर से लगभग 400 किमी दूर है। D. राजस्थान की कुल स्थलीय सीमा 5,920 किमी (अंतरराष्ट्रीय 1,070 किमी + अंतरराज्यीय 4,850 किमी)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भारत के उत्तर-पश्चिम भाग में 23°3' से 30°12' उत्तरी अक्षांश और 69°30' से 78°17' पूर्वी देशांतर के मध्य स्थित है। इसका पूर्व-पश्चिम विस्तार 869 किमी और उत्तर-दक्षिण विस्तार 826 किमी है (कथन A सही है)। क्षेत्रफल 3.42 लाख वर्ग किमी (देश का 10.41%) है (कथन B सही है)। अरब सागर से निकटतम दूरी 400 किमी और कच्छ की खाड़ी से 225 किमी है (कथन C सही है)। कुल स्थलीय परिधि 5,920 किमी है (कथन D सही है)। अतः सभी चारों कथन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महापंजीयक कार्यालय (Office of the Registrar General of India - SRS 2023) के आधिकारिक आंकड़ों के अनुसार राजस्थान राज्य में 'शिशु मृत्यु दर' (Infant Mortality Rate - IMR) घटकर प्रति 1,000 जीवित जन्मों पर कितनी दर्ज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सैंपल रजिस्ट्रेशन सिस्टम (SRS 2023) की रिपोर्ट के अनुसार, राजस्थान में संस्थागत प्रसव (95%+), मातृ-शिशु पोषण अभियानों, एसएनसीयू (SNCU) नेटवर्क और निःशुल्क दवा/जांच योजनाओं के प्रभावी क्रियान्वयन से शिशु मृत्यु दर (IMR) में ऐतिहासिक सुधार हुआ है और यह घटकर 29 प्रति हजार जीवित जन्म पर आ गई है (जो 2011 में 52 थी)। विकल्प A (27 - राष्ट्रीय औसत), C (35) और D (41) अन्य संदर्भ हैं, अतः सही उत्तर विकल्प B (29)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आर्थिक समीक्षा 2025-26 के अनुसार, प्रचलित (वर्तमान) मूल्यों पर सकल राज्य मूल्य वर्धन (GSVA) में राज्य की अर्थव्यवस्था के प्रमुख क्षेत्रों को उनकी प्रतिशत हिस्सेदारी के आरोही क्रम (Ascending Order - कम से अधिक) में व्यवस्थित कीजिए: 1. कृषि एवं संबद्ध क्षेत्र 2. औद्योगिक क्षेत्र 3. सेवा क्षेत्र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2 → 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 1 → 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 → 2 → 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 3 → 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 → 2 → 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 1 → 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 2 → 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 3 → 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अग्रिम अनुमानों के अनुसार चालू कीमतों पर GSVA में तीनों क्षेत्रों की हिस्सेदारी इस प्रकार है: (1) कृषि एवं संबद्ध क्षेत्र का हिस्सा 25.74% (सबसे कम), (2) उद्योग क्षेत्र का हिस्सा 26.55% (मध्यम), और (3) सेवा क्षेत्र का हिस्सा सर्वाधिक 47.71% है। इस प्रकार कम से अधिक (आरोही क्रम) 1 (25.74%) → 2 (26.55%) → 3 (47.71%) बनता है। यह क्रम विकल्प A 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श्रम ब्यूरो द्वारा जारी औद्योगिक श्रमिकों के उपभोक्ता मूल्य सूचकांक (CPI-IW) के आंकड़ों के अनुसार, वर्ष 2025 में राजस्थान के किस केंद्र पर पिछले वर्ष की तुलना में सर्वाधिक वार्षिक मुद्रास्फीति/वृद्धि (2.62%) दर्ज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भीलवाड़ा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 के दौरान राजस्थान के तीन CPI-IW केंद्रों में औद्योगिक वस्तुओं और सेवाओं की कीमतों में परिवर्तन का विश्लेषण करने पर वस्त्र नगरी 'भीलवाड़ा' केंद्र में सर्वाधिक 2.62 प्रतिशत की वार्षिक वृद्धि दर दर्ज की गई। इसकी तुलना में अलवर केंद्र पर 2.02 प्रतिशत तथा राजधानी जयपुर केंद्र पर 1.88 प्रतिशत की वृद्धि दर्ज हुई। कोटा (विकल्प D) CPI-IW श्रृंखला में केंद्र नहीं है। अतः सही उत्तर विकल्प B (भीलवाड़ा)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