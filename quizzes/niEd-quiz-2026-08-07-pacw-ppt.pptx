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'मुख्यमंत्री आयुष्मान आरोग्य योजना' (पूर्व नाम- मुख्यमंत्री चिरंजीवी स्वास्थ्य बीमा योजना) से संबंधित निम्नलिखित कथनों पर विचार कीजिए: A. यह योजना राज्य में 1 मई, 2021 से प्रारंभ की गई थी। B. योजना के तहत राष्ट्रीय खाद्य सुरक्षा अधिनियम (NFSA) एवं BPL श्रेणी से बाहर के परिवारों हेतु ₹850 प्रति वर्ष प्रीमियम निर्धारित है। C. योजना में प्रति परिवार प्रति वर्ष कुल ₹25 लाख का कैशलेस उपचार दिया जाता है, जो बीमा मोड (₹5 लाख) एवं ट्रस्ट मोड (₹20 लाख) में विभाजित है। D. वर्तमान में इस योजना का नया चरण 30 जनवरी, 2023 से शुरू किया गया है, जिसमें प्रति परिवार प्रीमियम ₹1,965 राज्य सरकार/एजेंसी द्वारा वहन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(A, B, C एवं D सभी) है। राजस्थान सरकार ने 1 मई, 2021 को मुख्यमंत्री चिरंजीवी स्वास्थ्य बीमा योजना शुरू की थी, जिसका नाम बदलकर अब 'मुख्यमंत्री आयुष्मान आरोग्य योजना' (MAA) कर दिया गया है। योजना के अंतर्गत NFSA, BPL, सामाजिक-आर्थिक जनगणना पात्रों, छोटे/सीमांत किसानों व संविदाकर्मियों को निःशुल्क स्वास्थ्य बीमा मिलता है, जबकि शेष गैर-निःशुल्क परिवारों के लिए प्रति वर्ष ₹850 का प्रीमियम रखा गया है। योजना के तहत प्रति परिवार प्रति वर्ष ₹25 लाख तक के कैशलेस उपचार का प्रावधान है, जिसमें ₹5.00 लाख बीमा मोड तथा ₹20.00 लाख ट्रस्ट मोड में शामिल हैं। 30 जनवरी, 2023 से प्रारंभ नए चरण में बीमा कंपनी को प्रति परिवार प्रतिवर्ष ₹1,965 की प्रीमियम राशि दी जाती है, जिसमें ट्रस्ट व बीमा मोड में कुल 1,806 पैकेज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बजट 2025-26 एवं 'मुख्यमंत्री आयुष्मान आरोग्य योजना' (MAA) के नवीनतम प्रावधानों के संदर्भ में निम्नलिखित कथनों पर विचार कीजिए: A. 70 वर्ष से अधिक आयु के वृद्धजनों हेतु जेरियाट्रिक केयर (Geriatric Care) पैकेज प्रस्तावित किया गया है। B. 70 वर्ष से अधिक उम्र के वरिष्ठ नागरिकों को घर पर ही निःशुल्क दवाइयाँ उपलब्ध कराई जाएँगी। C. राजकीय आयुष चिकित्सालयों के माध्यम से आयुष (AYUSH) से संबंधित उपचार पैकेज योजना में शामिल किए जाएँगे। D. निःशुल्क जाँच एवं दवाओं की निर्बाध उपलब्धता सुनिश्चित करने हेतु राज्य स्तर पर 'MAA कोष' स्थापित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एवं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एवं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(A, B, C एवं D सभी) है। राजस्थान बजट 2025-26 में स्वास्थ्य सेवाओं के विस्तार हेतु मुख्यमंत्री आयुष्मान आरोग्य योजना के अंतर्गत व्यापक सुधार किए गए हैं। इसके तहत 70 वर्ष से अधिक आयु के वरिष्ठ नागरिकों के स्वास्थ्य की देखभाल के लिए विशेष जेरियाट्रिक केयर पैकेज लागू करने का निर्णय लिया गया है तथा उन्हें घर पर ही निःशुल्क दवाइयाँ पहुँचाने की व्यवस्था की गई है। साथ ही, राजकीय आयुष अस्पतालों के जरिए पारंपरिक चिकित्सा पद्धति को बढ़ावा देने हेतु आयुष उपचार पैकेजों को भी इस योजना में जोड़ा गया है। आमजन के लिए सभी प्रकार की स्वास्थ्य जाँचों और आवश्यक दवाओं की शत-प्रतिशत उपलब्धता सुनिश्चित करने के उद्देश्य से एक समर्पित 'MAA कोष' के गठन की घोषणा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'मुख्यमंत्री आयुष्मान दुर्घटना बीमा योजना' तथा 'मुख्यमंत्री आयुष्मान जीवन-रक्षा योजना' के संबंध में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दुर्घटना बीमा योजना में परिवार के 1 सदस्य की मृत्यु पर ₹10 लाख तथा 1 से अधिक सदस्य की मृत्यु पर ₹20 लाख दिए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दुर्घटना बीमा योजना में परिवार के 1 सदस्य की मृत्यु पर ₹5 लाख तथा 1 से अधिक सदस्यों की मृत्यु पर ₹10 लाख का प्रावधान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जीवन-रक्षा योजना के तहत सड़क दुर्घटना में घायल को अस्पताल पहुँचाने वाले भले व्यक्ति (Good Samaritan) को ₹5,000 की प्रोत्साहन राशि मिलती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दुर्घटना बीमा योजना केवल BPL एवं खाद्य सुरक्षा (NFSA) परिवारों के लिए ही लागू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दुर्घटना बीमा योजना में परिवार के 1 सदस्य की मृत्यु पर ₹5 लाख तथा 1 से अधिक सदस्यों की मृत्यु पर ₹10 लाख का प्रावधान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दुर्घटना बीमा योजना में परिवार के 1 सदस्य की मृत्यु पर ₹10 लाख तथा 1 से अधिक सदस्य की मृत्यु पर ₹20 लाख दिए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जीवन-रक्षा योजना के तहत सड़क दुर्घटना में घायल को अस्पताल पहुँचाने वाले भले व्यक्ति (Good Samaritan) को ₹5,000 की प्रोत्साहन राशि मिलती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दुर्घटना बीमा योजना केवल BPL एवं खाद्य सुरक्षा (NFSA) परिवारों के लिए ही लागू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7 मार्च, 2024 से पुनर्गठित 'मुख्यमंत्री आयुष्मान दुर्घटना बीमा योजना' के तहत किसी पंजीकृत परिवार के 1 सदस्य की दुर्घटना में मृत्यु होने पर ₹5 लाख तथा 1 से अधिक सदस्यों की मृत्यु होने पर अधिकतम ₹10 लाख की आर्थिक सहायता राशि दी जाती है। वहीं 21 अगस्त, 2024 से प्रभावी 'मुख्यमंत्री आयुष्मान जीवन-रक्षा योजना' के अंतर्गत सड़क दुर्घटना में घायल व्यक्ति को समय पर निकटतम अस्पताल पहुँचाने वाले भले नागरिक (Good Samaritan) को प्रोत्साहित करने हेतु ₹10,000 की नकद राशि एवं प्रशस्ति पत्र प्रदान किया जाता है (विकल्प C में ₹5,000 गलत है)। विकल्प A में दी गई राशियाँ गलत हैं तथा विकल्प D असत्य है क्योंकि यह योजना पंजीकृत सभी परिवारों पर लागू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निःशुल्क दवा एवं जाँच योजनाओं से संबंधित निम्नलिखित कथनों पर विचार कीजिए: A. 'मुख्यमंत्री निःशुल्क दवा योजना' का शुभारंभ 2 अक्टूबर, 2011 को गांधी जयंती के अवसर पर सवाई माधोपुर से किया गया था। B. निःशुल्क दवा योजना में केंद्र सरकार एवं राज्य सरकार की वित्तीय भागीदारी क्रमशः 60:40 के अनुपात में है। C. 'मुख्यमंत्री निःशुल्क जाँच योजना' की शुरुआत 7 अप्रैल, 2013 (विश्व स्वास्थ्य दिवस) को की गई थी। D. निःशुल्क दवा योजना केवल जिला अस्पतालों एवं मेडिकल कॉलेजों तक ही सीमित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(कथन A, B एवं C सत्य हैं, जबकि D असत्य है)। मुख्यमंत्री निःशुल्क दवा योजना की शुरुआत तात्कालिक मुख्यमंत्री द्वारा 2 अक्टूबर, 2011 को सवाई माधोपुर, करौली व दौसा से की गई थी। इस योजना के वित्त पोषण में 60 प्रतिशत हिस्सा केंद्र सरकार तथा 40 प्रतिशत हिस्सा राज्य सरकार वहन करती है। इसके पश्चात् राज्य के सभी राजकीय अस्पतालों में मरीजों को निःशुल्क पैथोलॉजिकल व रेडियोलॉजिकल जाँचें उपलब्ध कराने हेतु 7 अप्रैल, 2013 को 'मुख्यमंत्री निःशुल्क जाँच योजना' शुरू की गई थी। कथन D असत्य है क्योंकि यह योजना प्राथमिक स्वास्थ्य केंद्र (PHC), सामुदायिक स्वास्थ्य केंद्र (CHC), उप-जिला अस्पताल से लेकर मेडिकल कॉलेज से संबद्ध सभी अस्पतालों में समान रूप से लागू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दुर्लभ बीमारियों से पीड़ित बच्चों के निःशुल्क इलाज हेतु किस योजना के अंतर्गत ₹50 लाख तक का मुफ्त उपचार उपलब्ध कराने का प्रावधान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निःशुल्क बाल चिकित्सा योजना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आयुष्मान बाल संबल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रेयर डिसीज रिलीफ पॉलिसी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बाल स्वास्थ्य सुरक्षा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मुख्यमंत्री आयुष्मान बाल संबल योजना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निःशुल्क बाल चिकित्सा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रेयर डिसीज रिलीफ पॉलिसी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बाल स्वास्थ्य सुरक्षा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(मुख्यमंत्री आयुष्मान बाल संबल योजना) है। राजस्थान सरकार ने बच्चों में पाई जाने वाली गंभीर एवं दुर्लभ बीमारियों (Rare Diseases) के महँगे इलाज का वित्तीय भार कम करने के लिए 'मुख्यमंत्री आयुष्मान बाल संबल योजना' लागू की है। इस योजना के माध्यम से दुर्लभ एवं गंभीर बीमारियों से पीड़ित बच्चों को चिन्हांकित सूचीबद्ध उच्च स्तरीय चिकित्सा संस्थानों में अधिकतम ₹50 लाख तक का निःशुल्क उपचार एवं आवश्यक थैरेपी प्रदान की जाती है। अन्य विकल्प जैसे निःशुल्क बाल चिकित्सा योजना या रेयर डिसीज रिलीफ पॉलिसी राजस्थान सरकार की इस विशिष्ट योजना के अधिकृत नाम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शहरी क्षेत्रों में संचालित 'श्री अन्नपूर्णा रसोई योजना' (पूर्व नाम- इंदिरा रसोई योजना) के संदर्भ में निम्नलिखित कथनों पर विचार कीजिए: A. 15 दिसंबर, 2016 को यह योजना 'सबके लिए भोजन, सबके लिए सम्मान' के साथ शुरू हुई थी तथा 20 अगस्त, 2020 को इसका नाम 'इंदिरा रसोई योजना' किया गया था। B. 6 जनवरी, 2024 से इस योजना का नाम परिवर्तित कर 'श्री अन्नपूर्णा रसोई योजना' कर दिया गया है। C. इस योजना में लाभार्थी से प्रति थाली ₹8 लिए जाते हैं तथा राज्य सरकार द्वारा प्रति थाली ₹22 की सब्सिडी (अनुदान) दी जाती है। D. प्रत्येक थाली में कुल 600 ग्राम सामग्री (300 ग्राम चपाती, 100 ग्राम दाल, 100 ग्राम सब्जी, 100 ग्राम चावल/मिलेट्स खिचड़ी एवं अचार) परोसी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(A, B, C एवं D सभी) है। राजस्थान में 'सबके लिए भोजन, सबके लिए सम्मान' के संकल्प के साथ 15 दिसंबर, 2016 को अन्नपूर्णा रसोई योजना शुरू की गई थी, जिसे 20 अगस्त, 2020 को "कोई भूखा न सोए" के ध्येय वाक्य के साथ 'इंदिरा रसोई योजना' नाम दिया गया। वर्तमान सरकार ने 6 जनवरी, 2024 से इसका नाम पुनर्गठित कर 'श्री अन्नपूर्णा रसोई योजना' कर दिया है। योजना के अंतर्गत भोजन करने वाले नागरिक से मात्र ₹8 प्रति थाली लिए जाते हैं, जबकि राज्य सरकार द्वारा प्रति थाली ₹22 की सब्सिडी दी जाती है। भोजन की गुणवत्ता सुधारते हुए थाली की मात्रा बढ़ाकर 600 ग्राम की गई है, जिसमें 300 ग्राम चपाती, 100 ग्राम दाल, 100 ग्राम सब्जी, 100 ग्राम चावल/मिलेट्स खिचड़ी व अचार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